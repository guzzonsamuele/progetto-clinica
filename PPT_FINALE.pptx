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69" r:id="rId1"/>
    <p:sldMasterId id="2147483670" r:id="rId2"/>
  </p:sldMasterIdLst>
  <p:notesMasterIdLst>
    <p:notesMasterId r:id="rId70"/>
  </p:notesMasterIdLst>
  <p:sldIdLst>
    <p:sldId id="256" r:id="rId3"/>
    <p:sldId id="259" r:id="rId4"/>
    <p:sldId id="258" r:id="rId5"/>
    <p:sldId id="261" r:id="rId6"/>
    <p:sldId id="304" r:id="rId7"/>
    <p:sldId id="334" r:id="rId8"/>
    <p:sldId id="335" r:id="rId9"/>
    <p:sldId id="337" r:id="rId10"/>
    <p:sldId id="338" r:id="rId11"/>
    <p:sldId id="339" r:id="rId12"/>
    <p:sldId id="340" r:id="rId13"/>
    <p:sldId id="342" r:id="rId14"/>
    <p:sldId id="343" r:id="rId15"/>
    <p:sldId id="344" r:id="rId16"/>
    <p:sldId id="345" r:id="rId17"/>
    <p:sldId id="346" r:id="rId18"/>
    <p:sldId id="318" r:id="rId19"/>
    <p:sldId id="321" r:id="rId20"/>
    <p:sldId id="323" r:id="rId21"/>
    <p:sldId id="329" r:id="rId22"/>
    <p:sldId id="324" r:id="rId23"/>
    <p:sldId id="326" r:id="rId24"/>
    <p:sldId id="327" r:id="rId25"/>
    <p:sldId id="325" r:id="rId26"/>
    <p:sldId id="330" r:id="rId27"/>
    <p:sldId id="331" r:id="rId28"/>
    <p:sldId id="332" r:id="rId29"/>
    <p:sldId id="333" r:id="rId30"/>
    <p:sldId id="319" r:id="rId31"/>
    <p:sldId id="308" r:id="rId32"/>
    <p:sldId id="347" r:id="rId33"/>
    <p:sldId id="348" r:id="rId34"/>
    <p:sldId id="350" r:id="rId35"/>
    <p:sldId id="349" r:id="rId36"/>
    <p:sldId id="351" r:id="rId37"/>
    <p:sldId id="352" r:id="rId38"/>
    <p:sldId id="354" r:id="rId39"/>
    <p:sldId id="355" r:id="rId40"/>
    <p:sldId id="305" r:id="rId41"/>
    <p:sldId id="306" r:id="rId42"/>
    <p:sldId id="310" r:id="rId43"/>
    <p:sldId id="311" r:id="rId44"/>
    <p:sldId id="312" r:id="rId45"/>
    <p:sldId id="309" r:id="rId46"/>
    <p:sldId id="279" r:id="rId47"/>
    <p:sldId id="303" r:id="rId48"/>
    <p:sldId id="281" r:id="rId49"/>
    <p:sldId id="283" r:id="rId50"/>
    <p:sldId id="284" r:id="rId51"/>
    <p:sldId id="285" r:id="rId52"/>
    <p:sldId id="286" r:id="rId53"/>
    <p:sldId id="287" r:id="rId54"/>
    <p:sldId id="288" r:id="rId55"/>
    <p:sldId id="289" r:id="rId56"/>
    <p:sldId id="290" r:id="rId57"/>
    <p:sldId id="291" r:id="rId58"/>
    <p:sldId id="292" r:id="rId59"/>
    <p:sldId id="293" r:id="rId60"/>
    <p:sldId id="294" r:id="rId61"/>
    <p:sldId id="295" r:id="rId62"/>
    <p:sldId id="296" r:id="rId63"/>
    <p:sldId id="297" r:id="rId64"/>
    <p:sldId id="298" r:id="rId65"/>
    <p:sldId id="299" r:id="rId66"/>
    <p:sldId id="300" r:id="rId67"/>
    <p:sldId id="301" r:id="rId68"/>
    <p:sldId id="302" r:id="rId69"/>
  </p:sldIdLst>
  <p:sldSz cx="9144000" cy="5143500" type="screen16x9"/>
  <p:notesSz cx="6858000" cy="9144000"/>
  <p:embeddedFontLst>
    <p:embeddedFont>
      <p:font typeface="Amatic SC" panose="00000500000000000000" pitchFamily="2" charset="-79"/>
      <p:regular r:id="rId71"/>
      <p:bold r:id="rId72"/>
    </p:embeddedFont>
    <p:embeddedFont>
      <p:font typeface="Cambria Math" panose="02040503050406030204" pitchFamily="18" charset="0"/>
      <p:regular r:id="rId73"/>
    </p:embeddedFont>
    <p:embeddedFont>
      <p:font typeface="Proxima Nova" panose="020B0604020202020204" charset="0"/>
      <p:regular r:id="rId74"/>
      <p:bold r:id="rId75"/>
      <p:italic r:id="rId76"/>
      <p:boldItalic r:id="rId77"/>
    </p:embeddedFont>
    <p:embeddedFont>
      <p:font typeface="Proxima Nova Semibold" panose="020B0604020202020204" charset="0"/>
      <p:regular r:id="rId78"/>
      <p:bold r:id="rId79"/>
      <p:boldItalic r:id="rId80"/>
    </p:embeddedFont>
    <p:embeddedFont>
      <p:font typeface="Roboto" panose="02000000000000000000" pitchFamily="2" charset="0"/>
      <p:regular r:id="rId81"/>
      <p:bold r:id="rId82"/>
      <p:italic r:id="rId83"/>
      <p:boldItalic r:id="rId84"/>
    </p:embeddedFont>
    <p:embeddedFont>
      <p:font typeface="Roboto Medium" panose="02000000000000000000" pitchFamily="2" charset="0"/>
      <p:regular r:id="rId85"/>
      <p:bold r:id="rId86"/>
      <p:italic r:id="rId87"/>
      <p:boldItalic r:id="rId88"/>
    </p:embeddedFont>
    <p:embeddedFont>
      <p:font typeface="Roboto Slab" pitchFamily="2" charset="0"/>
      <p:regular r:id="rId89"/>
      <p:bold r:id="rId90"/>
    </p:embeddedFont>
    <p:embeddedFont>
      <p:font typeface="Roboto Slab Black" pitchFamily="2" charset="0"/>
      <p:bold r:id="rId9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4F6F8C"/>
    <a:srgbClr val="F5F5F5"/>
    <a:srgbClr val="A1B2C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890EFE5-AD67-4CBF-ABFD-7556D600CDF9}" v="297" dt="2026-05-27T02:20:46.225"/>
  </p1510:revLst>
</p1510:revInfo>
</file>

<file path=ppt/tableStyles.xml><?xml version="1.0" encoding="utf-8"?>
<a:tblStyleLst xmlns:a="http://schemas.openxmlformats.org/drawingml/2006/main" def="{DF0DE9F5-7211-4D94-AB2F-E9B492289327}">
  <a:tblStyle styleId="{DF0DE9F5-7211-4D94-AB2F-E9B49228932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3C2FFA5D-87B4-456A-9821-1D502468CF0F}" styleName="Stile con tema 1 - Colore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284E427A-3D55-4303-BF80-6455036E1DE7}" styleName="Stile con tema 1 - Colore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 styleId="{69012ECD-51FC-41F1-AA8D-1B2483CD663E}" styleName="Stile chiaro 2 - Colore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4869" autoAdjust="0"/>
    <p:restoredTop sz="94660"/>
  </p:normalViewPr>
  <p:slideViewPr>
    <p:cSldViewPr snapToGrid="0">
      <p:cViewPr varScale="1">
        <p:scale>
          <a:sx n="100" d="100"/>
          <a:sy n="100" d="100"/>
        </p:scale>
        <p:origin x="523" y="67"/>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font" Target="fonts/font14.fntdata"/><Relationship Id="rId89" Type="http://schemas.openxmlformats.org/officeDocument/2006/relationships/font" Target="fonts/font19.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4.fntdata"/><Relationship Id="rId79" Type="http://schemas.openxmlformats.org/officeDocument/2006/relationships/font" Target="fonts/font9.fntdata"/><Relationship Id="rId5" Type="http://schemas.openxmlformats.org/officeDocument/2006/relationships/slide" Target="slides/slide3.xml"/><Relationship Id="rId90" Type="http://schemas.openxmlformats.org/officeDocument/2006/relationships/font" Target="fonts/font20.fntdata"/><Relationship Id="rId95" Type="http://schemas.openxmlformats.org/officeDocument/2006/relationships/tableStyles" Target="tableStyles.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2.fntdata"/><Relationship Id="rId80" Type="http://schemas.openxmlformats.org/officeDocument/2006/relationships/font" Target="fonts/font10.fntdata"/><Relationship Id="rId85" Type="http://schemas.openxmlformats.org/officeDocument/2006/relationships/font" Target="fonts/font15.fntdata"/><Relationship Id="rId93"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notesMaster" Target="notesMasters/notesMaster1.xml"/><Relationship Id="rId75" Type="http://schemas.openxmlformats.org/officeDocument/2006/relationships/font" Target="fonts/font5.fntdata"/><Relationship Id="rId83" Type="http://schemas.openxmlformats.org/officeDocument/2006/relationships/font" Target="fonts/font13.fntdata"/><Relationship Id="rId88" Type="http://schemas.openxmlformats.org/officeDocument/2006/relationships/font" Target="fonts/font18.fntdata"/><Relationship Id="rId91" Type="http://schemas.openxmlformats.org/officeDocument/2006/relationships/font" Target="fonts/font21.fntdata"/><Relationship Id="rId96" Type="http://schemas.microsoft.com/office/2015/10/relationships/revisionInfo" Target="revisionInfo.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font" Target="fonts/font3.fntdata"/><Relationship Id="rId78" Type="http://schemas.openxmlformats.org/officeDocument/2006/relationships/font" Target="fonts/font8.fntdata"/><Relationship Id="rId81" Type="http://schemas.openxmlformats.org/officeDocument/2006/relationships/font" Target="fonts/font11.fntdata"/><Relationship Id="rId86" Type="http://schemas.openxmlformats.org/officeDocument/2006/relationships/font" Target="fonts/font16.fntdata"/><Relationship Id="rId94"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6.fntdata"/><Relationship Id="rId7" Type="http://schemas.openxmlformats.org/officeDocument/2006/relationships/slide" Target="slides/slide5.xml"/><Relationship Id="rId71" Type="http://schemas.openxmlformats.org/officeDocument/2006/relationships/font" Target="fonts/font1.fntdata"/><Relationship Id="rId92" Type="http://schemas.openxmlformats.org/officeDocument/2006/relationships/presProps" Target="presProps.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font" Target="fonts/font17.fntdata"/><Relationship Id="rId61" Type="http://schemas.openxmlformats.org/officeDocument/2006/relationships/slide" Target="slides/slide59.xml"/><Relationship Id="rId82" Type="http://schemas.openxmlformats.org/officeDocument/2006/relationships/font" Target="fonts/font12.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font" Target="fonts/font7.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
        <p:cNvGrpSpPr/>
        <p:nvPr/>
      </p:nvGrpSpPr>
      <p:grpSpPr>
        <a:xfrm>
          <a:off x="0" y="0"/>
          <a:ext cx="0" cy="0"/>
          <a:chOff x="0" y="0"/>
          <a:chExt cx="0" cy="0"/>
        </a:xfrm>
      </p:grpSpPr>
      <p:sp>
        <p:nvSpPr>
          <p:cNvPr id="272" name="Google Shape;272;g7248e58c28_0_2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 name="Google Shape;273;g7248e58c28_0_2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3"/>
        <p:cNvGrpSpPr/>
        <p:nvPr/>
      </p:nvGrpSpPr>
      <p:grpSpPr>
        <a:xfrm>
          <a:off x="0" y="0"/>
          <a:ext cx="0" cy="0"/>
          <a:chOff x="0" y="0"/>
          <a:chExt cx="0" cy="0"/>
        </a:xfrm>
      </p:grpSpPr>
      <p:sp>
        <p:nvSpPr>
          <p:cNvPr id="334" name="Google Shape;334;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5" name="Google Shape;335;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
        <p:cNvGrpSpPr/>
        <p:nvPr/>
      </p:nvGrpSpPr>
      <p:grpSpPr>
        <a:xfrm>
          <a:off x="0" y="0"/>
          <a:ext cx="0" cy="0"/>
          <a:chOff x="0" y="0"/>
          <a:chExt cx="0" cy="0"/>
        </a:xfrm>
      </p:grpSpPr>
      <p:sp>
        <p:nvSpPr>
          <p:cNvPr id="295" name="Google Shape;295;g7248e58c28_0_1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 name="Google Shape;296;g7248e58c28_0_1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9"/>
        <p:cNvGrpSpPr/>
        <p:nvPr/>
      </p:nvGrpSpPr>
      <p:grpSpPr>
        <a:xfrm>
          <a:off x="0" y="0"/>
          <a:ext cx="0" cy="0"/>
          <a:chOff x="0" y="0"/>
          <a:chExt cx="0" cy="0"/>
        </a:xfrm>
      </p:grpSpPr>
      <p:sp>
        <p:nvSpPr>
          <p:cNvPr id="400" name="Google Shape;400;g8384096b25_0_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 name="Google Shape;401;g8384096b25_0_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9">
          <a:extLst>
            <a:ext uri="{FF2B5EF4-FFF2-40B4-BE49-F238E27FC236}">
              <a16:creationId xmlns:a16="http://schemas.microsoft.com/office/drawing/2014/main" id="{1D1775A1-E86F-F38A-7772-5F8480008094}"/>
            </a:ext>
          </a:extLst>
        </p:cNvPr>
        <p:cNvGrpSpPr/>
        <p:nvPr/>
      </p:nvGrpSpPr>
      <p:grpSpPr>
        <a:xfrm>
          <a:off x="0" y="0"/>
          <a:ext cx="0" cy="0"/>
          <a:chOff x="0" y="0"/>
          <a:chExt cx="0" cy="0"/>
        </a:xfrm>
      </p:grpSpPr>
      <p:sp>
        <p:nvSpPr>
          <p:cNvPr id="400" name="Google Shape;400;g8384096b25_0_253:notes">
            <a:extLst>
              <a:ext uri="{FF2B5EF4-FFF2-40B4-BE49-F238E27FC236}">
                <a16:creationId xmlns:a16="http://schemas.microsoft.com/office/drawing/2014/main" id="{1F77CB58-6E7C-7B94-BFEC-BA47515F9A8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 name="Google Shape;401;g8384096b25_0_253:notes">
            <a:extLst>
              <a:ext uri="{FF2B5EF4-FFF2-40B4-BE49-F238E27FC236}">
                <a16:creationId xmlns:a16="http://schemas.microsoft.com/office/drawing/2014/main" id="{CFDAF301-8BAE-4CCE-5D0A-83506A7595F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9287655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9">
          <a:extLst>
            <a:ext uri="{FF2B5EF4-FFF2-40B4-BE49-F238E27FC236}">
              <a16:creationId xmlns:a16="http://schemas.microsoft.com/office/drawing/2014/main" id="{F5887B53-C971-0B37-FBA2-F23826E44C51}"/>
            </a:ext>
          </a:extLst>
        </p:cNvPr>
        <p:cNvGrpSpPr/>
        <p:nvPr/>
      </p:nvGrpSpPr>
      <p:grpSpPr>
        <a:xfrm>
          <a:off x="0" y="0"/>
          <a:ext cx="0" cy="0"/>
          <a:chOff x="0" y="0"/>
          <a:chExt cx="0" cy="0"/>
        </a:xfrm>
      </p:grpSpPr>
      <p:sp>
        <p:nvSpPr>
          <p:cNvPr id="400" name="Google Shape;400;g8384096b25_0_253:notes">
            <a:extLst>
              <a:ext uri="{FF2B5EF4-FFF2-40B4-BE49-F238E27FC236}">
                <a16:creationId xmlns:a16="http://schemas.microsoft.com/office/drawing/2014/main" id="{5AD04845-BDB1-BDC1-7DD8-19AF5F857D6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 name="Google Shape;401;g8384096b25_0_253:notes">
            <a:extLst>
              <a:ext uri="{FF2B5EF4-FFF2-40B4-BE49-F238E27FC236}">
                <a16:creationId xmlns:a16="http://schemas.microsoft.com/office/drawing/2014/main" id="{5FF4FE10-D7C4-6209-8D89-C9B81769F3C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929135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9">
          <a:extLst>
            <a:ext uri="{FF2B5EF4-FFF2-40B4-BE49-F238E27FC236}">
              <a16:creationId xmlns:a16="http://schemas.microsoft.com/office/drawing/2014/main" id="{B49BD3B5-A3B0-627D-5EBF-96AF7A818904}"/>
            </a:ext>
          </a:extLst>
        </p:cNvPr>
        <p:cNvGrpSpPr/>
        <p:nvPr/>
      </p:nvGrpSpPr>
      <p:grpSpPr>
        <a:xfrm>
          <a:off x="0" y="0"/>
          <a:ext cx="0" cy="0"/>
          <a:chOff x="0" y="0"/>
          <a:chExt cx="0" cy="0"/>
        </a:xfrm>
      </p:grpSpPr>
      <p:sp>
        <p:nvSpPr>
          <p:cNvPr id="400" name="Google Shape;400;g8384096b25_0_253:notes">
            <a:extLst>
              <a:ext uri="{FF2B5EF4-FFF2-40B4-BE49-F238E27FC236}">
                <a16:creationId xmlns:a16="http://schemas.microsoft.com/office/drawing/2014/main" id="{C1180735-4040-1E98-A13D-819DA99BFDB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 name="Google Shape;401;g8384096b25_0_253:notes">
            <a:extLst>
              <a:ext uri="{FF2B5EF4-FFF2-40B4-BE49-F238E27FC236}">
                <a16:creationId xmlns:a16="http://schemas.microsoft.com/office/drawing/2014/main" id="{5E2CDEFF-B461-6EE1-0978-9820344A70A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1246002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9">
          <a:extLst>
            <a:ext uri="{FF2B5EF4-FFF2-40B4-BE49-F238E27FC236}">
              <a16:creationId xmlns:a16="http://schemas.microsoft.com/office/drawing/2014/main" id="{8471271C-FEBE-A0D7-1E78-885523599922}"/>
            </a:ext>
          </a:extLst>
        </p:cNvPr>
        <p:cNvGrpSpPr/>
        <p:nvPr/>
      </p:nvGrpSpPr>
      <p:grpSpPr>
        <a:xfrm>
          <a:off x="0" y="0"/>
          <a:ext cx="0" cy="0"/>
          <a:chOff x="0" y="0"/>
          <a:chExt cx="0" cy="0"/>
        </a:xfrm>
      </p:grpSpPr>
      <p:sp>
        <p:nvSpPr>
          <p:cNvPr id="400" name="Google Shape;400;g8384096b25_0_253:notes">
            <a:extLst>
              <a:ext uri="{FF2B5EF4-FFF2-40B4-BE49-F238E27FC236}">
                <a16:creationId xmlns:a16="http://schemas.microsoft.com/office/drawing/2014/main" id="{A5AC1A8B-0ED5-0012-0507-39F31832B26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 name="Google Shape;401;g8384096b25_0_253:notes">
            <a:extLst>
              <a:ext uri="{FF2B5EF4-FFF2-40B4-BE49-F238E27FC236}">
                <a16:creationId xmlns:a16="http://schemas.microsoft.com/office/drawing/2014/main" id="{1E8C459B-72CA-4147-DA19-3785C2C1FF5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160912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1"/>
        <p:cNvGrpSpPr/>
        <p:nvPr/>
      </p:nvGrpSpPr>
      <p:grpSpPr>
        <a:xfrm>
          <a:off x="0" y="0"/>
          <a:ext cx="0" cy="0"/>
          <a:chOff x="0" y="0"/>
          <a:chExt cx="0" cy="0"/>
        </a:xfrm>
      </p:grpSpPr>
      <p:sp>
        <p:nvSpPr>
          <p:cNvPr id="1022" name="Google Shape;1022;g8384096b25_0_2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3" name="Google Shape;1023;g8384096b25_0_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1"/>
        <p:cNvGrpSpPr/>
        <p:nvPr/>
      </p:nvGrpSpPr>
      <p:grpSpPr>
        <a:xfrm>
          <a:off x="0" y="0"/>
          <a:ext cx="0" cy="0"/>
          <a:chOff x="0" y="0"/>
          <a:chExt cx="0" cy="0"/>
        </a:xfrm>
      </p:grpSpPr>
      <p:sp>
        <p:nvSpPr>
          <p:cNvPr id="1042" name="Google Shape;1042;g8384096b25_0_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3" name="Google Shape;1043;g8384096b25_0_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87"/>
        <p:cNvGrpSpPr/>
        <p:nvPr/>
      </p:nvGrpSpPr>
      <p:grpSpPr>
        <a:xfrm>
          <a:off x="0" y="0"/>
          <a:ext cx="0" cy="0"/>
          <a:chOff x="0" y="0"/>
          <a:chExt cx="0" cy="0"/>
        </a:xfrm>
      </p:grpSpPr>
      <p:sp>
        <p:nvSpPr>
          <p:cNvPr id="4488" name="Google Shape;4488;g7258a663f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9" name="Google Shape;4489;g7258a663f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96"/>
        <p:cNvGrpSpPr/>
        <p:nvPr/>
      </p:nvGrpSpPr>
      <p:grpSpPr>
        <a:xfrm>
          <a:off x="0" y="0"/>
          <a:ext cx="0" cy="0"/>
          <a:chOff x="0" y="0"/>
          <a:chExt cx="0" cy="0"/>
        </a:xfrm>
      </p:grpSpPr>
      <p:sp>
        <p:nvSpPr>
          <p:cNvPr id="4497" name="Google Shape;4497;g7258a663fd_0_153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98" name="Google Shape;4498;g7258a663fd_0_153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3"/>
        <p:cNvGrpSpPr/>
        <p:nvPr/>
      </p:nvGrpSpPr>
      <p:grpSpPr>
        <a:xfrm>
          <a:off x="0" y="0"/>
          <a:ext cx="0" cy="0"/>
          <a:chOff x="0" y="0"/>
          <a:chExt cx="0" cy="0"/>
        </a:xfrm>
      </p:grpSpPr>
      <p:sp>
        <p:nvSpPr>
          <p:cNvPr id="4504" name="Google Shape;4504;g7258a663fd_0_153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05" name="Google Shape;4505;g7258a663fd_0_153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23"/>
        <p:cNvGrpSpPr/>
        <p:nvPr/>
      </p:nvGrpSpPr>
      <p:grpSpPr>
        <a:xfrm>
          <a:off x="0" y="0"/>
          <a:ext cx="0" cy="0"/>
          <a:chOff x="0" y="0"/>
          <a:chExt cx="0" cy="0"/>
        </a:xfrm>
      </p:grpSpPr>
      <p:sp>
        <p:nvSpPr>
          <p:cNvPr id="4524" name="Google Shape;4524;g7258a663fd_0_153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25" name="Google Shape;4525;g7258a663fd_0_153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62"/>
        <p:cNvGrpSpPr/>
        <p:nvPr/>
      </p:nvGrpSpPr>
      <p:grpSpPr>
        <a:xfrm>
          <a:off x="0" y="0"/>
          <a:ext cx="0" cy="0"/>
          <a:chOff x="0" y="0"/>
          <a:chExt cx="0" cy="0"/>
        </a:xfrm>
      </p:grpSpPr>
      <p:sp>
        <p:nvSpPr>
          <p:cNvPr id="4863" name="Google Shape;4863;g7258a663fd_0_157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64" name="Google Shape;4864;g7258a663fd_0_157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49"/>
        <p:cNvGrpSpPr/>
        <p:nvPr/>
      </p:nvGrpSpPr>
      <p:grpSpPr>
        <a:xfrm>
          <a:off x="0" y="0"/>
          <a:ext cx="0" cy="0"/>
          <a:chOff x="0" y="0"/>
          <a:chExt cx="0" cy="0"/>
        </a:xfrm>
      </p:grpSpPr>
      <p:sp>
        <p:nvSpPr>
          <p:cNvPr id="7650" name="Google Shape;7650;g7258a663fd_0_184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1" name="Google Shape;7651;g7258a663fd_0_184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68"/>
        <p:cNvGrpSpPr/>
        <p:nvPr/>
      </p:nvGrpSpPr>
      <p:grpSpPr>
        <a:xfrm>
          <a:off x="0" y="0"/>
          <a:ext cx="0" cy="0"/>
          <a:chOff x="0" y="0"/>
          <a:chExt cx="0" cy="0"/>
        </a:xfrm>
      </p:grpSpPr>
      <p:sp>
        <p:nvSpPr>
          <p:cNvPr id="8069" name="Google Shape;8069;g7258a663fd_0_189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70" name="Google Shape;8070;g7258a663fd_0_189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38"/>
        <p:cNvGrpSpPr/>
        <p:nvPr/>
      </p:nvGrpSpPr>
      <p:grpSpPr>
        <a:xfrm>
          <a:off x="0" y="0"/>
          <a:ext cx="0" cy="0"/>
          <a:chOff x="0" y="0"/>
          <a:chExt cx="0" cy="0"/>
        </a:xfrm>
      </p:grpSpPr>
      <p:sp>
        <p:nvSpPr>
          <p:cNvPr id="8239" name="Google Shape;8239;g7258a663fd_0_190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40" name="Google Shape;8240;g7258a663fd_0_190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43"/>
        <p:cNvGrpSpPr/>
        <p:nvPr/>
      </p:nvGrpSpPr>
      <p:grpSpPr>
        <a:xfrm>
          <a:off x="0" y="0"/>
          <a:ext cx="0" cy="0"/>
          <a:chOff x="0" y="0"/>
          <a:chExt cx="0" cy="0"/>
        </a:xfrm>
      </p:grpSpPr>
      <p:sp>
        <p:nvSpPr>
          <p:cNvPr id="8644" name="Google Shape;8644;g7258a663fd_0_194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5" name="Google Shape;8645;g7258a663fd_0_194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23"/>
        <p:cNvGrpSpPr/>
        <p:nvPr/>
      </p:nvGrpSpPr>
      <p:grpSpPr>
        <a:xfrm>
          <a:off x="0" y="0"/>
          <a:ext cx="0" cy="0"/>
          <a:chOff x="0" y="0"/>
          <a:chExt cx="0" cy="0"/>
        </a:xfrm>
      </p:grpSpPr>
      <p:sp>
        <p:nvSpPr>
          <p:cNvPr id="9024" name="Google Shape;9024;g74aed2ccfc_0_4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25" name="Google Shape;9025;g74aed2ccfc_0_4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20"/>
        <p:cNvGrpSpPr/>
        <p:nvPr/>
      </p:nvGrpSpPr>
      <p:grpSpPr>
        <a:xfrm>
          <a:off x="0" y="0"/>
          <a:ext cx="0" cy="0"/>
          <a:chOff x="0" y="0"/>
          <a:chExt cx="0" cy="0"/>
        </a:xfrm>
      </p:grpSpPr>
      <p:sp>
        <p:nvSpPr>
          <p:cNvPr id="9521" name="Google Shape;9521;g74aed2ccfc_0_9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22" name="Google Shape;9522;g74aed2ccfc_0_9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33"/>
        <p:cNvGrpSpPr/>
        <p:nvPr/>
      </p:nvGrpSpPr>
      <p:grpSpPr>
        <a:xfrm>
          <a:off x="0" y="0"/>
          <a:ext cx="0" cy="0"/>
          <a:chOff x="0" y="0"/>
          <a:chExt cx="0" cy="0"/>
        </a:xfrm>
      </p:grpSpPr>
      <p:sp>
        <p:nvSpPr>
          <p:cNvPr id="10134" name="Google Shape;10134;g74aed2ccfc_0_15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35" name="Google Shape;10135;g74aed2ccfc_0_15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85"/>
        <p:cNvGrpSpPr/>
        <p:nvPr/>
      </p:nvGrpSpPr>
      <p:grpSpPr>
        <a:xfrm>
          <a:off x="0" y="0"/>
          <a:ext cx="0" cy="0"/>
          <a:chOff x="0" y="0"/>
          <a:chExt cx="0" cy="0"/>
        </a:xfrm>
      </p:grpSpPr>
      <p:sp>
        <p:nvSpPr>
          <p:cNvPr id="10686" name="Google Shape;10686;g7258a663fd_0_198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87" name="Google Shape;10687;g7258a663fd_0_198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53"/>
        <p:cNvGrpSpPr/>
        <p:nvPr/>
      </p:nvGrpSpPr>
      <p:grpSpPr>
        <a:xfrm>
          <a:off x="0" y="0"/>
          <a:ext cx="0" cy="0"/>
          <a:chOff x="0" y="0"/>
          <a:chExt cx="0" cy="0"/>
        </a:xfrm>
      </p:grpSpPr>
      <p:sp>
        <p:nvSpPr>
          <p:cNvPr id="11454" name="Google Shape;11454;g7258a663fd_0_20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55" name="Google Shape;11455;g7258a663fd_0_20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60"/>
        <p:cNvGrpSpPr/>
        <p:nvPr/>
      </p:nvGrpSpPr>
      <p:grpSpPr>
        <a:xfrm>
          <a:off x="0" y="0"/>
          <a:ext cx="0" cy="0"/>
          <a:chOff x="0" y="0"/>
          <a:chExt cx="0" cy="0"/>
        </a:xfrm>
      </p:grpSpPr>
      <p:sp>
        <p:nvSpPr>
          <p:cNvPr id="12861" name="Google Shape;12861;g7258a663fd_0_220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62" name="Google Shape;12862;g7258a663fd_0_220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54"/>
        <p:cNvGrpSpPr/>
        <p:nvPr/>
      </p:nvGrpSpPr>
      <p:grpSpPr>
        <a:xfrm>
          <a:off x="0" y="0"/>
          <a:ext cx="0" cy="0"/>
          <a:chOff x="0" y="0"/>
          <a:chExt cx="0" cy="0"/>
        </a:xfrm>
      </p:grpSpPr>
      <p:sp>
        <p:nvSpPr>
          <p:cNvPr id="15255" name="Google Shape;15255;g7258a663fd_0_244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56" name="Google Shape;15256;g7258a663fd_0_244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68"/>
        <p:cNvGrpSpPr/>
        <p:nvPr/>
      </p:nvGrpSpPr>
      <p:grpSpPr>
        <a:xfrm>
          <a:off x="0" y="0"/>
          <a:ext cx="0" cy="0"/>
          <a:chOff x="0" y="0"/>
          <a:chExt cx="0" cy="0"/>
        </a:xfrm>
      </p:grpSpPr>
      <p:sp>
        <p:nvSpPr>
          <p:cNvPr id="17269" name="Google Shape;17269;g7258a663fd_0_264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70" name="Google Shape;17270;g7258a663fd_0_264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04"/>
        <p:cNvGrpSpPr/>
        <p:nvPr/>
      </p:nvGrpSpPr>
      <p:grpSpPr>
        <a:xfrm>
          <a:off x="0" y="0"/>
          <a:ext cx="0" cy="0"/>
          <a:chOff x="0" y="0"/>
          <a:chExt cx="0" cy="0"/>
        </a:xfrm>
      </p:grpSpPr>
      <p:sp>
        <p:nvSpPr>
          <p:cNvPr id="18905" name="Google Shape;18905;g7258a663fd_0_280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06" name="Google Shape;18906;g7258a663fd_0_280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46"/>
        <p:cNvGrpSpPr/>
        <p:nvPr/>
      </p:nvGrpSpPr>
      <p:grpSpPr>
        <a:xfrm>
          <a:off x="0" y="0"/>
          <a:ext cx="0" cy="0"/>
          <a:chOff x="0" y="0"/>
          <a:chExt cx="0" cy="0"/>
        </a:xfrm>
      </p:grpSpPr>
      <p:sp>
        <p:nvSpPr>
          <p:cNvPr id="19947" name="Google Shape;19947;g7258a663fd_0_291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48" name="Google Shape;19948;g7258a663fd_0_291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81"/>
        <p:cNvGrpSpPr/>
        <p:nvPr/>
      </p:nvGrpSpPr>
      <p:grpSpPr>
        <a:xfrm>
          <a:off x="0" y="0"/>
          <a:ext cx="0" cy="0"/>
          <a:chOff x="0" y="0"/>
          <a:chExt cx="0" cy="0"/>
        </a:xfrm>
      </p:grpSpPr>
      <p:sp>
        <p:nvSpPr>
          <p:cNvPr id="21482" name="Google Shape;21482;g7258a663fd_0_306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83" name="Google Shape;21483;g7258a663fd_0_306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accent1"/>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927573" y="1480050"/>
            <a:ext cx="10999147" cy="2183400"/>
            <a:chOff x="-745100" y="1211803"/>
            <a:chExt cx="10999147" cy="2183400"/>
          </a:xfrm>
        </p:grpSpPr>
        <p:sp>
          <p:nvSpPr>
            <p:cNvPr id="10" name="Google Shape;10;p2"/>
            <p:cNvSpPr/>
            <p:nvPr/>
          </p:nvSpPr>
          <p:spPr>
            <a:xfrm>
              <a:off x="-745100" y="1279388"/>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4463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rot="10800000">
              <a:off x="2836333" y="1604844"/>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4463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rot="9899950">
              <a:off x="6463100" y="1667576"/>
              <a:ext cx="3689208" cy="1271853"/>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4463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 name="Google Shape;13;p2"/>
          <p:cNvCxnSpPr/>
          <p:nvPr/>
        </p:nvCxnSpPr>
        <p:spPr>
          <a:xfrm>
            <a:off x="2533050" y="3854338"/>
            <a:ext cx="4077900" cy="0"/>
          </a:xfrm>
          <a:prstGeom prst="straightConnector1">
            <a:avLst/>
          </a:prstGeom>
          <a:noFill/>
          <a:ln w="28575" cap="flat" cmpd="sng">
            <a:solidFill>
              <a:srgbClr val="A8BBBF"/>
            </a:solidFill>
            <a:prstDash val="solid"/>
            <a:round/>
            <a:headEnd type="none" w="med" len="med"/>
            <a:tailEnd type="none" w="med" len="med"/>
          </a:ln>
        </p:spPr>
      </p:cxnSp>
      <p:sp>
        <p:nvSpPr>
          <p:cNvPr id="14" name="Google Shape;14;p2"/>
          <p:cNvSpPr txBox="1">
            <a:spLocks noGrp="1"/>
          </p:cNvSpPr>
          <p:nvPr>
            <p:ph type="ctrTitle"/>
          </p:nvPr>
        </p:nvSpPr>
        <p:spPr>
          <a:xfrm>
            <a:off x="720000" y="1681850"/>
            <a:ext cx="7704000" cy="1496400"/>
          </a:xfrm>
          <a:prstGeom prst="rect">
            <a:avLst/>
          </a:prstGeom>
        </p:spPr>
        <p:txBody>
          <a:bodyPr spcFirstLastPara="1" wrap="square" lIns="91425" tIns="91425" rIns="91425" bIns="91425" anchor="b" anchorCtr="0">
            <a:noAutofit/>
          </a:bodyPr>
          <a:lstStyle>
            <a:lvl1pPr lvl="0" algn="ctr">
              <a:spcBef>
                <a:spcPts val="0"/>
              </a:spcBef>
              <a:spcAft>
                <a:spcPts val="0"/>
              </a:spcAft>
              <a:buClr>
                <a:srgbClr val="FFFFFF"/>
              </a:buClr>
              <a:buSzPts val="4500"/>
              <a:buNone/>
              <a:defRPr sz="4500">
                <a:solidFill>
                  <a:srgbClr val="FFFFFF"/>
                </a:solidFill>
              </a:defRPr>
            </a:lvl1pPr>
            <a:lvl2pPr lvl="1" algn="ctr">
              <a:spcBef>
                <a:spcPts val="0"/>
              </a:spcBef>
              <a:spcAft>
                <a:spcPts val="0"/>
              </a:spcAft>
              <a:buClr>
                <a:srgbClr val="FFFFFF"/>
              </a:buClr>
              <a:buSzPts val="4500"/>
              <a:buNone/>
              <a:defRPr sz="4500">
                <a:solidFill>
                  <a:srgbClr val="FFFFFF"/>
                </a:solidFill>
              </a:defRPr>
            </a:lvl2pPr>
            <a:lvl3pPr lvl="2" algn="ctr">
              <a:spcBef>
                <a:spcPts val="0"/>
              </a:spcBef>
              <a:spcAft>
                <a:spcPts val="0"/>
              </a:spcAft>
              <a:buClr>
                <a:srgbClr val="FFFFFF"/>
              </a:buClr>
              <a:buSzPts val="4500"/>
              <a:buNone/>
              <a:defRPr sz="4500">
                <a:solidFill>
                  <a:srgbClr val="FFFFFF"/>
                </a:solidFill>
              </a:defRPr>
            </a:lvl3pPr>
            <a:lvl4pPr lvl="3" algn="ctr">
              <a:spcBef>
                <a:spcPts val="0"/>
              </a:spcBef>
              <a:spcAft>
                <a:spcPts val="0"/>
              </a:spcAft>
              <a:buClr>
                <a:srgbClr val="FFFFFF"/>
              </a:buClr>
              <a:buSzPts val="4500"/>
              <a:buNone/>
              <a:defRPr sz="4500">
                <a:solidFill>
                  <a:srgbClr val="FFFFFF"/>
                </a:solidFill>
              </a:defRPr>
            </a:lvl4pPr>
            <a:lvl5pPr lvl="4" algn="ctr">
              <a:spcBef>
                <a:spcPts val="0"/>
              </a:spcBef>
              <a:spcAft>
                <a:spcPts val="0"/>
              </a:spcAft>
              <a:buClr>
                <a:srgbClr val="FFFFFF"/>
              </a:buClr>
              <a:buSzPts val="4500"/>
              <a:buNone/>
              <a:defRPr sz="4500">
                <a:solidFill>
                  <a:srgbClr val="FFFFFF"/>
                </a:solidFill>
              </a:defRPr>
            </a:lvl5pPr>
            <a:lvl6pPr lvl="5" algn="ctr">
              <a:spcBef>
                <a:spcPts val="0"/>
              </a:spcBef>
              <a:spcAft>
                <a:spcPts val="0"/>
              </a:spcAft>
              <a:buClr>
                <a:srgbClr val="FFFFFF"/>
              </a:buClr>
              <a:buSzPts val="4500"/>
              <a:buNone/>
              <a:defRPr sz="4500">
                <a:solidFill>
                  <a:srgbClr val="FFFFFF"/>
                </a:solidFill>
              </a:defRPr>
            </a:lvl6pPr>
            <a:lvl7pPr lvl="6" algn="ctr">
              <a:spcBef>
                <a:spcPts val="0"/>
              </a:spcBef>
              <a:spcAft>
                <a:spcPts val="0"/>
              </a:spcAft>
              <a:buClr>
                <a:srgbClr val="FFFFFF"/>
              </a:buClr>
              <a:buSzPts val="4500"/>
              <a:buNone/>
              <a:defRPr sz="4500">
                <a:solidFill>
                  <a:srgbClr val="FFFFFF"/>
                </a:solidFill>
              </a:defRPr>
            </a:lvl7pPr>
            <a:lvl8pPr lvl="7" algn="ctr">
              <a:spcBef>
                <a:spcPts val="0"/>
              </a:spcBef>
              <a:spcAft>
                <a:spcPts val="0"/>
              </a:spcAft>
              <a:buClr>
                <a:srgbClr val="FFFFFF"/>
              </a:buClr>
              <a:buSzPts val="4500"/>
              <a:buNone/>
              <a:defRPr sz="4500">
                <a:solidFill>
                  <a:srgbClr val="FFFFFF"/>
                </a:solidFill>
              </a:defRPr>
            </a:lvl8pPr>
            <a:lvl9pPr lvl="8" algn="ctr">
              <a:spcBef>
                <a:spcPts val="0"/>
              </a:spcBef>
              <a:spcAft>
                <a:spcPts val="0"/>
              </a:spcAft>
              <a:buClr>
                <a:srgbClr val="FFFFFF"/>
              </a:buClr>
              <a:buSzPts val="4500"/>
              <a:buNone/>
              <a:defRPr sz="4500">
                <a:solidFill>
                  <a:srgbClr val="FFFFFF"/>
                </a:solidFill>
              </a:defRPr>
            </a:lvl9pPr>
          </a:lstStyle>
          <a:p>
            <a:endParaRPr/>
          </a:p>
        </p:txBody>
      </p:sp>
      <p:sp>
        <p:nvSpPr>
          <p:cNvPr id="15" name="Google Shape;15;p2"/>
          <p:cNvSpPr txBox="1">
            <a:spLocks noGrp="1"/>
          </p:cNvSpPr>
          <p:nvPr>
            <p:ph type="subTitle" idx="1"/>
          </p:nvPr>
        </p:nvSpPr>
        <p:spPr>
          <a:xfrm>
            <a:off x="720000" y="3215125"/>
            <a:ext cx="7704000" cy="4524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Clr>
                <a:srgbClr val="FFFFFF"/>
              </a:buClr>
              <a:buSzPts val="1800"/>
              <a:buNone/>
              <a:defRPr sz="1800">
                <a:solidFill>
                  <a:srgbClr val="FFFFFF"/>
                </a:solidFill>
              </a:defRPr>
            </a:lvl1pPr>
            <a:lvl2pPr lvl="1" algn="ctr">
              <a:lnSpc>
                <a:spcPct val="100000"/>
              </a:lnSpc>
              <a:spcBef>
                <a:spcPts val="0"/>
              </a:spcBef>
              <a:spcAft>
                <a:spcPts val="0"/>
              </a:spcAft>
              <a:buClr>
                <a:srgbClr val="FFFFFF"/>
              </a:buClr>
              <a:buSzPts val="1800"/>
              <a:buNone/>
              <a:defRPr sz="1800">
                <a:solidFill>
                  <a:srgbClr val="FFFFFF"/>
                </a:solidFill>
              </a:defRPr>
            </a:lvl2pPr>
            <a:lvl3pPr lvl="2" algn="ctr">
              <a:lnSpc>
                <a:spcPct val="100000"/>
              </a:lnSpc>
              <a:spcBef>
                <a:spcPts val="0"/>
              </a:spcBef>
              <a:spcAft>
                <a:spcPts val="0"/>
              </a:spcAft>
              <a:buClr>
                <a:srgbClr val="FFFFFF"/>
              </a:buClr>
              <a:buSzPts val="1800"/>
              <a:buNone/>
              <a:defRPr sz="1800">
                <a:solidFill>
                  <a:srgbClr val="FFFFFF"/>
                </a:solidFill>
              </a:defRPr>
            </a:lvl3pPr>
            <a:lvl4pPr lvl="3" algn="ctr">
              <a:lnSpc>
                <a:spcPct val="100000"/>
              </a:lnSpc>
              <a:spcBef>
                <a:spcPts val="0"/>
              </a:spcBef>
              <a:spcAft>
                <a:spcPts val="0"/>
              </a:spcAft>
              <a:buClr>
                <a:srgbClr val="FFFFFF"/>
              </a:buClr>
              <a:buSzPts val="1800"/>
              <a:buNone/>
              <a:defRPr sz="1800">
                <a:solidFill>
                  <a:srgbClr val="FFFFFF"/>
                </a:solidFill>
              </a:defRPr>
            </a:lvl4pPr>
            <a:lvl5pPr lvl="4" algn="ctr">
              <a:lnSpc>
                <a:spcPct val="100000"/>
              </a:lnSpc>
              <a:spcBef>
                <a:spcPts val="0"/>
              </a:spcBef>
              <a:spcAft>
                <a:spcPts val="0"/>
              </a:spcAft>
              <a:buClr>
                <a:srgbClr val="FFFFFF"/>
              </a:buClr>
              <a:buSzPts val="1800"/>
              <a:buNone/>
              <a:defRPr sz="1800">
                <a:solidFill>
                  <a:srgbClr val="FFFFFF"/>
                </a:solidFill>
              </a:defRPr>
            </a:lvl5pPr>
            <a:lvl6pPr lvl="5" algn="ctr">
              <a:lnSpc>
                <a:spcPct val="100000"/>
              </a:lnSpc>
              <a:spcBef>
                <a:spcPts val="0"/>
              </a:spcBef>
              <a:spcAft>
                <a:spcPts val="0"/>
              </a:spcAft>
              <a:buClr>
                <a:srgbClr val="FFFFFF"/>
              </a:buClr>
              <a:buSzPts val="1800"/>
              <a:buNone/>
              <a:defRPr sz="1800">
                <a:solidFill>
                  <a:srgbClr val="FFFFFF"/>
                </a:solidFill>
              </a:defRPr>
            </a:lvl6pPr>
            <a:lvl7pPr lvl="6" algn="ctr">
              <a:lnSpc>
                <a:spcPct val="100000"/>
              </a:lnSpc>
              <a:spcBef>
                <a:spcPts val="0"/>
              </a:spcBef>
              <a:spcAft>
                <a:spcPts val="0"/>
              </a:spcAft>
              <a:buClr>
                <a:srgbClr val="FFFFFF"/>
              </a:buClr>
              <a:buSzPts val="1800"/>
              <a:buNone/>
              <a:defRPr sz="1800">
                <a:solidFill>
                  <a:srgbClr val="FFFFFF"/>
                </a:solidFill>
              </a:defRPr>
            </a:lvl7pPr>
            <a:lvl8pPr lvl="7" algn="ctr">
              <a:lnSpc>
                <a:spcPct val="100000"/>
              </a:lnSpc>
              <a:spcBef>
                <a:spcPts val="0"/>
              </a:spcBef>
              <a:spcAft>
                <a:spcPts val="0"/>
              </a:spcAft>
              <a:buClr>
                <a:srgbClr val="FFFFFF"/>
              </a:buClr>
              <a:buSzPts val="1800"/>
              <a:buNone/>
              <a:defRPr sz="1800">
                <a:solidFill>
                  <a:srgbClr val="FFFFFF"/>
                </a:solidFill>
              </a:defRPr>
            </a:lvl8pPr>
            <a:lvl9pPr lvl="8" algn="ctr">
              <a:lnSpc>
                <a:spcPct val="100000"/>
              </a:lnSpc>
              <a:spcBef>
                <a:spcPts val="0"/>
              </a:spcBef>
              <a:spcAft>
                <a:spcPts val="0"/>
              </a:spcAft>
              <a:buClr>
                <a:srgbClr val="FFFFFF"/>
              </a:buClr>
              <a:buSzPts val="1800"/>
              <a:buNone/>
              <a:defRPr sz="1800">
                <a:solidFill>
                  <a:srgbClr val="FFFFFF"/>
                </a:solidFill>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accent1"/>
        </a:solidFill>
        <a:effectLst/>
      </p:bgPr>
    </p:bg>
    <p:spTree>
      <p:nvGrpSpPr>
        <p:cNvPr id="1" name="Shape 16"/>
        <p:cNvGrpSpPr/>
        <p:nvPr/>
      </p:nvGrpSpPr>
      <p:grpSpPr>
        <a:xfrm>
          <a:off x="0" y="0"/>
          <a:ext cx="0" cy="0"/>
          <a:chOff x="0" y="0"/>
          <a:chExt cx="0" cy="0"/>
        </a:xfrm>
      </p:grpSpPr>
      <p:grpSp>
        <p:nvGrpSpPr>
          <p:cNvPr id="17" name="Google Shape;17;p3"/>
          <p:cNvGrpSpPr/>
          <p:nvPr/>
        </p:nvGrpSpPr>
        <p:grpSpPr>
          <a:xfrm>
            <a:off x="-927573" y="1632450"/>
            <a:ext cx="10999147" cy="2183400"/>
            <a:chOff x="-745100" y="1211803"/>
            <a:chExt cx="10999147" cy="2183400"/>
          </a:xfrm>
        </p:grpSpPr>
        <p:sp>
          <p:nvSpPr>
            <p:cNvPr id="18" name="Google Shape;18;p3"/>
            <p:cNvSpPr/>
            <p:nvPr/>
          </p:nvSpPr>
          <p:spPr>
            <a:xfrm>
              <a:off x="-745100" y="1279388"/>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4463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3"/>
            <p:cNvSpPr/>
            <p:nvPr/>
          </p:nvSpPr>
          <p:spPr>
            <a:xfrm rot="10800000">
              <a:off x="2836333" y="1604844"/>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4463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rot="9899950">
              <a:off x="6463100" y="1667576"/>
              <a:ext cx="3689208" cy="1271853"/>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4463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3"/>
          <p:cNvGrpSpPr/>
          <p:nvPr/>
        </p:nvGrpSpPr>
        <p:grpSpPr>
          <a:xfrm>
            <a:off x="4796078" y="10194"/>
            <a:ext cx="791700" cy="3258304"/>
            <a:chOff x="4796078" y="10194"/>
            <a:chExt cx="791700" cy="3258304"/>
          </a:xfrm>
        </p:grpSpPr>
        <p:grpSp>
          <p:nvGrpSpPr>
            <p:cNvPr id="22" name="Google Shape;22;p3"/>
            <p:cNvGrpSpPr/>
            <p:nvPr/>
          </p:nvGrpSpPr>
          <p:grpSpPr>
            <a:xfrm>
              <a:off x="4796078" y="2476798"/>
              <a:ext cx="791700" cy="791700"/>
              <a:chOff x="1105200" y="2323875"/>
              <a:chExt cx="791700" cy="791700"/>
            </a:xfrm>
          </p:grpSpPr>
          <p:sp>
            <p:nvSpPr>
              <p:cNvPr id="23" name="Google Shape;23;p3"/>
              <p:cNvSpPr/>
              <p:nvPr/>
            </p:nvSpPr>
            <p:spPr>
              <a:xfrm>
                <a:off x="1181400" y="2400075"/>
                <a:ext cx="639300" cy="639300"/>
              </a:xfrm>
              <a:prstGeom prst="ellipse">
                <a:avLst/>
              </a:pr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3"/>
              <p:cNvSpPr/>
              <p:nvPr/>
            </p:nvSpPr>
            <p:spPr>
              <a:xfrm>
                <a:off x="1105200" y="2323875"/>
                <a:ext cx="791700" cy="791700"/>
              </a:xfrm>
              <a:prstGeom prst="ellipse">
                <a:avLst/>
              </a:prstGeom>
              <a:noFill/>
              <a:ln w="28575" cap="flat" cmpd="sng">
                <a:solidFill>
                  <a:srgbClr val="A8BBB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600">
                  <a:solidFill>
                    <a:srgbClr val="A8BBBF"/>
                  </a:solidFill>
                  <a:latin typeface="Roboto Slab Black"/>
                  <a:ea typeface="Roboto Slab Black"/>
                  <a:cs typeface="Roboto Slab Black"/>
                  <a:sym typeface="Roboto Slab Black"/>
                </a:endParaRPr>
              </a:p>
            </p:txBody>
          </p:sp>
        </p:grpSp>
        <p:cxnSp>
          <p:nvCxnSpPr>
            <p:cNvPr id="25" name="Google Shape;25;p3"/>
            <p:cNvCxnSpPr/>
            <p:nvPr/>
          </p:nvCxnSpPr>
          <p:spPr>
            <a:xfrm rot="10800000">
              <a:off x="5191923" y="10194"/>
              <a:ext cx="0" cy="2466600"/>
            </a:xfrm>
            <a:prstGeom prst="straightConnector1">
              <a:avLst/>
            </a:prstGeom>
            <a:noFill/>
            <a:ln w="28575" cap="flat" cmpd="sng">
              <a:solidFill>
                <a:srgbClr val="A8BBBF"/>
              </a:solidFill>
              <a:prstDash val="solid"/>
              <a:round/>
              <a:headEnd type="none" w="med" len="med"/>
              <a:tailEnd type="none" w="med" len="med"/>
            </a:ln>
          </p:spPr>
        </p:cxnSp>
      </p:grpSp>
      <p:sp>
        <p:nvSpPr>
          <p:cNvPr id="26" name="Google Shape;26;p3"/>
          <p:cNvSpPr txBox="1">
            <a:spLocks noGrp="1"/>
          </p:cNvSpPr>
          <p:nvPr>
            <p:ph type="title" hasCustomPrompt="1"/>
          </p:nvPr>
        </p:nvSpPr>
        <p:spPr>
          <a:xfrm>
            <a:off x="4884575" y="2641925"/>
            <a:ext cx="614700" cy="45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A8BBBF"/>
              </a:buClr>
              <a:buSzPts val="1600"/>
              <a:buFont typeface="Roboto Slab Black"/>
              <a:buNone/>
              <a:defRPr sz="1600">
                <a:solidFill>
                  <a:srgbClr val="A8BBBF"/>
                </a:solidFill>
                <a:latin typeface="Roboto Slab Black"/>
                <a:ea typeface="Roboto Slab Black"/>
                <a:cs typeface="Roboto Slab Black"/>
                <a:sym typeface="Roboto Slab Black"/>
              </a:defRPr>
            </a:lvl1pPr>
            <a:lvl2pPr lvl="1"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2pPr>
            <a:lvl3pPr lvl="2"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3pPr>
            <a:lvl4pPr lvl="3"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4pPr>
            <a:lvl5pPr lvl="4"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5pPr>
            <a:lvl6pPr lvl="5"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6pPr>
            <a:lvl7pPr lvl="6"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7pPr>
            <a:lvl8pPr lvl="7"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8pPr>
            <a:lvl9pPr lvl="8"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9pPr>
          </a:lstStyle>
          <a:p>
            <a:r>
              <a:t>xx%</a:t>
            </a:r>
          </a:p>
        </p:txBody>
      </p:sp>
      <p:sp>
        <p:nvSpPr>
          <p:cNvPr id="27" name="Google Shape;27;p3"/>
          <p:cNvSpPr txBox="1">
            <a:spLocks noGrp="1"/>
          </p:cNvSpPr>
          <p:nvPr>
            <p:ph type="ctrTitle" idx="2"/>
          </p:nvPr>
        </p:nvSpPr>
        <p:spPr>
          <a:xfrm>
            <a:off x="4680575" y="2511775"/>
            <a:ext cx="3743400" cy="16035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200"/>
              <a:buNone/>
              <a:defRPr sz="3200">
                <a:solidFill>
                  <a:srgbClr val="FFFFFF"/>
                </a:solidFill>
              </a:defRPr>
            </a:lvl1pPr>
            <a:lvl2pPr lvl="1" rtl="0">
              <a:spcBef>
                <a:spcPts val="0"/>
              </a:spcBef>
              <a:spcAft>
                <a:spcPts val="0"/>
              </a:spcAft>
              <a:buClr>
                <a:srgbClr val="FFFFFF"/>
              </a:buClr>
              <a:buSzPts val="3200"/>
              <a:buNone/>
              <a:defRPr sz="3200">
                <a:solidFill>
                  <a:srgbClr val="FFFFFF"/>
                </a:solidFill>
              </a:defRPr>
            </a:lvl2pPr>
            <a:lvl3pPr lvl="2" rtl="0">
              <a:spcBef>
                <a:spcPts val="0"/>
              </a:spcBef>
              <a:spcAft>
                <a:spcPts val="0"/>
              </a:spcAft>
              <a:buClr>
                <a:srgbClr val="FFFFFF"/>
              </a:buClr>
              <a:buSzPts val="3200"/>
              <a:buNone/>
              <a:defRPr sz="3200">
                <a:solidFill>
                  <a:srgbClr val="FFFFFF"/>
                </a:solidFill>
              </a:defRPr>
            </a:lvl3pPr>
            <a:lvl4pPr lvl="3" rtl="0">
              <a:spcBef>
                <a:spcPts val="0"/>
              </a:spcBef>
              <a:spcAft>
                <a:spcPts val="0"/>
              </a:spcAft>
              <a:buClr>
                <a:srgbClr val="FFFFFF"/>
              </a:buClr>
              <a:buSzPts val="3200"/>
              <a:buNone/>
              <a:defRPr sz="3200">
                <a:solidFill>
                  <a:srgbClr val="FFFFFF"/>
                </a:solidFill>
              </a:defRPr>
            </a:lvl4pPr>
            <a:lvl5pPr lvl="4" rtl="0">
              <a:spcBef>
                <a:spcPts val="0"/>
              </a:spcBef>
              <a:spcAft>
                <a:spcPts val="0"/>
              </a:spcAft>
              <a:buClr>
                <a:srgbClr val="FFFFFF"/>
              </a:buClr>
              <a:buSzPts val="3200"/>
              <a:buNone/>
              <a:defRPr sz="3200">
                <a:solidFill>
                  <a:srgbClr val="FFFFFF"/>
                </a:solidFill>
              </a:defRPr>
            </a:lvl5pPr>
            <a:lvl6pPr lvl="5" rtl="0">
              <a:spcBef>
                <a:spcPts val="0"/>
              </a:spcBef>
              <a:spcAft>
                <a:spcPts val="0"/>
              </a:spcAft>
              <a:buClr>
                <a:srgbClr val="FFFFFF"/>
              </a:buClr>
              <a:buSzPts val="3200"/>
              <a:buNone/>
              <a:defRPr sz="3200">
                <a:solidFill>
                  <a:srgbClr val="FFFFFF"/>
                </a:solidFill>
              </a:defRPr>
            </a:lvl6pPr>
            <a:lvl7pPr lvl="6" rtl="0">
              <a:spcBef>
                <a:spcPts val="0"/>
              </a:spcBef>
              <a:spcAft>
                <a:spcPts val="0"/>
              </a:spcAft>
              <a:buClr>
                <a:srgbClr val="FFFFFF"/>
              </a:buClr>
              <a:buSzPts val="3200"/>
              <a:buNone/>
              <a:defRPr sz="3200">
                <a:solidFill>
                  <a:srgbClr val="FFFFFF"/>
                </a:solidFill>
              </a:defRPr>
            </a:lvl7pPr>
            <a:lvl8pPr lvl="7" rtl="0">
              <a:spcBef>
                <a:spcPts val="0"/>
              </a:spcBef>
              <a:spcAft>
                <a:spcPts val="0"/>
              </a:spcAft>
              <a:buClr>
                <a:srgbClr val="FFFFFF"/>
              </a:buClr>
              <a:buSzPts val="3200"/>
              <a:buNone/>
              <a:defRPr sz="3200">
                <a:solidFill>
                  <a:srgbClr val="FFFFFF"/>
                </a:solidFill>
              </a:defRPr>
            </a:lvl8pPr>
            <a:lvl9pPr lvl="8" rtl="0">
              <a:spcBef>
                <a:spcPts val="0"/>
              </a:spcBef>
              <a:spcAft>
                <a:spcPts val="0"/>
              </a:spcAft>
              <a:buClr>
                <a:srgbClr val="FFFFFF"/>
              </a:buClr>
              <a:buSzPts val="3200"/>
              <a:buNone/>
              <a:defRPr sz="3200">
                <a:solidFill>
                  <a:srgbClr val="FFFFFF"/>
                </a:solidFill>
              </a:defRPr>
            </a:lvl9pPr>
          </a:lstStyle>
          <a:p>
            <a:endParaRPr/>
          </a:p>
        </p:txBody>
      </p:sp>
      <p:sp>
        <p:nvSpPr>
          <p:cNvPr id="28" name="Google Shape;28;p3"/>
          <p:cNvSpPr txBox="1">
            <a:spLocks noGrp="1"/>
          </p:cNvSpPr>
          <p:nvPr>
            <p:ph type="subTitle" idx="1"/>
          </p:nvPr>
        </p:nvSpPr>
        <p:spPr>
          <a:xfrm>
            <a:off x="4680575" y="4180375"/>
            <a:ext cx="3743400" cy="45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FFFFF"/>
              </a:buClr>
              <a:buSzPts val="1600"/>
              <a:buNone/>
              <a:defRPr>
                <a:solidFill>
                  <a:srgbClr val="FFFFFF"/>
                </a:solidFill>
              </a:defRPr>
            </a:lvl1pPr>
            <a:lvl2pPr lvl="1" rtl="0">
              <a:lnSpc>
                <a:spcPct val="100000"/>
              </a:lnSpc>
              <a:spcBef>
                <a:spcPts val="0"/>
              </a:spcBef>
              <a:spcAft>
                <a:spcPts val="0"/>
              </a:spcAft>
              <a:buClr>
                <a:srgbClr val="FFFFFF"/>
              </a:buClr>
              <a:buSzPts val="1600"/>
              <a:buNone/>
              <a:defRPr sz="1600">
                <a:solidFill>
                  <a:srgbClr val="FFFFFF"/>
                </a:solidFill>
              </a:defRPr>
            </a:lvl2pPr>
            <a:lvl3pPr lvl="2" rtl="0">
              <a:lnSpc>
                <a:spcPct val="100000"/>
              </a:lnSpc>
              <a:spcBef>
                <a:spcPts val="0"/>
              </a:spcBef>
              <a:spcAft>
                <a:spcPts val="0"/>
              </a:spcAft>
              <a:buClr>
                <a:srgbClr val="FFFFFF"/>
              </a:buClr>
              <a:buSzPts val="1600"/>
              <a:buNone/>
              <a:defRPr sz="1600">
                <a:solidFill>
                  <a:srgbClr val="FFFFFF"/>
                </a:solidFill>
              </a:defRPr>
            </a:lvl3pPr>
            <a:lvl4pPr lvl="3" rtl="0">
              <a:lnSpc>
                <a:spcPct val="100000"/>
              </a:lnSpc>
              <a:spcBef>
                <a:spcPts val="0"/>
              </a:spcBef>
              <a:spcAft>
                <a:spcPts val="0"/>
              </a:spcAft>
              <a:buClr>
                <a:srgbClr val="FFFFFF"/>
              </a:buClr>
              <a:buSzPts val="1600"/>
              <a:buNone/>
              <a:defRPr sz="1600">
                <a:solidFill>
                  <a:srgbClr val="FFFFFF"/>
                </a:solidFill>
              </a:defRPr>
            </a:lvl4pPr>
            <a:lvl5pPr lvl="4" rtl="0">
              <a:lnSpc>
                <a:spcPct val="100000"/>
              </a:lnSpc>
              <a:spcBef>
                <a:spcPts val="0"/>
              </a:spcBef>
              <a:spcAft>
                <a:spcPts val="0"/>
              </a:spcAft>
              <a:buClr>
                <a:srgbClr val="FFFFFF"/>
              </a:buClr>
              <a:buSzPts val="1600"/>
              <a:buNone/>
              <a:defRPr sz="1600">
                <a:solidFill>
                  <a:srgbClr val="FFFFFF"/>
                </a:solidFill>
              </a:defRPr>
            </a:lvl5pPr>
            <a:lvl6pPr lvl="5" rtl="0">
              <a:lnSpc>
                <a:spcPct val="100000"/>
              </a:lnSpc>
              <a:spcBef>
                <a:spcPts val="0"/>
              </a:spcBef>
              <a:spcAft>
                <a:spcPts val="0"/>
              </a:spcAft>
              <a:buClr>
                <a:srgbClr val="FFFFFF"/>
              </a:buClr>
              <a:buSzPts val="1600"/>
              <a:buNone/>
              <a:defRPr sz="1600">
                <a:solidFill>
                  <a:srgbClr val="FFFFFF"/>
                </a:solidFill>
              </a:defRPr>
            </a:lvl6pPr>
            <a:lvl7pPr lvl="6" rtl="0">
              <a:lnSpc>
                <a:spcPct val="100000"/>
              </a:lnSpc>
              <a:spcBef>
                <a:spcPts val="0"/>
              </a:spcBef>
              <a:spcAft>
                <a:spcPts val="0"/>
              </a:spcAft>
              <a:buClr>
                <a:srgbClr val="FFFFFF"/>
              </a:buClr>
              <a:buSzPts val="1600"/>
              <a:buNone/>
              <a:defRPr sz="1600">
                <a:solidFill>
                  <a:srgbClr val="FFFFFF"/>
                </a:solidFill>
              </a:defRPr>
            </a:lvl7pPr>
            <a:lvl8pPr lvl="7" rtl="0">
              <a:lnSpc>
                <a:spcPct val="100000"/>
              </a:lnSpc>
              <a:spcBef>
                <a:spcPts val="0"/>
              </a:spcBef>
              <a:spcAft>
                <a:spcPts val="0"/>
              </a:spcAft>
              <a:buClr>
                <a:srgbClr val="FFFFFF"/>
              </a:buClr>
              <a:buSzPts val="1600"/>
              <a:buNone/>
              <a:defRPr sz="1600">
                <a:solidFill>
                  <a:srgbClr val="FFFFFF"/>
                </a:solidFill>
              </a:defRPr>
            </a:lvl8pPr>
            <a:lvl9pPr lvl="8" rtl="0">
              <a:lnSpc>
                <a:spcPct val="100000"/>
              </a:lnSpc>
              <a:spcBef>
                <a:spcPts val="0"/>
              </a:spcBef>
              <a:spcAft>
                <a:spcPts val="0"/>
              </a:spcAft>
              <a:buClr>
                <a:srgbClr val="FFFFFF"/>
              </a:buClr>
              <a:buSzPts val="1600"/>
              <a:buNone/>
              <a:defRPr sz="1600">
                <a:solidFill>
                  <a:srgbClr val="FFFFFF"/>
                </a:solidFill>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accent1"/>
        </a:solidFill>
        <a:effectLst/>
      </p:bgPr>
    </p:bg>
    <p:spTree>
      <p:nvGrpSpPr>
        <p:cNvPr id="1" name="Shape 29"/>
        <p:cNvGrpSpPr/>
        <p:nvPr/>
      </p:nvGrpSpPr>
      <p:grpSpPr>
        <a:xfrm>
          <a:off x="0" y="0"/>
          <a:ext cx="0" cy="0"/>
          <a:chOff x="0" y="0"/>
          <a:chExt cx="0" cy="0"/>
        </a:xfrm>
      </p:grpSpPr>
      <p:grpSp>
        <p:nvGrpSpPr>
          <p:cNvPr id="30" name="Google Shape;30;p4"/>
          <p:cNvGrpSpPr/>
          <p:nvPr/>
        </p:nvGrpSpPr>
        <p:grpSpPr>
          <a:xfrm>
            <a:off x="-588250" y="73007"/>
            <a:ext cx="10320501" cy="4997486"/>
            <a:chOff x="-464250" y="93375"/>
            <a:chExt cx="10320501" cy="4997486"/>
          </a:xfrm>
        </p:grpSpPr>
        <p:sp>
          <p:nvSpPr>
            <p:cNvPr id="31" name="Google Shape;31;p4"/>
            <p:cNvSpPr/>
            <p:nvPr/>
          </p:nvSpPr>
          <p:spPr>
            <a:xfrm>
              <a:off x="-464250" y="93375"/>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4463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4"/>
            <p:cNvSpPr/>
            <p:nvPr/>
          </p:nvSpPr>
          <p:spPr>
            <a:xfrm rot="10800000">
              <a:off x="6166875" y="3818950"/>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4463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 name="Google Shape;33;p4"/>
          <p:cNvSpPr txBox="1">
            <a:spLocks noGrp="1"/>
          </p:cNvSpPr>
          <p:nvPr>
            <p:ph type="ctrTitle"/>
          </p:nvPr>
        </p:nvSpPr>
        <p:spPr>
          <a:xfrm>
            <a:off x="1902450" y="1773538"/>
            <a:ext cx="5339100" cy="1107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3200"/>
              <a:buNone/>
              <a:defRPr sz="3200">
                <a:solidFill>
                  <a:srgbClr val="FFFFFF"/>
                </a:solidFill>
              </a:defRPr>
            </a:lvl1pPr>
            <a:lvl2pPr lvl="1" algn="ctr" rtl="0">
              <a:spcBef>
                <a:spcPts val="0"/>
              </a:spcBef>
              <a:spcAft>
                <a:spcPts val="0"/>
              </a:spcAft>
              <a:buClr>
                <a:srgbClr val="FFFFFF"/>
              </a:buClr>
              <a:buSzPts val="3200"/>
              <a:buNone/>
              <a:defRPr sz="3200">
                <a:solidFill>
                  <a:srgbClr val="FFFFFF"/>
                </a:solidFill>
              </a:defRPr>
            </a:lvl2pPr>
            <a:lvl3pPr lvl="2" algn="ctr" rtl="0">
              <a:spcBef>
                <a:spcPts val="0"/>
              </a:spcBef>
              <a:spcAft>
                <a:spcPts val="0"/>
              </a:spcAft>
              <a:buClr>
                <a:srgbClr val="FFFFFF"/>
              </a:buClr>
              <a:buSzPts val="3200"/>
              <a:buNone/>
              <a:defRPr sz="3200">
                <a:solidFill>
                  <a:srgbClr val="FFFFFF"/>
                </a:solidFill>
              </a:defRPr>
            </a:lvl3pPr>
            <a:lvl4pPr lvl="3" algn="ctr" rtl="0">
              <a:spcBef>
                <a:spcPts val="0"/>
              </a:spcBef>
              <a:spcAft>
                <a:spcPts val="0"/>
              </a:spcAft>
              <a:buClr>
                <a:srgbClr val="FFFFFF"/>
              </a:buClr>
              <a:buSzPts val="3200"/>
              <a:buNone/>
              <a:defRPr sz="3200">
                <a:solidFill>
                  <a:srgbClr val="FFFFFF"/>
                </a:solidFill>
              </a:defRPr>
            </a:lvl4pPr>
            <a:lvl5pPr lvl="4" algn="ctr" rtl="0">
              <a:spcBef>
                <a:spcPts val="0"/>
              </a:spcBef>
              <a:spcAft>
                <a:spcPts val="0"/>
              </a:spcAft>
              <a:buClr>
                <a:srgbClr val="FFFFFF"/>
              </a:buClr>
              <a:buSzPts val="3200"/>
              <a:buNone/>
              <a:defRPr sz="3200">
                <a:solidFill>
                  <a:srgbClr val="FFFFFF"/>
                </a:solidFill>
              </a:defRPr>
            </a:lvl5pPr>
            <a:lvl6pPr lvl="5" algn="ctr" rtl="0">
              <a:spcBef>
                <a:spcPts val="0"/>
              </a:spcBef>
              <a:spcAft>
                <a:spcPts val="0"/>
              </a:spcAft>
              <a:buClr>
                <a:srgbClr val="FFFFFF"/>
              </a:buClr>
              <a:buSzPts val="3200"/>
              <a:buNone/>
              <a:defRPr sz="3200">
                <a:solidFill>
                  <a:srgbClr val="FFFFFF"/>
                </a:solidFill>
              </a:defRPr>
            </a:lvl6pPr>
            <a:lvl7pPr lvl="6" algn="ctr" rtl="0">
              <a:spcBef>
                <a:spcPts val="0"/>
              </a:spcBef>
              <a:spcAft>
                <a:spcPts val="0"/>
              </a:spcAft>
              <a:buClr>
                <a:srgbClr val="FFFFFF"/>
              </a:buClr>
              <a:buSzPts val="3200"/>
              <a:buNone/>
              <a:defRPr sz="3200">
                <a:solidFill>
                  <a:srgbClr val="FFFFFF"/>
                </a:solidFill>
              </a:defRPr>
            </a:lvl7pPr>
            <a:lvl8pPr lvl="7" algn="ctr" rtl="0">
              <a:spcBef>
                <a:spcPts val="0"/>
              </a:spcBef>
              <a:spcAft>
                <a:spcPts val="0"/>
              </a:spcAft>
              <a:buClr>
                <a:srgbClr val="FFFFFF"/>
              </a:buClr>
              <a:buSzPts val="3200"/>
              <a:buNone/>
              <a:defRPr sz="3200">
                <a:solidFill>
                  <a:srgbClr val="FFFFFF"/>
                </a:solidFill>
              </a:defRPr>
            </a:lvl8pPr>
            <a:lvl9pPr lvl="8" algn="ctr" rtl="0">
              <a:spcBef>
                <a:spcPts val="0"/>
              </a:spcBef>
              <a:spcAft>
                <a:spcPts val="0"/>
              </a:spcAft>
              <a:buClr>
                <a:srgbClr val="FFFFFF"/>
              </a:buClr>
              <a:buSzPts val="3200"/>
              <a:buNone/>
              <a:defRPr sz="3200">
                <a:solidFill>
                  <a:srgbClr val="FFFFFF"/>
                </a:solidFill>
              </a:defRPr>
            </a:lvl9pPr>
          </a:lstStyle>
          <a:p>
            <a:endParaRPr/>
          </a:p>
        </p:txBody>
      </p:sp>
      <p:sp>
        <p:nvSpPr>
          <p:cNvPr id="34" name="Google Shape;34;p4"/>
          <p:cNvSpPr txBox="1">
            <a:spLocks noGrp="1"/>
          </p:cNvSpPr>
          <p:nvPr>
            <p:ph type="subTitle" idx="1"/>
          </p:nvPr>
        </p:nvSpPr>
        <p:spPr>
          <a:xfrm>
            <a:off x="720000" y="2917563"/>
            <a:ext cx="7704000" cy="45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FFFFF"/>
              </a:buClr>
              <a:buSzPts val="1600"/>
              <a:buNone/>
              <a:defRPr>
                <a:solidFill>
                  <a:srgbClr val="FFFFFF"/>
                </a:solidFill>
              </a:defRPr>
            </a:lvl1pPr>
            <a:lvl2pPr lvl="1" algn="ctr" rtl="0">
              <a:lnSpc>
                <a:spcPct val="100000"/>
              </a:lnSpc>
              <a:spcBef>
                <a:spcPts val="0"/>
              </a:spcBef>
              <a:spcAft>
                <a:spcPts val="0"/>
              </a:spcAft>
              <a:buClr>
                <a:srgbClr val="FFFFFF"/>
              </a:buClr>
              <a:buSzPts val="1600"/>
              <a:buNone/>
              <a:defRPr sz="1600">
                <a:solidFill>
                  <a:srgbClr val="FFFFFF"/>
                </a:solidFill>
              </a:defRPr>
            </a:lvl2pPr>
            <a:lvl3pPr lvl="2" algn="ctr" rtl="0">
              <a:lnSpc>
                <a:spcPct val="100000"/>
              </a:lnSpc>
              <a:spcBef>
                <a:spcPts val="0"/>
              </a:spcBef>
              <a:spcAft>
                <a:spcPts val="0"/>
              </a:spcAft>
              <a:buClr>
                <a:srgbClr val="FFFFFF"/>
              </a:buClr>
              <a:buSzPts val="1600"/>
              <a:buNone/>
              <a:defRPr sz="1600">
                <a:solidFill>
                  <a:srgbClr val="FFFFFF"/>
                </a:solidFill>
              </a:defRPr>
            </a:lvl3pPr>
            <a:lvl4pPr lvl="3" algn="ctr" rtl="0">
              <a:lnSpc>
                <a:spcPct val="100000"/>
              </a:lnSpc>
              <a:spcBef>
                <a:spcPts val="0"/>
              </a:spcBef>
              <a:spcAft>
                <a:spcPts val="0"/>
              </a:spcAft>
              <a:buClr>
                <a:srgbClr val="FFFFFF"/>
              </a:buClr>
              <a:buSzPts val="1600"/>
              <a:buNone/>
              <a:defRPr sz="1600">
                <a:solidFill>
                  <a:srgbClr val="FFFFFF"/>
                </a:solidFill>
              </a:defRPr>
            </a:lvl4pPr>
            <a:lvl5pPr lvl="4" algn="ctr" rtl="0">
              <a:lnSpc>
                <a:spcPct val="100000"/>
              </a:lnSpc>
              <a:spcBef>
                <a:spcPts val="0"/>
              </a:spcBef>
              <a:spcAft>
                <a:spcPts val="0"/>
              </a:spcAft>
              <a:buClr>
                <a:srgbClr val="FFFFFF"/>
              </a:buClr>
              <a:buSzPts val="1600"/>
              <a:buNone/>
              <a:defRPr sz="1600">
                <a:solidFill>
                  <a:srgbClr val="FFFFFF"/>
                </a:solidFill>
              </a:defRPr>
            </a:lvl5pPr>
            <a:lvl6pPr lvl="5" algn="ctr" rtl="0">
              <a:lnSpc>
                <a:spcPct val="100000"/>
              </a:lnSpc>
              <a:spcBef>
                <a:spcPts val="0"/>
              </a:spcBef>
              <a:spcAft>
                <a:spcPts val="0"/>
              </a:spcAft>
              <a:buClr>
                <a:srgbClr val="FFFFFF"/>
              </a:buClr>
              <a:buSzPts val="1600"/>
              <a:buNone/>
              <a:defRPr sz="1600">
                <a:solidFill>
                  <a:srgbClr val="FFFFFF"/>
                </a:solidFill>
              </a:defRPr>
            </a:lvl6pPr>
            <a:lvl7pPr lvl="6" algn="ctr" rtl="0">
              <a:lnSpc>
                <a:spcPct val="100000"/>
              </a:lnSpc>
              <a:spcBef>
                <a:spcPts val="0"/>
              </a:spcBef>
              <a:spcAft>
                <a:spcPts val="0"/>
              </a:spcAft>
              <a:buClr>
                <a:srgbClr val="FFFFFF"/>
              </a:buClr>
              <a:buSzPts val="1600"/>
              <a:buNone/>
              <a:defRPr sz="1600">
                <a:solidFill>
                  <a:srgbClr val="FFFFFF"/>
                </a:solidFill>
              </a:defRPr>
            </a:lvl7pPr>
            <a:lvl8pPr lvl="7" algn="ctr" rtl="0">
              <a:lnSpc>
                <a:spcPct val="100000"/>
              </a:lnSpc>
              <a:spcBef>
                <a:spcPts val="0"/>
              </a:spcBef>
              <a:spcAft>
                <a:spcPts val="0"/>
              </a:spcAft>
              <a:buClr>
                <a:srgbClr val="FFFFFF"/>
              </a:buClr>
              <a:buSzPts val="1600"/>
              <a:buNone/>
              <a:defRPr sz="1600">
                <a:solidFill>
                  <a:srgbClr val="FFFFFF"/>
                </a:solidFill>
              </a:defRPr>
            </a:lvl8pPr>
            <a:lvl9pPr lvl="8" algn="ctr" rtl="0">
              <a:lnSpc>
                <a:spcPct val="100000"/>
              </a:lnSpc>
              <a:spcBef>
                <a:spcPts val="0"/>
              </a:spcBef>
              <a:spcAft>
                <a:spcPts val="0"/>
              </a:spcAft>
              <a:buClr>
                <a:srgbClr val="FFFFFF"/>
              </a:buClr>
              <a:buSzPts val="1600"/>
              <a:buNone/>
              <a:defRPr sz="1600">
                <a:solidFill>
                  <a:srgbClr val="FFFFFF"/>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1"/>
        <p:cNvGrpSpPr/>
        <p:nvPr/>
      </p:nvGrpSpPr>
      <p:grpSpPr>
        <a:xfrm>
          <a:off x="0" y="0"/>
          <a:ext cx="0" cy="0"/>
          <a:chOff x="0" y="0"/>
          <a:chExt cx="0" cy="0"/>
        </a:xfrm>
      </p:grpSpPr>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 Bullet Points">
  <p:cSld name="CUSTOM">
    <p:spTree>
      <p:nvGrpSpPr>
        <p:cNvPr id="1" name="Shape 92"/>
        <p:cNvGrpSpPr/>
        <p:nvPr/>
      </p:nvGrpSpPr>
      <p:grpSpPr>
        <a:xfrm>
          <a:off x="0" y="0"/>
          <a:ext cx="0" cy="0"/>
          <a:chOff x="0" y="0"/>
          <a:chExt cx="0" cy="0"/>
        </a:xfrm>
      </p:grpSpPr>
      <p:sp>
        <p:nvSpPr>
          <p:cNvPr id="93" name="Google Shape;93;p13"/>
          <p:cNvSpPr/>
          <p:nvPr/>
        </p:nvSpPr>
        <p:spPr>
          <a:xfrm rot="10800000">
            <a:off x="5918600" y="327307"/>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13"/>
          <p:cNvSpPr txBox="1">
            <a:spLocks noGrp="1"/>
          </p:cNvSpPr>
          <p:nvPr>
            <p:ph type="title"/>
          </p:nvPr>
        </p:nvSpPr>
        <p:spPr>
          <a:xfrm>
            <a:off x="720000" y="538896"/>
            <a:ext cx="7708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5" name="Google Shape;95;p13"/>
          <p:cNvSpPr txBox="1">
            <a:spLocks noGrp="1"/>
          </p:cNvSpPr>
          <p:nvPr>
            <p:ph type="body" idx="1"/>
          </p:nvPr>
        </p:nvSpPr>
        <p:spPr>
          <a:xfrm>
            <a:off x="593275" y="1247450"/>
            <a:ext cx="7830600" cy="33570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chemeClr val="accent1"/>
              </a:buClr>
              <a:buSzPts val="1200"/>
              <a:buChar char="●"/>
              <a:defRPr sz="1200">
                <a:solidFill>
                  <a:schemeClr val="accent1"/>
                </a:solidFill>
              </a:defRPr>
            </a:lvl1pPr>
            <a:lvl2pPr marL="914400" lvl="1" indent="-304800" rtl="0">
              <a:spcBef>
                <a:spcPts val="1600"/>
              </a:spcBef>
              <a:spcAft>
                <a:spcPts val="0"/>
              </a:spcAft>
              <a:buClr>
                <a:schemeClr val="accent1"/>
              </a:buClr>
              <a:buSzPts val="1200"/>
              <a:buChar char="○"/>
              <a:defRPr sz="1200">
                <a:solidFill>
                  <a:schemeClr val="accent1"/>
                </a:solidFill>
              </a:defRPr>
            </a:lvl2pPr>
            <a:lvl3pPr marL="1371600" lvl="2" indent="-304800" rtl="0">
              <a:spcBef>
                <a:spcPts val="1600"/>
              </a:spcBef>
              <a:spcAft>
                <a:spcPts val="0"/>
              </a:spcAft>
              <a:buClr>
                <a:schemeClr val="accent1"/>
              </a:buClr>
              <a:buSzPts val="1200"/>
              <a:buChar char="■"/>
              <a:defRPr sz="1200">
                <a:solidFill>
                  <a:schemeClr val="accent1"/>
                </a:solidFill>
              </a:defRPr>
            </a:lvl3pPr>
            <a:lvl4pPr marL="1828800" lvl="3" indent="-304800" rtl="0">
              <a:spcBef>
                <a:spcPts val="1600"/>
              </a:spcBef>
              <a:spcAft>
                <a:spcPts val="0"/>
              </a:spcAft>
              <a:buClr>
                <a:schemeClr val="accent1"/>
              </a:buClr>
              <a:buSzPts val="1200"/>
              <a:buChar char="●"/>
              <a:defRPr>
                <a:solidFill>
                  <a:schemeClr val="accent1"/>
                </a:solidFill>
              </a:defRPr>
            </a:lvl4pPr>
            <a:lvl5pPr marL="2286000" lvl="4" indent="-304800" rtl="0">
              <a:spcBef>
                <a:spcPts val="1600"/>
              </a:spcBef>
              <a:spcAft>
                <a:spcPts val="0"/>
              </a:spcAft>
              <a:buClr>
                <a:schemeClr val="accent1"/>
              </a:buClr>
              <a:buSzPts val="1200"/>
              <a:buChar char="○"/>
              <a:defRPr>
                <a:solidFill>
                  <a:schemeClr val="accent1"/>
                </a:solidFill>
              </a:defRPr>
            </a:lvl5pPr>
            <a:lvl6pPr marL="2743200" lvl="5" indent="-304800" rtl="0">
              <a:spcBef>
                <a:spcPts val="1600"/>
              </a:spcBef>
              <a:spcAft>
                <a:spcPts val="0"/>
              </a:spcAft>
              <a:buClr>
                <a:schemeClr val="accent1"/>
              </a:buClr>
              <a:buSzPts val="1200"/>
              <a:buChar char="■"/>
              <a:defRPr>
                <a:solidFill>
                  <a:schemeClr val="accent1"/>
                </a:solidFill>
              </a:defRPr>
            </a:lvl6pPr>
            <a:lvl7pPr marL="3200400" lvl="6" indent="-304800" rtl="0">
              <a:spcBef>
                <a:spcPts val="1600"/>
              </a:spcBef>
              <a:spcAft>
                <a:spcPts val="0"/>
              </a:spcAft>
              <a:buClr>
                <a:schemeClr val="accent1"/>
              </a:buClr>
              <a:buSzPts val="1200"/>
              <a:buChar char="●"/>
              <a:defRPr>
                <a:solidFill>
                  <a:schemeClr val="accent1"/>
                </a:solidFill>
              </a:defRPr>
            </a:lvl7pPr>
            <a:lvl8pPr marL="3657600" lvl="7" indent="-304800" rtl="0">
              <a:spcBef>
                <a:spcPts val="1600"/>
              </a:spcBef>
              <a:spcAft>
                <a:spcPts val="0"/>
              </a:spcAft>
              <a:buClr>
                <a:schemeClr val="accent1"/>
              </a:buClr>
              <a:buSzPts val="1200"/>
              <a:buChar char="○"/>
              <a:defRPr>
                <a:solidFill>
                  <a:schemeClr val="accent1"/>
                </a:solidFill>
              </a:defRPr>
            </a:lvl8pPr>
            <a:lvl9pPr marL="4114800" lvl="8" indent="-304800" rtl="0">
              <a:spcBef>
                <a:spcPts val="1600"/>
              </a:spcBef>
              <a:spcAft>
                <a:spcPts val="1600"/>
              </a:spcAft>
              <a:buClr>
                <a:schemeClr val="accent1"/>
              </a:buClr>
              <a:buSzPts val="1200"/>
              <a:buChar char="■"/>
              <a:defRPr>
                <a:solidFill>
                  <a:schemeClr val="accent1"/>
                </a:solidFill>
              </a:defRPr>
            </a:lvl9pPr>
          </a:lstStyle>
          <a:p>
            <a:endParaRPr/>
          </a:p>
        </p:txBody>
      </p:sp>
      <p:sp>
        <p:nvSpPr>
          <p:cNvPr id="96" name="Google Shape;96;p13"/>
          <p:cNvSpPr/>
          <p:nvPr/>
        </p:nvSpPr>
        <p:spPr>
          <a:xfrm rot="1802385">
            <a:off x="-2271605" y="3033652"/>
            <a:ext cx="3689236" cy="1271863"/>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able of contents">
  <p:cSld name="CUSTOM_1">
    <p:spTree>
      <p:nvGrpSpPr>
        <p:cNvPr id="1" name="Shape 97"/>
        <p:cNvGrpSpPr/>
        <p:nvPr/>
      </p:nvGrpSpPr>
      <p:grpSpPr>
        <a:xfrm>
          <a:off x="0" y="0"/>
          <a:ext cx="0" cy="0"/>
          <a:chOff x="0" y="0"/>
          <a:chExt cx="0" cy="0"/>
        </a:xfrm>
      </p:grpSpPr>
      <p:sp>
        <p:nvSpPr>
          <p:cNvPr id="98" name="Google Shape;98;p14"/>
          <p:cNvSpPr/>
          <p:nvPr/>
        </p:nvSpPr>
        <p:spPr>
          <a:xfrm>
            <a:off x="-588250" y="73007"/>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 name="Google Shape;99;p14"/>
          <p:cNvGrpSpPr/>
          <p:nvPr/>
        </p:nvGrpSpPr>
        <p:grpSpPr>
          <a:xfrm rot="-5400000">
            <a:off x="7690482" y="955396"/>
            <a:ext cx="868777" cy="1416509"/>
            <a:chOff x="-1644142" y="2405317"/>
            <a:chExt cx="868777" cy="1416509"/>
          </a:xfrm>
        </p:grpSpPr>
        <p:sp>
          <p:nvSpPr>
            <p:cNvPr id="100" name="Google Shape;100;p14"/>
            <p:cNvSpPr/>
            <p:nvPr/>
          </p:nvSpPr>
          <p:spPr>
            <a:xfrm>
              <a:off x="-1495668" y="2894722"/>
              <a:ext cx="147430" cy="427441"/>
            </a:xfrm>
            <a:custGeom>
              <a:avLst/>
              <a:gdLst/>
              <a:ahLst/>
              <a:cxnLst/>
              <a:rect l="l" t="t" r="r" b="b"/>
              <a:pathLst>
                <a:path w="21328" h="61836" extrusionOk="0">
                  <a:moveTo>
                    <a:pt x="1862" y="1"/>
                  </a:moveTo>
                  <a:cubicBezTo>
                    <a:pt x="1289" y="144"/>
                    <a:pt x="717" y="430"/>
                    <a:pt x="1" y="430"/>
                  </a:cubicBezTo>
                  <a:lnTo>
                    <a:pt x="19467" y="61835"/>
                  </a:lnTo>
                  <a:cubicBezTo>
                    <a:pt x="20040" y="61549"/>
                    <a:pt x="20612" y="61406"/>
                    <a:pt x="21328" y="61263"/>
                  </a:cubicBezTo>
                  <a:lnTo>
                    <a:pt x="1862" y="1"/>
                  </a:ln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14"/>
            <p:cNvSpPr/>
            <p:nvPr/>
          </p:nvSpPr>
          <p:spPr>
            <a:xfrm>
              <a:off x="-1490719" y="2483124"/>
              <a:ext cx="129623" cy="297825"/>
            </a:xfrm>
            <a:custGeom>
              <a:avLst/>
              <a:gdLst/>
              <a:ahLst/>
              <a:cxnLst/>
              <a:rect l="l" t="t" r="r" b="b"/>
              <a:pathLst>
                <a:path w="18752" h="43085" extrusionOk="0">
                  <a:moveTo>
                    <a:pt x="17177" y="1"/>
                  </a:moveTo>
                  <a:lnTo>
                    <a:pt x="1" y="42512"/>
                  </a:lnTo>
                  <a:cubicBezTo>
                    <a:pt x="573" y="42655"/>
                    <a:pt x="1146" y="42798"/>
                    <a:pt x="1718" y="43084"/>
                  </a:cubicBezTo>
                  <a:lnTo>
                    <a:pt x="18751" y="716"/>
                  </a:lnTo>
                  <a:lnTo>
                    <a:pt x="17177" y="1"/>
                  </a:ln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4"/>
            <p:cNvSpPr/>
            <p:nvPr/>
          </p:nvSpPr>
          <p:spPr>
            <a:xfrm>
              <a:off x="-1482804" y="3490358"/>
              <a:ext cx="105879" cy="144464"/>
            </a:xfrm>
            <a:custGeom>
              <a:avLst/>
              <a:gdLst/>
              <a:ahLst/>
              <a:cxnLst/>
              <a:rect l="l" t="t" r="r" b="b"/>
              <a:pathLst>
                <a:path w="15317" h="20899" extrusionOk="0">
                  <a:moveTo>
                    <a:pt x="14028" y="0"/>
                  </a:moveTo>
                  <a:lnTo>
                    <a:pt x="1" y="20182"/>
                  </a:lnTo>
                  <a:cubicBezTo>
                    <a:pt x="573" y="20326"/>
                    <a:pt x="1146" y="20469"/>
                    <a:pt x="1718" y="20898"/>
                  </a:cubicBezTo>
                  <a:lnTo>
                    <a:pt x="15316" y="1432"/>
                  </a:lnTo>
                  <a:cubicBezTo>
                    <a:pt x="14887" y="1002"/>
                    <a:pt x="14457" y="573"/>
                    <a:pt x="14028" y="0"/>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14"/>
            <p:cNvSpPr/>
            <p:nvPr/>
          </p:nvSpPr>
          <p:spPr>
            <a:xfrm>
              <a:off x="-1251276" y="3470567"/>
              <a:ext cx="156333" cy="123685"/>
            </a:xfrm>
            <a:custGeom>
              <a:avLst/>
              <a:gdLst/>
              <a:ahLst/>
              <a:cxnLst/>
              <a:rect l="l" t="t" r="r" b="b"/>
              <a:pathLst>
                <a:path w="22616" h="17893" extrusionOk="0">
                  <a:moveTo>
                    <a:pt x="1288" y="1"/>
                  </a:moveTo>
                  <a:cubicBezTo>
                    <a:pt x="859" y="430"/>
                    <a:pt x="573" y="859"/>
                    <a:pt x="0" y="1289"/>
                  </a:cubicBezTo>
                  <a:lnTo>
                    <a:pt x="21470" y="17893"/>
                  </a:lnTo>
                  <a:lnTo>
                    <a:pt x="22615" y="16461"/>
                  </a:lnTo>
                  <a:lnTo>
                    <a:pt x="1288" y="1"/>
                  </a:ln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14"/>
            <p:cNvSpPr/>
            <p:nvPr/>
          </p:nvSpPr>
          <p:spPr>
            <a:xfrm>
              <a:off x="-1238419" y="3286536"/>
              <a:ext cx="197891" cy="95980"/>
            </a:xfrm>
            <a:custGeom>
              <a:avLst/>
              <a:gdLst/>
              <a:ahLst/>
              <a:cxnLst/>
              <a:rect l="l" t="t" r="r" b="b"/>
              <a:pathLst>
                <a:path w="28628" h="13885" extrusionOk="0">
                  <a:moveTo>
                    <a:pt x="27769" y="1"/>
                  </a:moveTo>
                  <a:lnTo>
                    <a:pt x="1" y="12024"/>
                  </a:lnTo>
                  <a:cubicBezTo>
                    <a:pt x="287" y="12596"/>
                    <a:pt x="430" y="13169"/>
                    <a:pt x="717" y="13885"/>
                  </a:cubicBezTo>
                  <a:lnTo>
                    <a:pt x="28628" y="1575"/>
                  </a:lnTo>
                  <a:cubicBezTo>
                    <a:pt x="28341" y="1146"/>
                    <a:pt x="28055" y="573"/>
                    <a:pt x="27769"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4"/>
            <p:cNvSpPr/>
            <p:nvPr/>
          </p:nvSpPr>
          <p:spPr>
            <a:xfrm>
              <a:off x="-1587680" y="3226183"/>
              <a:ext cx="181073" cy="132589"/>
            </a:xfrm>
            <a:custGeom>
              <a:avLst/>
              <a:gdLst/>
              <a:ahLst/>
              <a:cxnLst/>
              <a:rect l="l" t="t" r="r" b="b"/>
              <a:pathLst>
                <a:path w="26195" h="19181" extrusionOk="0">
                  <a:moveTo>
                    <a:pt x="1145" y="0"/>
                  </a:moveTo>
                  <a:lnTo>
                    <a:pt x="0" y="1432"/>
                  </a:lnTo>
                  <a:lnTo>
                    <a:pt x="25192" y="19180"/>
                  </a:lnTo>
                  <a:cubicBezTo>
                    <a:pt x="25478" y="18751"/>
                    <a:pt x="25765" y="18322"/>
                    <a:pt x="26194" y="17892"/>
                  </a:cubicBezTo>
                  <a:lnTo>
                    <a:pt x="1145" y="0"/>
                  </a:ln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4"/>
            <p:cNvSpPr/>
            <p:nvPr/>
          </p:nvSpPr>
          <p:spPr>
            <a:xfrm>
              <a:off x="-1119683" y="2909563"/>
              <a:ext cx="129616" cy="237472"/>
            </a:xfrm>
            <a:custGeom>
              <a:avLst/>
              <a:gdLst/>
              <a:ahLst/>
              <a:cxnLst/>
              <a:rect l="l" t="t" r="r" b="b"/>
              <a:pathLst>
                <a:path w="18751" h="34354" extrusionOk="0">
                  <a:moveTo>
                    <a:pt x="1574" y="1"/>
                  </a:moveTo>
                  <a:lnTo>
                    <a:pt x="0" y="860"/>
                  </a:lnTo>
                  <a:lnTo>
                    <a:pt x="17033" y="34353"/>
                  </a:lnTo>
                  <a:cubicBezTo>
                    <a:pt x="17606" y="34067"/>
                    <a:pt x="18178" y="33781"/>
                    <a:pt x="18751" y="33638"/>
                  </a:cubicBezTo>
                  <a:lnTo>
                    <a:pt x="1574" y="1"/>
                  </a:ln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14"/>
            <p:cNvSpPr/>
            <p:nvPr/>
          </p:nvSpPr>
          <p:spPr>
            <a:xfrm>
              <a:off x="-1009864" y="3181618"/>
              <a:ext cx="154785" cy="131683"/>
            </a:xfrm>
            <a:custGeom>
              <a:avLst/>
              <a:gdLst/>
              <a:ahLst/>
              <a:cxnLst/>
              <a:rect l="l" t="t" r="r" b="b"/>
              <a:pathLst>
                <a:path w="22392" h="19050" extrusionOk="0">
                  <a:moveTo>
                    <a:pt x="9676" y="1"/>
                  </a:moveTo>
                  <a:cubicBezTo>
                    <a:pt x="4861" y="1"/>
                    <a:pt x="239" y="3618"/>
                    <a:pt x="144" y="9310"/>
                  </a:cubicBezTo>
                  <a:cubicBezTo>
                    <a:pt x="1" y="14606"/>
                    <a:pt x="4152" y="18900"/>
                    <a:pt x="9305" y="19043"/>
                  </a:cubicBezTo>
                  <a:cubicBezTo>
                    <a:pt x="9423" y="19047"/>
                    <a:pt x="9541" y="19049"/>
                    <a:pt x="9659" y="19049"/>
                  </a:cubicBezTo>
                  <a:cubicBezTo>
                    <a:pt x="18017" y="19049"/>
                    <a:pt x="22392" y="9082"/>
                    <a:pt x="16605" y="3012"/>
                  </a:cubicBezTo>
                  <a:cubicBezTo>
                    <a:pt x="14626" y="937"/>
                    <a:pt x="12126" y="1"/>
                    <a:pt x="9676"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4"/>
            <p:cNvSpPr/>
            <p:nvPr/>
          </p:nvSpPr>
          <p:spPr>
            <a:xfrm>
              <a:off x="-1071268" y="3122240"/>
              <a:ext cx="295903" cy="251656"/>
            </a:xfrm>
            <a:custGeom>
              <a:avLst/>
              <a:gdLst/>
              <a:ahLst/>
              <a:cxnLst/>
              <a:rect l="l" t="t" r="r" b="b"/>
              <a:pathLst>
                <a:path w="42807" h="36406" extrusionOk="0">
                  <a:moveTo>
                    <a:pt x="18506" y="3592"/>
                  </a:moveTo>
                  <a:cubicBezTo>
                    <a:pt x="22199" y="3592"/>
                    <a:pt x="25953" y="5006"/>
                    <a:pt x="28923" y="8167"/>
                  </a:cubicBezTo>
                  <a:cubicBezTo>
                    <a:pt x="37858" y="17386"/>
                    <a:pt x="31193" y="32790"/>
                    <a:pt x="18537" y="32790"/>
                  </a:cubicBezTo>
                  <a:cubicBezTo>
                    <a:pt x="18421" y="32790"/>
                    <a:pt x="18304" y="32789"/>
                    <a:pt x="18188" y="32786"/>
                  </a:cubicBezTo>
                  <a:cubicBezTo>
                    <a:pt x="10029" y="32643"/>
                    <a:pt x="3588" y="25916"/>
                    <a:pt x="3874" y="17757"/>
                  </a:cubicBezTo>
                  <a:cubicBezTo>
                    <a:pt x="4065" y="9185"/>
                    <a:pt x="11163" y="3592"/>
                    <a:pt x="18506" y="3592"/>
                  </a:cubicBezTo>
                  <a:close/>
                  <a:moveTo>
                    <a:pt x="18519" y="1"/>
                  </a:moveTo>
                  <a:cubicBezTo>
                    <a:pt x="8598" y="1"/>
                    <a:pt x="577" y="7911"/>
                    <a:pt x="296" y="17757"/>
                  </a:cubicBezTo>
                  <a:cubicBezTo>
                    <a:pt x="1" y="28873"/>
                    <a:pt x="9103" y="36406"/>
                    <a:pt x="18635" y="36406"/>
                  </a:cubicBezTo>
                  <a:cubicBezTo>
                    <a:pt x="22973" y="36406"/>
                    <a:pt x="27399" y="34846"/>
                    <a:pt x="31070" y="31355"/>
                  </a:cubicBezTo>
                  <a:cubicBezTo>
                    <a:pt x="42807" y="20190"/>
                    <a:pt x="35221" y="437"/>
                    <a:pt x="19046" y="8"/>
                  </a:cubicBezTo>
                  <a:cubicBezTo>
                    <a:pt x="18870" y="3"/>
                    <a:pt x="18694" y="1"/>
                    <a:pt x="18519"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4"/>
            <p:cNvSpPr/>
            <p:nvPr/>
          </p:nvSpPr>
          <p:spPr>
            <a:xfrm>
              <a:off x="-1625277" y="3191005"/>
              <a:ext cx="94715" cy="80710"/>
            </a:xfrm>
            <a:custGeom>
              <a:avLst/>
              <a:gdLst/>
              <a:ahLst/>
              <a:cxnLst/>
              <a:rect l="l" t="t" r="r" b="b"/>
              <a:pathLst>
                <a:path w="13702" h="11676" extrusionOk="0">
                  <a:moveTo>
                    <a:pt x="6007" y="0"/>
                  </a:moveTo>
                  <a:cubicBezTo>
                    <a:pt x="3070" y="0"/>
                    <a:pt x="239" y="2227"/>
                    <a:pt x="143" y="5662"/>
                  </a:cubicBezTo>
                  <a:cubicBezTo>
                    <a:pt x="0" y="8811"/>
                    <a:pt x="2577" y="11530"/>
                    <a:pt x="5726" y="11673"/>
                  </a:cubicBezTo>
                  <a:cubicBezTo>
                    <a:pt x="5785" y="11675"/>
                    <a:pt x="5844" y="11676"/>
                    <a:pt x="5903" y="11676"/>
                  </a:cubicBezTo>
                  <a:cubicBezTo>
                    <a:pt x="11082" y="11676"/>
                    <a:pt x="13701" y="5477"/>
                    <a:pt x="10163" y="1797"/>
                  </a:cubicBezTo>
                  <a:cubicBezTo>
                    <a:pt x="8970" y="557"/>
                    <a:pt x="7475" y="0"/>
                    <a:pt x="6007" y="0"/>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4"/>
            <p:cNvSpPr/>
            <p:nvPr/>
          </p:nvSpPr>
          <p:spPr>
            <a:xfrm>
              <a:off x="-1597572" y="3643898"/>
              <a:ext cx="155061" cy="132416"/>
            </a:xfrm>
            <a:custGeom>
              <a:avLst/>
              <a:gdLst/>
              <a:ahLst/>
              <a:cxnLst/>
              <a:rect l="l" t="t" r="r" b="b"/>
              <a:pathLst>
                <a:path w="22432" h="19156" extrusionOk="0">
                  <a:moveTo>
                    <a:pt x="9739" y="1"/>
                  </a:moveTo>
                  <a:cubicBezTo>
                    <a:pt x="4901" y="1"/>
                    <a:pt x="238" y="3656"/>
                    <a:pt x="143" y="9278"/>
                  </a:cubicBezTo>
                  <a:cubicBezTo>
                    <a:pt x="0" y="14574"/>
                    <a:pt x="4151" y="19011"/>
                    <a:pt x="9447" y="19154"/>
                  </a:cubicBezTo>
                  <a:cubicBezTo>
                    <a:pt x="9506" y="19155"/>
                    <a:pt x="9565" y="19156"/>
                    <a:pt x="9623" y="19156"/>
                  </a:cubicBezTo>
                  <a:cubicBezTo>
                    <a:pt x="17955" y="19156"/>
                    <a:pt x="22431" y="9092"/>
                    <a:pt x="16604" y="2980"/>
                  </a:cubicBezTo>
                  <a:cubicBezTo>
                    <a:pt x="14642" y="923"/>
                    <a:pt x="12168" y="1"/>
                    <a:pt x="9739"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14"/>
            <p:cNvSpPr/>
            <p:nvPr/>
          </p:nvSpPr>
          <p:spPr>
            <a:xfrm>
              <a:off x="-1644142" y="3599133"/>
              <a:ext cx="262267" cy="222693"/>
            </a:xfrm>
            <a:custGeom>
              <a:avLst/>
              <a:gdLst/>
              <a:ahLst/>
              <a:cxnLst/>
              <a:rect l="l" t="t" r="r" b="b"/>
              <a:pathLst>
                <a:path w="37941" h="32216" extrusionOk="0">
                  <a:moveTo>
                    <a:pt x="16471" y="3497"/>
                  </a:moveTo>
                  <a:cubicBezTo>
                    <a:pt x="19655" y="3497"/>
                    <a:pt x="22900" y="4721"/>
                    <a:pt x="25488" y="7452"/>
                  </a:cubicBezTo>
                  <a:cubicBezTo>
                    <a:pt x="33176" y="15425"/>
                    <a:pt x="27269" y="28637"/>
                    <a:pt x="16219" y="28637"/>
                  </a:cubicBezTo>
                  <a:cubicBezTo>
                    <a:pt x="16160" y="28637"/>
                    <a:pt x="16100" y="28637"/>
                    <a:pt x="16041" y="28636"/>
                  </a:cubicBezTo>
                  <a:cubicBezTo>
                    <a:pt x="9170" y="28350"/>
                    <a:pt x="3731" y="22625"/>
                    <a:pt x="3874" y="15754"/>
                  </a:cubicBezTo>
                  <a:cubicBezTo>
                    <a:pt x="4065" y="8327"/>
                    <a:pt x="10146" y="3497"/>
                    <a:pt x="16471" y="3497"/>
                  </a:cubicBezTo>
                  <a:close/>
                  <a:moveTo>
                    <a:pt x="16367" y="1"/>
                  </a:moveTo>
                  <a:cubicBezTo>
                    <a:pt x="7596" y="1"/>
                    <a:pt x="577" y="6912"/>
                    <a:pt x="296" y="15611"/>
                  </a:cubicBezTo>
                  <a:cubicBezTo>
                    <a:pt x="0" y="25477"/>
                    <a:pt x="8069" y="32215"/>
                    <a:pt x="16534" y="32215"/>
                  </a:cubicBezTo>
                  <a:cubicBezTo>
                    <a:pt x="20349" y="32215"/>
                    <a:pt x="24245" y="30846"/>
                    <a:pt x="27492" y="27777"/>
                  </a:cubicBezTo>
                  <a:cubicBezTo>
                    <a:pt x="37940" y="17901"/>
                    <a:pt x="31213" y="296"/>
                    <a:pt x="16900" y="9"/>
                  </a:cubicBezTo>
                  <a:cubicBezTo>
                    <a:pt x="16721" y="4"/>
                    <a:pt x="16544" y="1"/>
                    <a:pt x="16367"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4"/>
            <p:cNvSpPr/>
            <p:nvPr/>
          </p:nvSpPr>
          <p:spPr>
            <a:xfrm>
              <a:off x="-1392768" y="3348790"/>
              <a:ext cx="155075" cy="132679"/>
            </a:xfrm>
            <a:custGeom>
              <a:avLst/>
              <a:gdLst/>
              <a:ahLst/>
              <a:cxnLst/>
              <a:rect l="l" t="t" r="r" b="b"/>
              <a:pathLst>
                <a:path w="22434" h="19194" extrusionOk="0">
                  <a:moveTo>
                    <a:pt x="9830" y="1"/>
                  </a:moveTo>
                  <a:cubicBezTo>
                    <a:pt x="5055" y="1"/>
                    <a:pt x="477" y="3584"/>
                    <a:pt x="287" y="9173"/>
                  </a:cubicBezTo>
                  <a:cubicBezTo>
                    <a:pt x="1" y="14469"/>
                    <a:pt x="4295" y="18906"/>
                    <a:pt x="9591" y="19192"/>
                  </a:cubicBezTo>
                  <a:cubicBezTo>
                    <a:pt x="9650" y="19193"/>
                    <a:pt x="9709" y="19194"/>
                    <a:pt x="9767" y="19194"/>
                  </a:cubicBezTo>
                  <a:cubicBezTo>
                    <a:pt x="18097" y="19194"/>
                    <a:pt x="22433" y="9130"/>
                    <a:pt x="16748" y="3018"/>
                  </a:cubicBezTo>
                  <a:cubicBezTo>
                    <a:pt x="14763" y="936"/>
                    <a:pt x="12271" y="1"/>
                    <a:pt x="9830"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14"/>
            <p:cNvSpPr/>
            <p:nvPr/>
          </p:nvSpPr>
          <p:spPr>
            <a:xfrm>
              <a:off x="-1431727" y="3309278"/>
              <a:ext cx="246749" cy="210161"/>
            </a:xfrm>
            <a:custGeom>
              <a:avLst/>
              <a:gdLst/>
              <a:ahLst/>
              <a:cxnLst/>
              <a:rect l="l" t="t" r="r" b="b"/>
              <a:pathLst>
                <a:path w="35696" h="30403" extrusionOk="0">
                  <a:moveTo>
                    <a:pt x="15483" y="1762"/>
                  </a:moveTo>
                  <a:cubicBezTo>
                    <a:pt x="18892" y="1762"/>
                    <a:pt x="22361" y="3080"/>
                    <a:pt x="25103" y="6014"/>
                  </a:cubicBezTo>
                  <a:cubicBezTo>
                    <a:pt x="33323" y="14518"/>
                    <a:pt x="27090" y="28634"/>
                    <a:pt x="15434" y="28634"/>
                  </a:cubicBezTo>
                  <a:cubicBezTo>
                    <a:pt x="15318" y="28634"/>
                    <a:pt x="15201" y="28632"/>
                    <a:pt x="15084" y="28630"/>
                  </a:cubicBezTo>
                  <a:cubicBezTo>
                    <a:pt x="7641" y="28487"/>
                    <a:pt x="1772" y="22332"/>
                    <a:pt x="2059" y="14889"/>
                  </a:cubicBezTo>
                  <a:cubicBezTo>
                    <a:pt x="2249" y="6906"/>
                    <a:pt x="8748" y="1762"/>
                    <a:pt x="15483" y="1762"/>
                  </a:cubicBezTo>
                  <a:close/>
                  <a:moveTo>
                    <a:pt x="15534" y="0"/>
                  </a:moveTo>
                  <a:cubicBezTo>
                    <a:pt x="7349" y="0"/>
                    <a:pt x="481" y="6532"/>
                    <a:pt x="198" y="14746"/>
                  </a:cubicBezTo>
                  <a:cubicBezTo>
                    <a:pt x="1" y="24097"/>
                    <a:pt x="7589" y="30402"/>
                    <a:pt x="15513" y="30402"/>
                  </a:cubicBezTo>
                  <a:cubicBezTo>
                    <a:pt x="19112" y="30402"/>
                    <a:pt x="22779" y="29102"/>
                    <a:pt x="25819" y="26196"/>
                  </a:cubicBezTo>
                  <a:cubicBezTo>
                    <a:pt x="35695" y="16893"/>
                    <a:pt x="29397" y="289"/>
                    <a:pt x="15799" y="3"/>
                  </a:cubicBezTo>
                  <a:cubicBezTo>
                    <a:pt x="15711" y="1"/>
                    <a:pt x="15622" y="0"/>
                    <a:pt x="15534" y="0"/>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14"/>
            <p:cNvSpPr/>
            <p:nvPr/>
          </p:nvSpPr>
          <p:spPr>
            <a:xfrm>
              <a:off x="-1456087" y="2405317"/>
              <a:ext cx="178101" cy="160453"/>
            </a:xfrm>
            <a:custGeom>
              <a:avLst/>
              <a:gdLst/>
              <a:ahLst/>
              <a:cxnLst/>
              <a:rect l="l" t="t" r="r" b="b"/>
              <a:pathLst>
                <a:path w="25765" h="23212" extrusionOk="0">
                  <a:moveTo>
                    <a:pt x="12937" y="1"/>
                  </a:moveTo>
                  <a:cubicBezTo>
                    <a:pt x="10020" y="1"/>
                    <a:pt x="7102" y="1075"/>
                    <a:pt x="4867" y="3241"/>
                  </a:cubicBezTo>
                  <a:cubicBezTo>
                    <a:pt x="287" y="7678"/>
                    <a:pt x="0" y="14978"/>
                    <a:pt x="4581" y="19559"/>
                  </a:cubicBezTo>
                  <a:cubicBezTo>
                    <a:pt x="6869" y="21994"/>
                    <a:pt x="9918" y="23212"/>
                    <a:pt x="12962" y="23212"/>
                  </a:cubicBezTo>
                  <a:cubicBezTo>
                    <a:pt x="15823" y="23212"/>
                    <a:pt x="18679" y="22137"/>
                    <a:pt x="20898" y="19988"/>
                  </a:cubicBezTo>
                  <a:cubicBezTo>
                    <a:pt x="25621" y="15551"/>
                    <a:pt x="25764" y="8251"/>
                    <a:pt x="21327" y="3527"/>
                  </a:cubicBezTo>
                  <a:cubicBezTo>
                    <a:pt x="19056" y="1183"/>
                    <a:pt x="15997" y="1"/>
                    <a:pt x="12937"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14"/>
            <p:cNvSpPr/>
            <p:nvPr/>
          </p:nvSpPr>
          <p:spPr>
            <a:xfrm>
              <a:off x="-1186969" y="2846728"/>
              <a:ext cx="145453" cy="131994"/>
            </a:xfrm>
            <a:custGeom>
              <a:avLst/>
              <a:gdLst/>
              <a:ahLst/>
              <a:cxnLst/>
              <a:rect l="l" t="t" r="r" b="b"/>
              <a:pathLst>
                <a:path w="21042" h="19095" extrusionOk="0">
                  <a:moveTo>
                    <a:pt x="10596" y="1"/>
                  </a:moveTo>
                  <a:cubicBezTo>
                    <a:pt x="8209" y="1"/>
                    <a:pt x="5834" y="895"/>
                    <a:pt x="4009" y="2650"/>
                  </a:cubicBezTo>
                  <a:cubicBezTo>
                    <a:pt x="144" y="6371"/>
                    <a:pt x="1" y="12383"/>
                    <a:pt x="3722" y="16105"/>
                  </a:cubicBezTo>
                  <a:cubicBezTo>
                    <a:pt x="5562" y="18092"/>
                    <a:pt x="8045" y="19095"/>
                    <a:pt x="10549" y="19095"/>
                  </a:cubicBezTo>
                  <a:cubicBezTo>
                    <a:pt x="12915" y="19095"/>
                    <a:pt x="15299" y="18199"/>
                    <a:pt x="17177" y="16391"/>
                  </a:cubicBezTo>
                  <a:cubicBezTo>
                    <a:pt x="20898" y="12812"/>
                    <a:pt x="21042" y="6801"/>
                    <a:pt x="17463" y="2936"/>
                  </a:cubicBezTo>
                  <a:cubicBezTo>
                    <a:pt x="15567" y="967"/>
                    <a:pt x="13075" y="1"/>
                    <a:pt x="10596"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14"/>
            <p:cNvSpPr/>
            <p:nvPr/>
          </p:nvSpPr>
          <p:spPr>
            <a:xfrm>
              <a:off x="-1541180" y="2802965"/>
              <a:ext cx="76915" cy="66063"/>
            </a:xfrm>
            <a:custGeom>
              <a:avLst/>
              <a:gdLst/>
              <a:ahLst/>
              <a:cxnLst/>
              <a:rect l="l" t="t" r="r" b="b"/>
              <a:pathLst>
                <a:path w="11127" h="9557" extrusionOk="0">
                  <a:moveTo>
                    <a:pt x="4805" y="0"/>
                  </a:moveTo>
                  <a:cubicBezTo>
                    <a:pt x="2392" y="0"/>
                    <a:pt x="96" y="1840"/>
                    <a:pt x="1" y="4687"/>
                  </a:cubicBezTo>
                  <a:cubicBezTo>
                    <a:pt x="1" y="7263"/>
                    <a:pt x="2005" y="9553"/>
                    <a:pt x="4724" y="9553"/>
                  </a:cubicBezTo>
                  <a:cubicBezTo>
                    <a:pt x="4783" y="9555"/>
                    <a:pt x="4841" y="9556"/>
                    <a:pt x="4899" y="9556"/>
                  </a:cubicBezTo>
                  <a:cubicBezTo>
                    <a:pt x="9076" y="9556"/>
                    <a:pt x="11126" y="4503"/>
                    <a:pt x="8303" y="1538"/>
                  </a:cubicBezTo>
                  <a:cubicBezTo>
                    <a:pt x="7289" y="476"/>
                    <a:pt x="6032" y="0"/>
                    <a:pt x="4805" y="0"/>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4"/>
            <p:cNvSpPr/>
            <p:nvPr/>
          </p:nvSpPr>
          <p:spPr>
            <a:xfrm>
              <a:off x="-1581127" y="2764096"/>
              <a:ext cx="169571" cy="144319"/>
            </a:xfrm>
            <a:custGeom>
              <a:avLst/>
              <a:gdLst/>
              <a:ahLst/>
              <a:cxnLst/>
              <a:rect l="l" t="t" r="r" b="b"/>
              <a:pathLst>
                <a:path w="24531" h="20878" extrusionOk="0">
                  <a:moveTo>
                    <a:pt x="10631" y="1832"/>
                  </a:moveTo>
                  <a:cubicBezTo>
                    <a:pt x="12866" y="1832"/>
                    <a:pt x="15145" y="2688"/>
                    <a:pt x="16944" y="4584"/>
                  </a:cubicBezTo>
                  <a:cubicBezTo>
                    <a:pt x="22018" y="10081"/>
                    <a:pt x="18210" y="19048"/>
                    <a:pt x="10712" y="19048"/>
                  </a:cubicBezTo>
                  <a:cubicBezTo>
                    <a:pt x="10596" y="19048"/>
                    <a:pt x="10478" y="19045"/>
                    <a:pt x="10360" y="19041"/>
                  </a:cubicBezTo>
                  <a:cubicBezTo>
                    <a:pt x="5493" y="18898"/>
                    <a:pt x="1772" y="14890"/>
                    <a:pt x="1915" y="10167"/>
                  </a:cubicBezTo>
                  <a:cubicBezTo>
                    <a:pt x="2104" y="5063"/>
                    <a:pt x="6286" y="1832"/>
                    <a:pt x="10631" y="1832"/>
                  </a:cubicBezTo>
                  <a:close/>
                  <a:moveTo>
                    <a:pt x="10665" y="1"/>
                  </a:moveTo>
                  <a:cubicBezTo>
                    <a:pt x="4921" y="1"/>
                    <a:pt x="338" y="4529"/>
                    <a:pt x="197" y="10167"/>
                  </a:cubicBezTo>
                  <a:cubicBezTo>
                    <a:pt x="0" y="16575"/>
                    <a:pt x="5167" y="20878"/>
                    <a:pt x="10601" y="20878"/>
                  </a:cubicBezTo>
                  <a:cubicBezTo>
                    <a:pt x="13056" y="20878"/>
                    <a:pt x="15566" y="19999"/>
                    <a:pt x="17660" y="18039"/>
                  </a:cubicBezTo>
                  <a:cubicBezTo>
                    <a:pt x="24530" y="11598"/>
                    <a:pt x="20093" y="290"/>
                    <a:pt x="10933" y="4"/>
                  </a:cubicBezTo>
                  <a:cubicBezTo>
                    <a:pt x="10843" y="2"/>
                    <a:pt x="10754" y="1"/>
                    <a:pt x="10665"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14"/>
            <p:cNvSpPr/>
            <p:nvPr/>
          </p:nvSpPr>
          <p:spPr>
            <a:xfrm>
              <a:off x="-1132547" y="3555916"/>
              <a:ext cx="77876" cy="66063"/>
            </a:xfrm>
            <a:custGeom>
              <a:avLst/>
              <a:gdLst/>
              <a:ahLst/>
              <a:cxnLst/>
              <a:rect l="l" t="t" r="r" b="b"/>
              <a:pathLst>
                <a:path w="11266" h="9557" extrusionOk="0">
                  <a:moveTo>
                    <a:pt x="4906" y="0"/>
                  </a:moveTo>
                  <a:cubicBezTo>
                    <a:pt x="2534" y="0"/>
                    <a:pt x="238" y="1840"/>
                    <a:pt x="143" y="4687"/>
                  </a:cubicBezTo>
                  <a:cubicBezTo>
                    <a:pt x="0" y="7406"/>
                    <a:pt x="2147" y="9553"/>
                    <a:pt x="4724" y="9553"/>
                  </a:cubicBezTo>
                  <a:cubicBezTo>
                    <a:pt x="4784" y="9555"/>
                    <a:pt x="4844" y="9556"/>
                    <a:pt x="4903" y="9556"/>
                  </a:cubicBezTo>
                  <a:cubicBezTo>
                    <a:pt x="9081" y="9556"/>
                    <a:pt x="11266" y="4643"/>
                    <a:pt x="8302" y="1538"/>
                  </a:cubicBezTo>
                  <a:cubicBezTo>
                    <a:pt x="7337" y="476"/>
                    <a:pt x="6112" y="0"/>
                    <a:pt x="4906" y="0"/>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 name="Google Shape;119;p14"/>
          <p:cNvSpPr txBox="1">
            <a:spLocks noGrp="1"/>
          </p:cNvSpPr>
          <p:nvPr>
            <p:ph type="title" hasCustomPrompt="1"/>
          </p:nvPr>
        </p:nvSpPr>
        <p:spPr>
          <a:xfrm>
            <a:off x="1193688" y="2884200"/>
            <a:ext cx="614700" cy="45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A8BBBF"/>
              </a:buClr>
              <a:buSzPts val="1600"/>
              <a:buFont typeface="Roboto Slab Black"/>
              <a:buNone/>
              <a:defRPr sz="1600">
                <a:solidFill>
                  <a:srgbClr val="A8BBBF"/>
                </a:solidFill>
                <a:latin typeface="Roboto Slab Black"/>
                <a:ea typeface="Roboto Slab Black"/>
                <a:cs typeface="Roboto Slab Black"/>
                <a:sym typeface="Roboto Slab Black"/>
              </a:defRPr>
            </a:lvl1pPr>
            <a:lvl2pPr lvl="1"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2pPr>
            <a:lvl3pPr lvl="2"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3pPr>
            <a:lvl4pPr lvl="3"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4pPr>
            <a:lvl5pPr lvl="4"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5pPr>
            <a:lvl6pPr lvl="5"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6pPr>
            <a:lvl7pPr lvl="6"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7pPr>
            <a:lvl8pPr lvl="7"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8pPr>
            <a:lvl9pPr lvl="8"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9pPr>
          </a:lstStyle>
          <a:p>
            <a:r>
              <a:t>xx%</a:t>
            </a:r>
          </a:p>
        </p:txBody>
      </p:sp>
      <p:sp>
        <p:nvSpPr>
          <p:cNvPr id="120" name="Google Shape;120;p14"/>
          <p:cNvSpPr txBox="1">
            <a:spLocks noGrp="1"/>
          </p:cNvSpPr>
          <p:nvPr>
            <p:ph type="title" idx="2" hasCustomPrompt="1"/>
          </p:nvPr>
        </p:nvSpPr>
        <p:spPr>
          <a:xfrm>
            <a:off x="4270713" y="2884200"/>
            <a:ext cx="614700" cy="45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A8BBBF"/>
              </a:buClr>
              <a:buSzPts val="1600"/>
              <a:buFont typeface="Roboto Slab Black"/>
              <a:buNone/>
              <a:defRPr sz="1600">
                <a:solidFill>
                  <a:srgbClr val="A8BBBF"/>
                </a:solidFill>
                <a:latin typeface="Roboto Slab Black"/>
                <a:ea typeface="Roboto Slab Black"/>
                <a:cs typeface="Roboto Slab Black"/>
                <a:sym typeface="Roboto Slab Black"/>
              </a:defRPr>
            </a:lvl1pPr>
            <a:lvl2pPr lvl="1"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2pPr>
            <a:lvl3pPr lvl="2"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3pPr>
            <a:lvl4pPr lvl="3"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4pPr>
            <a:lvl5pPr lvl="4"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5pPr>
            <a:lvl6pPr lvl="5"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6pPr>
            <a:lvl7pPr lvl="6"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7pPr>
            <a:lvl8pPr lvl="7"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8pPr>
            <a:lvl9pPr lvl="8"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9pPr>
          </a:lstStyle>
          <a:p>
            <a:r>
              <a:t>xx%</a:t>
            </a:r>
          </a:p>
        </p:txBody>
      </p:sp>
      <p:sp>
        <p:nvSpPr>
          <p:cNvPr id="121" name="Google Shape;121;p14"/>
          <p:cNvSpPr txBox="1">
            <a:spLocks noGrp="1"/>
          </p:cNvSpPr>
          <p:nvPr>
            <p:ph type="title" idx="3" hasCustomPrompt="1"/>
          </p:nvPr>
        </p:nvSpPr>
        <p:spPr>
          <a:xfrm>
            <a:off x="2728713" y="1877530"/>
            <a:ext cx="614700" cy="45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A8BBBF"/>
              </a:buClr>
              <a:buSzPts val="1600"/>
              <a:buFont typeface="Roboto Slab Black"/>
              <a:buNone/>
              <a:defRPr sz="1600">
                <a:solidFill>
                  <a:srgbClr val="A8BBBF"/>
                </a:solidFill>
                <a:latin typeface="Roboto Slab Black"/>
                <a:ea typeface="Roboto Slab Black"/>
                <a:cs typeface="Roboto Slab Black"/>
                <a:sym typeface="Roboto Slab Black"/>
              </a:defRPr>
            </a:lvl1pPr>
            <a:lvl2pPr lvl="1"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2pPr>
            <a:lvl3pPr lvl="2"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3pPr>
            <a:lvl4pPr lvl="3"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4pPr>
            <a:lvl5pPr lvl="4"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5pPr>
            <a:lvl6pPr lvl="5"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6pPr>
            <a:lvl7pPr lvl="6"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7pPr>
            <a:lvl8pPr lvl="7"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8pPr>
            <a:lvl9pPr lvl="8"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9pPr>
          </a:lstStyle>
          <a:p>
            <a:r>
              <a:t>xx%</a:t>
            </a:r>
          </a:p>
        </p:txBody>
      </p:sp>
      <p:sp>
        <p:nvSpPr>
          <p:cNvPr id="122" name="Google Shape;122;p14"/>
          <p:cNvSpPr txBox="1">
            <a:spLocks noGrp="1"/>
          </p:cNvSpPr>
          <p:nvPr>
            <p:ph type="title" idx="4" hasCustomPrompt="1"/>
          </p:nvPr>
        </p:nvSpPr>
        <p:spPr>
          <a:xfrm>
            <a:off x="5808238" y="1877530"/>
            <a:ext cx="614700" cy="45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A8BBBF"/>
              </a:buClr>
              <a:buSzPts val="1600"/>
              <a:buFont typeface="Roboto Slab Black"/>
              <a:buNone/>
              <a:defRPr sz="1600">
                <a:solidFill>
                  <a:srgbClr val="A8BBBF"/>
                </a:solidFill>
                <a:latin typeface="Roboto Slab Black"/>
                <a:ea typeface="Roboto Slab Black"/>
                <a:cs typeface="Roboto Slab Black"/>
                <a:sym typeface="Roboto Slab Black"/>
              </a:defRPr>
            </a:lvl1pPr>
            <a:lvl2pPr lvl="1"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2pPr>
            <a:lvl3pPr lvl="2"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3pPr>
            <a:lvl4pPr lvl="3"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4pPr>
            <a:lvl5pPr lvl="4"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5pPr>
            <a:lvl6pPr lvl="5"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6pPr>
            <a:lvl7pPr lvl="6"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7pPr>
            <a:lvl8pPr lvl="7"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8pPr>
            <a:lvl9pPr lvl="8"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9pPr>
          </a:lstStyle>
          <a:p>
            <a:r>
              <a:t>xx%</a:t>
            </a:r>
          </a:p>
        </p:txBody>
      </p:sp>
      <p:sp>
        <p:nvSpPr>
          <p:cNvPr id="123" name="Google Shape;123;p14"/>
          <p:cNvSpPr txBox="1">
            <a:spLocks noGrp="1"/>
          </p:cNvSpPr>
          <p:nvPr>
            <p:ph type="title" idx="5" hasCustomPrompt="1"/>
          </p:nvPr>
        </p:nvSpPr>
        <p:spPr>
          <a:xfrm>
            <a:off x="7347738" y="2884200"/>
            <a:ext cx="614700" cy="459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A8BBBF"/>
              </a:buClr>
              <a:buSzPts val="1600"/>
              <a:buFont typeface="Roboto Slab Black"/>
              <a:buNone/>
              <a:defRPr sz="1600">
                <a:solidFill>
                  <a:srgbClr val="A8BBBF"/>
                </a:solidFill>
                <a:latin typeface="Roboto Slab Black"/>
                <a:ea typeface="Roboto Slab Black"/>
                <a:cs typeface="Roboto Slab Black"/>
                <a:sym typeface="Roboto Slab Black"/>
              </a:defRPr>
            </a:lvl1pPr>
            <a:lvl2pPr lvl="1"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2pPr>
            <a:lvl3pPr lvl="2"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3pPr>
            <a:lvl4pPr lvl="3"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4pPr>
            <a:lvl5pPr lvl="4"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5pPr>
            <a:lvl6pPr lvl="5"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6pPr>
            <a:lvl7pPr lvl="6"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7pPr>
            <a:lvl8pPr lvl="7"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8pPr>
            <a:lvl9pPr lvl="8" algn="ctr" rtl="0">
              <a:spcBef>
                <a:spcPts val="0"/>
              </a:spcBef>
              <a:spcAft>
                <a:spcPts val="0"/>
              </a:spcAft>
              <a:buSzPts val="1600"/>
              <a:buFont typeface="Roboto Slab Black"/>
              <a:buNone/>
              <a:defRPr sz="1600">
                <a:latin typeface="Roboto Slab Black"/>
                <a:ea typeface="Roboto Slab Black"/>
                <a:cs typeface="Roboto Slab Black"/>
                <a:sym typeface="Roboto Slab Black"/>
              </a:defRPr>
            </a:lvl9pPr>
          </a:lstStyle>
          <a:p>
            <a:r>
              <a:t>xx%</a:t>
            </a:r>
          </a:p>
        </p:txBody>
      </p:sp>
      <p:sp>
        <p:nvSpPr>
          <p:cNvPr id="124" name="Google Shape;124;p14"/>
          <p:cNvSpPr txBox="1">
            <a:spLocks noGrp="1"/>
          </p:cNvSpPr>
          <p:nvPr>
            <p:ph type="subTitle" idx="1"/>
          </p:nvPr>
        </p:nvSpPr>
        <p:spPr>
          <a:xfrm>
            <a:off x="685338" y="3763754"/>
            <a:ext cx="1631400" cy="70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2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25" name="Google Shape;125;p14"/>
          <p:cNvSpPr txBox="1">
            <a:spLocks noGrp="1"/>
          </p:cNvSpPr>
          <p:nvPr>
            <p:ph type="subTitle" idx="6"/>
          </p:nvPr>
        </p:nvSpPr>
        <p:spPr>
          <a:xfrm>
            <a:off x="2220363" y="2757083"/>
            <a:ext cx="1631400" cy="70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2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26" name="Google Shape;126;p14"/>
          <p:cNvSpPr txBox="1">
            <a:spLocks noGrp="1"/>
          </p:cNvSpPr>
          <p:nvPr>
            <p:ph type="subTitle" idx="7"/>
          </p:nvPr>
        </p:nvSpPr>
        <p:spPr>
          <a:xfrm>
            <a:off x="3762363" y="3763754"/>
            <a:ext cx="1631400" cy="70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2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27" name="Google Shape;127;p14"/>
          <p:cNvSpPr txBox="1">
            <a:spLocks noGrp="1"/>
          </p:cNvSpPr>
          <p:nvPr>
            <p:ph type="subTitle" idx="8"/>
          </p:nvPr>
        </p:nvSpPr>
        <p:spPr>
          <a:xfrm>
            <a:off x="5299888" y="2757083"/>
            <a:ext cx="1631400" cy="70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2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28" name="Google Shape;128;p14"/>
          <p:cNvSpPr txBox="1">
            <a:spLocks noGrp="1"/>
          </p:cNvSpPr>
          <p:nvPr>
            <p:ph type="subTitle" idx="9"/>
          </p:nvPr>
        </p:nvSpPr>
        <p:spPr>
          <a:xfrm>
            <a:off x="6839388" y="3763754"/>
            <a:ext cx="1631400" cy="70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2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29" name="Google Shape;129;p14"/>
          <p:cNvSpPr txBox="1">
            <a:spLocks noGrp="1"/>
          </p:cNvSpPr>
          <p:nvPr>
            <p:ph type="subTitle" idx="13"/>
          </p:nvPr>
        </p:nvSpPr>
        <p:spPr>
          <a:xfrm>
            <a:off x="578238" y="3195205"/>
            <a:ext cx="1845600" cy="706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400" b="1"/>
            </a:lvl1pPr>
            <a:lvl2pPr lvl="1" algn="ctr" rtl="0">
              <a:lnSpc>
                <a:spcPct val="100000"/>
              </a:lnSpc>
              <a:spcBef>
                <a:spcPts val="0"/>
              </a:spcBef>
              <a:spcAft>
                <a:spcPts val="0"/>
              </a:spcAft>
              <a:buSzPts val="1400"/>
              <a:buNone/>
              <a:defRPr b="1"/>
            </a:lvl2pPr>
            <a:lvl3pPr lvl="2" algn="ctr" rtl="0">
              <a:lnSpc>
                <a:spcPct val="100000"/>
              </a:lnSpc>
              <a:spcBef>
                <a:spcPts val="0"/>
              </a:spcBef>
              <a:spcAft>
                <a:spcPts val="0"/>
              </a:spcAft>
              <a:buSzPts val="1400"/>
              <a:buNone/>
              <a:defRPr b="1"/>
            </a:lvl3pPr>
            <a:lvl4pPr lvl="3" algn="ctr" rtl="0">
              <a:lnSpc>
                <a:spcPct val="100000"/>
              </a:lnSpc>
              <a:spcBef>
                <a:spcPts val="0"/>
              </a:spcBef>
              <a:spcAft>
                <a:spcPts val="0"/>
              </a:spcAft>
              <a:buSzPts val="1400"/>
              <a:buNone/>
              <a:defRPr sz="1400" b="1"/>
            </a:lvl4pPr>
            <a:lvl5pPr lvl="4" algn="ctr" rtl="0">
              <a:lnSpc>
                <a:spcPct val="100000"/>
              </a:lnSpc>
              <a:spcBef>
                <a:spcPts val="0"/>
              </a:spcBef>
              <a:spcAft>
                <a:spcPts val="0"/>
              </a:spcAft>
              <a:buSzPts val="1400"/>
              <a:buNone/>
              <a:defRPr sz="1400" b="1"/>
            </a:lvl5pPr>
            <a:lvl6pPr lvl="5" algn="ctr" rtl="0">
              <a:lnSpc>
                <a:spcPct val="100000"/>
              </a:lnSpc>
              <a:spcBef>
                <a:spcPts val="0"/>
              </a:spcBef>
              <a:spcAft>
                <a:spcPts val="0"/>
              </a:spcAft>
              <a:buSzPts val="1400"/>
              <a:buNone/>
              <a:defRPr sz="1400" b="1"/>
            </a:lvl6pPr>
            <a:lvl7pPr lvl="6" algn="ctr" rtl="0">
              <a:lnSpc>
                <a:spcPct val="100000"/>
              </a:lnSpc>
              <a:spcBef>
                <a:spcPts val="0"/>
              </a:spcBef>
              <a:spcAft>
                <a:spcPts val="0"/>
              </a:spcAft>
              <a:buSzPts val="1400"/>
              <a:buNone/>
              <a:defRPr sz="1400" b="1"/>
            </a:lvl7pPr>
            <a:lvl8pPr lvl="7" algn="ctr" rtl="0">
              <a:lnSpc>
                <a:spcPct val="100000"/>
              </a:lnSpc>
              <a:spcBef>
                <a:spcPts val="0"/>
              </a:spcBef>
              <a:spcAft>
                <a:spcPts val="0"/>
              </a:spcAft>
              <a:buSzPts val="1400"/>
              <a:buNone/>
              <a:defRPr sz="1400" b="1"/>
            </a:lvl8pPr>
            <a:lvl9pPr lvl="8" algn="ctr" rtl="0">
              <a:lnSpc>
                <a:spcPct val="100000"/>
              </a:lnSpc>
              <a:spcBef>
                <a:spcPts val="0"/>
              </a:spcBef>
              <a:spcAft>
                <a:spcPts val="0"/>
              </a:spcAft>
              <a:buSzPts val="1400"/>
              <a:buNone/>
              <a:defRPr sz="1400" b="1"/>
            </a:lvl9pPr>
          </a:lstStyle>
          <a:p>
            <a:endParaRPr/>
          </a:p>
        </p:txBody>
      </p:sp>
      <p:sp>
        <p:nvSpPr>
          <p:cNvPr id="130" name="Google Shape;130;p14"/>
          <p:cNvSpPr txBox="1">
            <a:spLocks noGrp="1"/>
          </p:cNvSpPr>
          <p:nvPr>
            <p:ph type="subTitle" idx="14"/>
          </p:nvPr>
        </p:nvSpPr>
        <p:spPr>
          <a:xfrm>
            <a:off x="2113263" y="2209161"/>
            <a:ext cx="1845600" cy="706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400" b="1"/>
            </a:lvl1pPr>
            <a:lvl2pPr lvl="1" algn="ctr" rtl="0">
              <a:lnSpc>
                <a:spcPct val="100000"/>
              </a:lnSpc>
              <a:spcBef>
                <a:spcPts val="0"/>
              </a:spcBef>
              <a:spcAft>
                <a:spcPts val="0"/>
              </a:spcAft>
              <a:buSzPts val="1400"/>
              <a:buNone/>
              <a:defRPr b="1"/>
            </a:lvl2pPr>
            <a:lvl3pPr lvl="2" algn="ctr" rtl="0">
              <a:lnSpc>
                <a:spcPct val="100000"/>
              </a:lnSpc>
              <a:spcBef>
                <a:spcPts val="0"/>
              </a:spcBef>
              <a:spcAft>
                <a:spcPts val="0"/>
              </a:spcAft>
              <a:buSzPts val="1400"/>
              <a:buNone/>
              <a:defRPr b="1"/>
            </a:lvl3pPr>
            <a:lvl4pPr lvl="3" algn="ctr" rtl="0">
              <a:lnSpc>
                <a:spcPct val="100000"/>
              </a:lnSpc>
              <a:spcBef>
                <a:spcPts val="0"/>
              </a:spcBef>
              <a:spcAft>
                <a:spcPts val="0"/>
              </a:spcAft>
              <a:buSzPts val="1400"/>
              <a:buNone/>
              <a:defRPr sz="1400" b="1"/>
            </a:lvl4pPr>
            <a:lvl5pPr lvl="4" algn="ctr" rtl="0">
              <a:lnSpc>
                <a:spcPct val="100000"/>
              </a:lnSpc>
              <a:spcBef>
                <a:spcPts val="0"/>
              </a:spcBef>
              <a:spcAft>
                <a:spcPts val="0"/>
              </a:spcAft>
              <a:buSzPts val="1400"/>
              <a:buNone/>
              <a:defRPr sz="1400" b="1"/>
            </a:lvl5pPr>
            <a:lvl6pPr lvl="5" algn="ctr" rtl="0">
              <a:lnSpc>
                <a:spcPct val="100000"/>
              </a:lnSpc>
              <a:spcBef>
                <a:spcPts val="0"/>
              </a:spcBef>
              <a:spcAft>
                <a:spcPts val="0"/>
              </a:spcAft>
              <a:buSzPts val="1400"/>
              <a:buNone/>
              <a:defRPr sz="1400" b="1"/>
            </a:lvl6pPr>
            <a:lvl7pPr lvl="6" algn="ctr" rtl="0">
              <a:lnSpc>
                <a:spcPct val="100000"/>
              </a:lnSpc>
              <a:spcBef>
                <a:spcPts val="0"/>
              </a:spcBef>
              <a:spcAft>
                <a:spcPts val="0"/>
              </a:spcAft>
              <a:buSzPts val="1400"/>
              <a:buNone/>
              <a:defRPr sz="1400" b="1"/>
            </a:lvl7pPr>
            <a:lvl8pPr lvl="7" algn="ctr" rtl="0">
              <a:lnSpc>
                <a:spcPct val="100000"/>
              </a:lnSpc>
              <a:spcBef>
                <a:spcPts val="0"/>
              </a:spcBef>
              <a:spcAft>
                <a:spcPts val="0"/>
              </a:spcAft>
              <a:buSzPts val="1400"/>
              <a:buNone/>
              <a:defRPr sz="1400" b="1"/>
            </a:lvl8pPr>
            <a:lvl9pPr lvl="8" algn="ctr" rtl="0">
              <a:lnSpc>
                <a:spcPct val="100000"/>
              </a:lnSpc>
              <a:spcBef>
                <a:spcPts val="0"/>
              </a:spcBef>
              <a:spcAft>
                <a:spcPts val="0"/>
              </a:spcAft>
              <a:buSzPts val="1400"/>
              <a:buNone/>
              <a:defRPr sz="1400" b="1"/>
            </a:lvl9pPr>
          </a:lstStyle>
          <a:p>
            <a:endParaRPr/>
          </a:p>
        </p:txBody>
      </p:sp>
      <p:sp>
        <p:nvSpPr>
          <p:cNvPr id="131" name="Google Shape;131;p14"/>
          <p:cNvSpPr txBox="1">
            <a:spLocks noGrp="1"/>
          </p:cNvSpPr>
          <p:nvPr>
            <p:ph type="subTitle" idx="15"/>
          </p:nvPr>
        </p:nvSpPr>
        <p:spPr>
          <a:xfrm>
            <a:off x="3655263" y="3194170"/>
            <a:ext cx="1845600" cy="706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400" b="1"/>
            </a:lvl1pPr>
            <a:lvl2pPr lvl="1" algn="ctr" rtl="0">
              <a:lnSpc>
                <a:spcPct val="100000"/>
              </a:lnSpc>
              <a:spcBef>
                <a:spcPts val="0"/>
              </a:spcBef>
              <a:spcAft>
                <a:spcPts val="0"/>
              </a:spcAft>
              <a:buSzPts val="1400"/>
              <a:buNone/>
              <a:defRPr b="1"/>
            </a:lvl2pPr>
            <a:lvl3pPr lvl="2" algn="ctr" rtl="0">
              <a:lnSpc>
                <a:spcPct val="100000"/>
              </a:lnSpc>
              <a:spcBef>
                <a:spcPts val="0"/>
              </a:spcBef>
              <a:spcAft>
                <a:spcPts val="0"/>
              </a:spcAft>
              <a:buSzPts val="1400"/>
              <a:buNone/>
              <a:defRPr b="1"/>
            </a:lvl3pPr>
            <a:lvl4pPr lvl="3" algn="ctr" rtl="0">
              <a:lnSpc>
                <a:spcPct val="100000"/>
              </a:lnSpc>
              <a:spcBef>
                <a:spcPts val="0"/>
              </a:spcBef>
              <a:spcAft>
                <a:spcPts val="0"/>
              </a:spcAft>
              <a:buSzPts val="1400"/>
              <a:buNone/>
              <a:defRPr sz="1400" b="1"/>
            </a:lvl4pPr>
            <a:lvl5pPr lvl="4" algn="ctr" rtl="0">
              <a:lnSpc>
                <a:spcPct val="100000"/>
              </a:lnSpc>
              <a:spcBef>
                <a:spcPts val="0"/>
              </a:spcBef>
              <a:spcAft>
                <a:spcPts val="0"/>
              </a:spcAft>
              <a:buSzPts val="1400"/>
              <a:buNone/>
              <a:defRPr sz="1400" b="1"/>
            </a:lvl5pPr>
            <a:lvl6pPr lvl="5" algn="ctr" rtl="0">
              <a:lnSpc>
                <a:spcPct val="100000"/>
              </a:lnSpc>
              <a:spcBef>
                <a:spcPts val="0"/>
              </a:spcBef>
              <a:spcAft>
                <a:spcPts val="0"/>
              </a:spcAft>
              <a:buSzPts val="1400"/>
              <a:buNone/>
              <a:defRPr sz="1400" b="1"/>
            </a:lvl6pPr>
            <a:lvl7pPr lvl="6" algn="ctr" rtl="0">
              <a:lnSpc>
                <a:spcPct val="100000"/>
              </a:lnSpc>
              <a:spcBef>
                <a:spcPts val="0"/>
              </a:spcBef>
              <a:spcAft>
                <a:spcPts val="0"/>
              </a:spcAft>
              <a:buSzPts val="1400"/>
              <a:buNone/>
              <a:defRPr sz="1400" b="1"/>
            </a:lvl7pPr>
            <a:lvl8pPr lvl="7" algn="ctr" rtl="0">
              <a:lnSpc>
                <a:spcPct val="100000"/>
              </a:lnSpc>
              <a:spcBef>
                <a:spcPts val="0"/>
              </a:spcBef>
              <a:spcAft>
                <a:spcPts val="0"/>
              </a:spcAft>
              <a:buSzPts val="1400"/>
              <a:buNone/>
              <a:defRPr sz="1400" b="1"/>
            </a:lvl8pPr>
            <a:lvl9pPr lvl="8" algn="ctr" rtl="0">
              <a:lnSpc>
                <a:spcPct val="100000"/>
              </a:lnSpc>
              <a:spcBef>
                <a:spcPts val="0"/>
              </a:spcBef>
              <a:spcAft>
                <a:spcPts val="0"/>
              </a:spcAft>
              <a:buSzPts val="1400"/>
              <a:buNone/>
              <a:defRPr sz="1400" b="1"/>
            </a:lvl9pPr>
          </a:lstStyle>
          <a:p>
            <a:endParaRPr/>
          </a:p>
        </p:txBody>
      </p:sp>
      <p:sp>
        <p:nvSpPr>
          <p:cNvPr id="132" name="Google Shape;132;p14"/>
          <p:cNvSpPr txBox="1">
            <a:spLocks noGrp="1"/>
          </p:cNvSpPr>
          <p:nvPr>
            <p:ph type="subTitle" idx="16"/>
          </p:nvPr>
        </p:nvSpPr>
        <p:spPr>
          <a:xfrm>
            <a:off x="5192788" y="2207770"/>
            <a:ext cx="1845600" cy="706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400" b="1"/>
            </a:lvl1pPr>
            <a:lvl2pPr lvl="1" algn="ctr" rtl="0">
              <a:lnSpc>
                <a:spcPct val="100000"/>
              </a:lnSpc>
              <a:spcBef>
                <a:spcPts val="0"/>
              </a:spcBef>
              <a:spcAft>
                <a:spcPts val="0"/>
              </a:spcAft>
              <a:buSzPts val="1400"/>
              <a:buNone/>
              <a:defRPr b="1"/>
            </a:lvl2pPr>
            <a:lvl3pPr lvl="2" algn="ctr" rtl="0">
              <a:lnSpc>
                <a:spcPct val="100000"/>
              </a:lnSpc>
              <a:spcBef>
                <a:spcPts val="0"/>
              </a:spcBef>
              <a:spcAft>
                <a:spcPts val="0"/>
              </a:spcAft>
              <a:buSzPts val="1400"/>
              <a:buNone/>
              <a:defRPr b="1"/>
            </a:lvl3pPr>
            <a:lvl4pPr lvl="3" algn="ctr" rtl="0">
              <a:lnSpc>
                <a:spcPct val="100000"/>
              </a:lnSpc>
              <a:spcBef>
                <a:spcPts val="0"/>
              </a:spcBef>
              <a:spcAft>
                <a:spcPts val="0"/>
              </a:spcAft>
              <a:buSzPts val="1400"/>
              <a:buNone/>
              <a:defRPr sz="1400" b="1"/>
            </a:lvl4pPr>
            <a:lvl5pPr lvl="4" algn="ctr" rtl="0">
              <a:lnSpc>
                <a:spcPct val="100000"/>
              </a:lnSpc>
              <a:spcBef>
                <a:spcPts val="0"/>
              </a:spcBef>
              <a:spcAft>
                <a:spcPts val="0"/>
              </a:spcAft>
              <a:buSzPts val="1400"/>
              <a:buNone/>
              <a:defRPr sz="1400" b="1"/>
            </a:lvl5pPr>
            <a:lvl6pPr lvl="5" algn="ctr" rtl="0">
              <a:lnSpc>
                <a:spcPct val="100000"/>
              </a:lnSpc>
              <a:spcBef>
                <a:spcPts val="0"/>
              </a:spcBef>
              <a:spcAft>
                <a:spcPts val="0"/>
              </a:spcAft>
              <a:buSzPts val="1400"/>
              <a:buNone/>
              <a:defRPr sz="1400" b="1"/>
            </a:lvl6pPr>
            <a:lvl7pPr lvl="6" algn="ctr" rtl="0">
              <a:lnSpc>
                <a:spcPct val="100000"/>
              </a:lnSpc>
              <a:spcBef>
                <a:spcPts val="0"/>
              </a:spcBef>
              <a:spcAft>
                <a:spcPts val="0"/>
              </a:spcAft>
              <a:buSzPts val="1400"/>
              <a:buNone/>
              <a:defRPr sz="1400" b="1"/>
            </a:lvl7pPr>
            <a:lvl8pPr lvl="7" algn="ctr" rtl="0">
              <a:lnSpc>
                <a:spcPct val="100000"/>
              </a:lnSpc>
              <a:spcBef>
                <a:spcPts val="0"/>
              </a:spcBef>
              <a:spcAft>
                <a:spcPts val="0"/>
              </a:spcAft>
              <a:buSzPts val="1400"/>
              <a:buNone/>
              <a:defRPr sz="1400" b="1"/>
            </a:lvl8pPr>
            <a:lvl9pPr lvl="8" algn="ctr" rtl="0">
              <a:lnSpc>
                <a:spcPct val="100000"/>
              </a:lnSpc>
              <a:spcBef>
                <a:spcPts val="0"/>
              </a:spcBef>
              <a:spcAft>
                <a:spcPts val="0"/>
              </a:spcAft>
              <a:buSzPts val="1400"/>
              <a:buNone/>
              <a:defRPr sz="1400" b="1"/>
            </a:lvl9pPr>
          </a:lstStyle>
          <a:p>
            <a:endParaRPr/>
          </a:p>
        </p:txBody>
      </p:sp>
      <p:sp>
        <p:nvSpPr>
          <p:cNvPr id="133" name="Google Shape;133;p14"/>
          <p:cNvSpPr txBox="1">
            <a:spLocks noGrp="1"/>
          </p:cNvSpPr>
          <p:nvPr>
            <p:ph type="subTitle" idx="17"/>
          </p:nvPr>
        </p:nvSpPr>
        <p:spPr>
          <a:xfrm>
            <a:off x="6732288" y="3200809"/>
            <a:ext cx="1845600" cy="706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400" b="1"/>
            </a:lvl1pPr>
            <a:lvl2pPr lvl="1" algn="ctr" rtl="0">
              <a:lnSpc>
                <a:spcPct val="100000"/>
              </a:lnSpc>
              <a:spcBef>
                <a:spcPts val="0"/>
              </a:spcBef>
              <a:spcAft>
                <a:spcPts val="0"/>
              </a:spcAft>
              <a:buSzPts val="1400"/>
              <a:buNone/>
              <a:defRPr b="1"/>
            </a:lvl2pPr>
            <a:lvl3pPr lvl="2" algn="ctr" rtl="0">
              <a:lnSpc>
                <a:spcPct val="100000"/>
              </a:lnSpc>
              <a:spcBef>
                <a:spcPts val="0"/>
              </a:spcBef>
              <a:spcAft>
                <a:spcPts val="0"/>
              </a:spcAft>
              <a:buSzPts val="1400"/>
              <a:buNone/>
              <a:defRPr b="1"/>
            </a:lvl3pPr>
            <a:lvl4pPr lvl="3" algn="ctr" rtl="0">
              <a:lnSpc>
                <a:spcPct val="100000"/>
              </a:lnSpc>
              <a:spcBef>
                <a:spcPts val="0"/>
              </a:spcBef>
              <a:spcAft>
                <a:spcPts val="0"/>
              </a:spcAft>
              <a:buSzPts val="1400"/>
              <a:buNone/>
              <a:defRPr sz="1400" b="1"/>
            </a:lvl4pPr>
            <a:lvl5pPr lvl="4" algn="ctr" rtl="0">
              <a:lnSpc>
                <a:spcPct val="100000"/>
              </a:lnSpc>
              <a:spcBef>
                <a:spcPts val="0"/>
              </a:spcBef>
              <a:spcAft>
                <a:spcPts val="0"/>
              </a:spcAft>
              <a:buSzPts val="1400"/>
              <a:buNone/>
              <a:defRPr sz="1400" b="1"/>
            </a:lvl5pPr>
            <a:lvl6pPr lvl="5" algn="ctr" rtl="0">
              <a:lnSpc>
                <a:spcPct val="100000"/>
              </a:lnSpc>
              <a:spcBef>
                <a:spcPts val="0"/>
              </a:spcBef>
              <a:spcAft>
                <a:spcPts val="0"/>
              </a:spcAft>
              <a:buSzPts val="1400"/>
              <a:buNone/>
              <a:defRPr sz="1400" b="1"/>
            </a:lvl6pPr>
            <a:lvl7pPr lvl="6" algn="ctr" rtl="0">
              <a:lnSpc>
                <a:spcPct val="100000"/>
              </a:lnSpc>
              <a:spcBef>
                <a:spcPts val="0"/>
              </a:spcBef>
              <a:spcAft>
                <a:spcPts val="0"/>
              </a:spcAft>
              <a:buSzPts val="1400"/>
              <a:buNone/>
              <a:defRPr sz="1400" b="1"/>
            </a:lvl7pPr>
            <a:lvl8pPr lvl="7" algn="ctr" rtl="0">
              <a:lnSpc>
                <a:spcPct val="100000"/>
              </a:lnSpc>
              <a:spcBef>
                <a:spcPts val="0"/>
              </a:spcBef>
              <a:spcAft>
                <a:spcPts val="0"/>
              </a:spcAft>
              <a:buSzPts val="1400"/>
              <a:buNone/>
              <a:defRPr sz="1400" b="1"/>
            </a:lvl8pPr>
            <a:lvl9pPr lvl="8" algn="ctr" rtl="0">
              <a:lnSpc>
                <a:spcPct val="100000"/>
              </a:lnSpc>
              <a:spcBef>
                <a:spcPts val="0"/>
              </a:spcBef>
              <a:spcAft>
                <a:spcPts val="0"/>
              </a:spcAft>
              <a:buSzPts val="1400"/>
              <a:buNone/>
              <a:defRPr sz="1400" b="1"/>
            </a:lvl9pPr>
          </a:lstStyle>
          <a:p>
            <a:endParaRPr/>
          </a:p>
        </p:txBody>
      </p:sp>
      <p:sp>
        <p:nvSpPr>
          <p:cNvPr id="134" name="Google Shape;134;p14"/>
          <p:cNvSpPr txBox="1">
            <a:spLocks noGrp="1"/>
          </p:cNvSpPr>
          <p:nvPr>
            <p:ph type="title" idx="18"/>
          </p:nvPr>
        </p:nvSpPr>
        <p:spPr>
          <a:xfrm>
            <a:off x="720000" y="538896"/>
            <a:ext cx="7708500" cy="572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800"/>
              <a:buNone/>
              <a:defRPr/>
            </a:lvl1pPr>
            <a:lvl2pPr lvl="1" algn="r" rtl="0">
              <a:spcBef>
                <a:spcPts val="0"/>
              </a:spcBef>
              <a:spcAft>
                <a:spcPts val="0"/>
              </a:spcAft>
              <a:buSzPts val="2800"/>
              <a:buNone/>
              <a:defRPr/>
            </a:lvl2pPr>
            <a:lvl3pPr lvl="2" algn="r" rtl="0">
              <a:spcBef>
                <a:spcPts val="0"/>
              </a:spcBef>
              <a:spcAft>
                <a:spcPts val="0"/>
              </a:spcAft>
              <a:buSzPts val="2800"/>
              <a:buNone/>
              <a:defRPr/>
            </a:lvl3pPr>
            <a:lvl4pPr lvl="3" algn="r" rtl="0">
              <a:spcBef>
                <a:spcPts val="0"/>
              </a:spcBef>
              <a:spcAft>
                <a:spcPts val="0"/>
              </a:spcAft>
              <a:buSzPts val="2800"/>
              <a:buNone/>
              <a:defRPr/>
            </a:lvl4pPr>
            <a:lvl5pPr lvl="4" algn="r" rtl="0">
              <a:spcBef>
                <a:spcPts val="0"/>
              </a:spcBef>
              <a:spcAft>
                <a:spcPts val="0"/>
              </a:spcAft>
              <a:buSzPts val="2800"/>
              <a:buNone/>
              <a:defRPr/>
            </a:lvl5pPr>
            <a:lvl6pPr lvl="5" algn="r" rtl="0">
              <a:spcBef>
                <a:spcPts val="0"/>
              </a:spcBef>
              <a:spcAft>
                <a:spcPts val="0"/>
              </a:spcAft>
              <a:buSzPts val="2800"/>
              <a:buNone/>
              <a:defRPr/>
            </a:lvl6pPr>
            <a:lvl7pPr lvl="6" algn="r" rtl="0">
              <a:spcBef>
                <a:spcPts val="0"/>
              </a:spcBef>
              <a:spcAft>
                <a:spcPts val="0"/>
              </a:spcAft>
              <a:buSzPts val="2800"/>
              <a:buNone/>
              <a:defRPr/>
            </a:lvl7pPr>
            <a:lvl8pPr lvl="7" algn="r" rtl="0">
              <a:spcBef>
                <a:spcPts val="0"/>
              </a:spcBef>
              <a:spcAft>
                <a:spcPts val="0"/>
              </a:spcAft>
              <a:buSzPts val="2800"/>
              <a:buNone/>
              <a:defRPr/>
            </a:lvl8pPr>
            <a:lvl9pPr lvl="8" algn="r" rtl="0">
              <a:spcBef>
                <a:spcPts val="0"/>
              </a:spcBef>
              <a:spcAft>
                <a:spcPts val="0"/>
              </a:spcAft>
              <a:buSzPts val="28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 Design">
  <p:cSld name="CUSTOM_4">
    <p:spTree>
      <p:nvGrpSpPr>
        <p:cNvPr id="1" name="Shape 173"/>
        <p:cNvGrpSpPr/>
        <p:nvPr/>
      </p:nvGrpSpPr>
      <p:grpSpPr>
        <a:xfrm>
          <a:off x="0" y="0"/>
          <a:ext cx="0" cy="0"/>
          <a:chOff x="0" y="0"/>
          <a:chExt cx="0" cy="0"/>
        </a:xfrm>
      </p:grpSpPr>
      <p:sp>
        <p:nvSpPr>
          <p:cNvPr id="174" name="Google Shape;174;p17"/>
          <p:cNvSpPr/>
          <p:nvPr/>
        </p:nvSpPr>
        <p:spPr>
          <a:xfrm rot="9899950">
            <a:off x="5717720" y="-48455"/>
            <a:ext cx="3689208" cy="1271853"/>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7"/>
          <p:cNvSpPr txBox="1">
            <a:spLocks noGrp="1"/>
          </p:cNvSpPr>
          <p:nvPr>
            <p:ph type="title"/>
          </p:nvPr>
        </p:nvSpPr>
        <p:spPr>
          <a:xfrm>
            <a:off x="720000" y="538896"/>
            <a:ext cx="7708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 Two Columns 3">
  <p:cSld name="CUSTOM_8">
    <p:spTree>
      <p:nvGrpSpPr>
        <p:cNvPr id="1" name="Shape 231"/>
        <p:cNvGrpSpPr/>
        <p:nvPr/>
      </p:nvGrpSpPr>
      <p:grpSpPr>
        <a:xfrm>
          <a:off x="0" y="0"/>
          <a:ext cx="0" cy="0"/>
          <a:chOff x="0" y="0"/>
          <a:chExt cx="0" cy="0"/>
        </a:xfrm>
      </p:grpSpPr>
      <p:sp>
        <p:nvSpPr>
          <p:cNvPr id="232" name="Google Shape;232;p19"/>
          <p:cNvSpPr/>
          <p:nvPr/>
        </p:nvSpPr>
        <p:spPr>
          <a:xfrm>
            <a:off x="6617800" y="-95956"/>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9"/>
          <p:cNvSpPr txBox="1">
            <a:spLocks noGrp="1"/>
          </p:cNvSpPr>
          <p:nvPr>
            <p:ph type="body" idx="1"/>
          </p:nvPr>
        </p:nvSpPr>
        <p:spPr>
          <a:xfrm>
            <a:off x="1312150" y="2084475"/>
            <a:ext cx="3172200" cy="26400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sz="1400">
                <a:solidFill>
                  <a:schemeClr val="accent1"/>
                </a:solidFill>
              </a:defRPr>
            </a:lvl1pPr>
            <a:lvl2pPr marL="914400" lvl="1" indent="-317500" rtl="0">
              <a:spcBef>
                <a:spcPts val="1600"/>
              </a:spcBef>
              <a:spcAft>
                <a:spcPts val="0"/>
              </a:spcAft>
              <a:buClr>
                <a:schemeClr val="accent1"/>
              </a:buClr>
              <a:buSzPts val="1400"/>
              <a:buChar char="○"/>
              <a:defRPr>
                <a:solidFill>
                  <a:schemeClr val="accent1"/>
                </a:solidFill>
              </a:defRPr>
            </a:lvl2pPr>
            <a:lvl3pPr marL="1371600" lvl="2" indent="-317500" rtl="0">
              <a:spcBef>
                <a:spcPts val="1600"/>
              </a:spcBef>
              <a:spcAft>
                <a:spcPts val="0"/>
              </a:spcAft>
              <a:buClr>
                <a:schemeClr val="accent1"/>
              </a:buClr>
              <a:buSzPts val="1400"/>
              <a:buChar char="■"/>
              <a:defRPr>
                <a:solidFill>
                  <a:schemeClr val="accent1"/>
                </a:solidFill>
              </a:defRPr>
            </a:lvl3pPr>
            <a:lvl4pPr marL="1828800" lvl="3" indent="-317500" rtl="0">
              <a:spcBef>
                <a:spcPts val="1600"/>
              </a:spcBef>
              <a:spcAft>
                <a:spcPts val="0"/>
              </a:spcAft>
              <a:buClr>
                <a:schemeClr val="accent1"/>
              </a:buClr>
              <a:buSzPts val="1400"/>
              <a:buChar char="●"/>
              <a:defRPr sz="1400">
                <a:solidFill>
                  <a:schemeClr val="accent1"/>
                </a:solidFill>
              </a:defRPr>
            </a:lvl4pPr>
            <a:lvl5pPr marL="2286000" lvl="4" indent="-317500" rtl="0">
              <a:spcBef>
                <a:spcPts val="1600"/>
              </a:spcBef>
              <a:spcAft>
                <a:spcPts val="0"/>
              </a:spcAft>
              <a:buClr>
                <a:schemeClr val="accent1"/>
              </a:buClr>
              <a:buSzPts val="1400"/>
              <a:buChar char="○"/>
              <a:defRPr sz="1400">
                <a:solidFill>
                  <a:schemeClr val="accent1"/>
                </a:solidFill>
              </a:defRPr>
            </a:lvl5pPr>
            <a:lvl6pPr marL="2743200" lvl="5" indent="-317500" rtl="0">
              <a:spcBef>
                <a:spcPts val="1600"/>
              </a:spcBef>
              <a:spcAft>
                <a:spcPts val="0"/>
              </a:spcAft>
              <a:buClr>
                <a:schemeClr val="accent1"/>
              </a:buClr>
              <a:buSzPts val="1400"/>
              <a:buChar char="■"/>
              <a:defRPr sz="1400">
                <a:solidFill>
                  <a:schemeClr val="accent1"/>
                </a:solidFill>
              </a:defRPr>
            </a:lvl6pPr>
            <a:lvl7pPr marL="3200400" lvl="6" indent="-317500" rtl="0">
              <a:spcBef>
                <a:spcPts val="1600"/>
              </a:spcBef>
              <a:spcAft>
                <a:spcPts val="0"/>
              </a:spcAft>
              <a:buClr>
                <a:schemeClr val="accent1"/>
              </a:buClr>
              <a:buSzPts val="1400"/>
              <a:buChar char="●"/>
              <a:defRPr sz="1400">
                <a:solidFill>
                  <a:schemeClr val="accent1"/>
                </a:solidFill>
              </a:defRPr>
            </a:lvl7pPr>
            <a:lvl8pPr marL="3657600" lvl="7" indent="-317500" rtl="0">
              <a:spcBef>
                <a:spcPts val="1600"/>
              </a:spcBef>
              <a:spcAft>
                <a:spcPts val="0"/>
              </a:spcAft>
              <a:buClr>
                <a:schemeClr val="accent1"/>
              </a:buClr>
              <a:buSzPts val="1400"/>
              <a:buChar char="○"/>
              <a:defRPr sz="1400">
                <a:solidFill>
                  <a:schemeClr val="accent1"/>
                </a:solidFill>
              </a:defRPr>
            </a:lvl8pPr>
            <a:lvl9pPr marL="4114800" lvl="8" indent="-317500" rtl="0">
              <a:spcBef>
                <a:spcPts val="1600"/>
              </a:spcBef>
              <a:spcAft>
                <a:spcPts val="1600"/>
              </a:spcAft>
              <a:buClr>
                <a:schemeClr val="accent1"/>
              </a:buClr>
              <a:buSzPts val="1400"/>
              <a:buChar char="■"/>
              <a:defRPr sz="1400">
                <a:solidFill>
                  <a:schemeClr val="accent1"/>
                </a:solidFill>
              </a:defRPr>
            </a:lvl9pPr>
          </a:lstStyle>
          <a:p>
            <a:endParaRPr/>
          </a:p>
        </p:txBody>
      </p:sp>
      <p:sp>
        <p:nvSpPr>
          <p:cNvPr id="234" name="Google Shape;234;p19"/>
          <p:cNvSpPr txBox="1">
            <a:spLocks noGrp="1"/>
          </p:cNvSpPr>
          <p:nvPr>
            <p:ph type="body" idx="2"/>
          </p:nvPr>
        </p:nvSpPr>
        <p:spPr>
          <a:xfrm>
            <a:off x="5427025" y="2084475"/>
            <a:ext cx="3172200" cy="26400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sz="1400">
                <a:solidFill>
                  <a:schemeClr val="accent1"/>
                </a:solidFill>
              </a:defRPr>
            </a:lvl1pPr>
            <a:lvl2pPr marL="914400" lvl="1" indent="-317500" rtl="0">
              <a:spcBef>
                <a:spcPts val="1600"/>
              </a:spcBef>
              <a:spcAft>
                <a:spcPts val="0"/>
              </a:spcAft>
              <a:buClr>
                <a:schemeClr val="accent1"/>
              </a:buClr>
              <a:buSzPts val="1400"/>
              <a:buChar char="○"/>
              <a:defRPr>
                <a:solidFill>
                  <a:schemeClr val="accent1"/>
                </a:solidFill>
              </a:defRPr>
            </a:lvl2pPr>
            <a:lvl3pPr marL="1371600" lvl="2" indent="-317500" rtl="0">
              <a:spcBef>
                <a:spcPts val="1600"/>
              </a:spcBef>
              <a:spcAft>
                <a:spcPts val="0"/>
              </a:spcAft>
              <a:buClr>
                <a:schemeClr val="accent1"/>
              </a:buClr>
              <a:buSzPts val="1400"/>
              <a:buChar char="■"/>
              <a:defRPr>
                <a:solidFill>
                  <a:schemeClr val="accent1"/>
                </a:solidFill>
              </a:defRPr>
            </a:lvl3pPr>
            <a:lvl4pPr marL="1828800" lvl="3" indent="-317500" rtl="0">
              <a:spcBef>
                <a:spcPts val="1600"/>
              </a:spcBef>
              <a:spcAft>
                <a:spcPts val="0"/>
              </a:spcAft>
              <a:buClr>
                <a:schemeClr val="accent1"/>
              </a:buClr>
              <a:buSzPts val="1400"/>
              <a:buChar char="●"/>
              <a:defRPr sz="1400">
                <a:solidFill>
                  <a:schemeClr val="accent1"/>
                </a:solidFill>
              </a:defRPr>
            </a:lvl4pPr>
            <a:lvl5pPr marL="2286000" lvl="4" indent="-317500" rtl="0">
              <a:spcBef>
                <a:spcPts val="1600"/>
              </a:spcBef>
              <a:spcAft>
                <a:spcPts val="0"/>
              </a:spcAft>
              <a:buClr>
                <a:schemeClr val="accent1"/>
              </a:buClr>
              <a:buSzPts val="1400"/>
              <a:buChar char="○"/>
              <a:defRPr sz="1400">
                <a:solidFill>
                  <a:schemeClr val="accent1"/>
                </a:solidFill>
              </a:defRPr>
            </a:lvl5pPr>
            <a:lvl6pPr marL="2743200" lvl="5" indent="-317500" rtl="0">
              <a:spcBef>
                <a:spcPts val="1600"/>
              </a:spcBef>
              <a:spcAft>
                <a:spcPts val="0"/>
              </a:spcAft>
              <a:buClr>
                <a:schemeClr val="accent1"/>
              </a:buClr>
              <a:buSzPts val="1400"/>
              <a:buChar char="■"/>
              <a:defRPr sz="1400">
                <a:solidFill>
                  <a:schemeClr val="accent1"/>
                </a:solidFill>
              </a:defRPr>
            </a:lvl6pPr>
            <a:lvl7pPr marL="3200400" lvl="6" indent="-317500" rtl="0">
              <a:spcBef>
                <a:spcPts val="1600"/>
              </a:spcBef>
              <a:spcAft>
                <a:spcPts val="0"/>
              </a:spcAft>
              <a:buClr>
                <a:schemeClr val="accent1"/>
              </a:buClr>
              <a:buSzPts val="1400"/>
              <a:buChar char="●"/>
              <a:defRPr sz="1400">
                <a:solidFill>
                  <a:schemeClr val="accent1"/>
                </a:solidFill>
              </a:defRPr>
            </a:lvl7pPr>
            <a:lvl8pPr marL="3657600" lvl="7" indent="-317500" rtl="0">
              <a:spcBef>
                <a:spcPts val="1600"/>
              </a:spcBef>
              <a:spcAft>
                <a:spcPts val="0"/>
              </a:spcAft>
              <a:buClr>
                <a:schemeClr val="accent1"/>
              </a:buClr>
              <a:buSzPts val="1400"/>
              <a:buChar char="○"/>
              <a:defRPr sz="1400">
                <a:solidFill>
                  <a:schemeClr val="accent1"/>
                </a:solidFill>
              </a:defRPr>
            </a:lvl8pPr>
            <a:lvl9pPr marL="4114800" lvl="8" indent="-317500" rtl="0">
              <a:spcBef>
                <a:spcPts val="1600"/>
              </a:spcBef>
              <a:spcAft>
                <a:spcPts val="1600"/>
              </a:spcAft>
              <a:buClr>
                <a:schemeClr val="accent1"/>
              </a:buClr>
              <a:buSzPts val="1400"/>
              <a:buChar char="■"/>
              <a:defRPr sz="1400">
                <a:solidFill>
                  <a:schemeClr val="accent1"/>
                </a:solidFill>
              </a:defRPr>
            </a:lvl9pPr>
          </a:lstStyle>
          <a:p>
            <a:endParaRPr/>
          </a:p>
        </p:txBody>
      </p:sp>
      <p:sp>
        <p:nvSpPr>
          <p:cNvPr id="235" name="Google Shape;235;p19"/>
          <p:cNvSpPr txBox="1">
            <a:spLocks noGrp="1"/>
          </p:cNvSpPr>
          <p:nvPr>
            <p:ph type="title"/>
          </p:nvPr>
        </p:nvSpPr>
        <p:spPr>
          <a:xfrm>
            <a:off x="720000" y="538896"/>
            <a:ext cx="7708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hanks">
  <p:cSld name="CUSTOM_9">
    <p:bg>
      <p:bgPr>
        <a:solidFill>
          <a:schemeClr val="accent1"/>
        </a:solidFill>
        <a:effectLst/>
      </p:bgPr>
    </p:bg>
    <p:spTree>
      <p:nvGrpSpPr>
        <p:cNvPr id="1" name="Shape 236"/>
        <p:cNvGrpSpPr/>
        <p:nvPr/>
      </p:nvGrpSpPr>
      <p:grpSpPr>
        <a:xfrm>
          <a:off x="0" y="0"/>
          <a:ext cx="0" cy="0"/>
          <a:chOff x="0" y="0"/>
          <a:chExt cx="0" cy="0"/>
        </a:xfrm>
      </p:grpSpPr>
      <p:sp>
        <p:nvSpPr>
          <p:cNvPr id="237" name="Google Shape;237;p20"/>
          <p:cNvSpPr txBox="1"/>
          <p:nvPr/>
        </p:nvSpPr>
        <p:spPr>
          <a:xfrm>
            <a:off x="4958275" y="3429332"/>
            <a:ext cx="3465600" cy="678300"/>
          </a:xfrm>
          <a:prstGeom prst="rect">
            <a:avLst/>
          </a:prstGeom>
          <a:noFill/>
          <a:ln>
            <a:noFill/>
          </a:ln>
        </p:spPr>
        <p:txBody>
          <a:bodyPr spcFirstLastPara="1" wrap="square" lIns="91425" tIns="91425" rIns="91425" bIns="91425" anchor="ctr" anchorCtr="0">
            <a:noAutofit/>
          </a:bodyPr>
          <a:lstStyle/>
          <a:p>
            <a:pPr marL="0" lvl="0" indent="0" algn="r" rtl="0">
              <a:lnSpc>
                <a:spcPct val="115000"/>
              </a:lnSpc>
              <a:spcBef>
                <a:spcPts val="0"/>
              </a:spcBef>
              <a:spcAft>
                <a:spcPts val="0"/>
              </a:spcAft>
              <a:buNone/>
            </a:pPr>
            <a:r>
              <a:rPr lang="en" sz="1200">
                <a:solidFill>
                  <a:srgbClr val="FFFFFF"/>
                </a:solidFill>
                <a:latin typeface="Roboto"/>
                <a:ea typeface="Roboto"/>
                <a:cs typeface="Roboto"/>
                <a:sym typeface="Roboto"/>
              </a:rPr>
              <a:t>CREDITS: This presentation template was created by </a:t>
            </a:r>
            <a:r>
              <a:rPr lang="en" sz="1200">
                <a:solidFill>
                  <a:srgbClr val="FFFFFF"/>
                </a:solidFill>
                <a:uFill>
                  <a:noFill/>
                </a:uFill>
                <a:latin typeface="Roboto"/>
                <a:ea typeface="Roboto"/>
                <a:cs typeface="Roboto"/>
                <a:sym typeface="Roboto"/>
                <a:hlinkClick r:id="rId2">
                  <a:extLst>
                    <a:ext uri="{A12FA001-AC4F-418D-AE19-62706E023703}">
                      <ahyp:hlinkClr xmlns:ahyp="http://schemas.microsoft.com/office/drawing/2018/hyperlinkcolor" val="tx"/>
                    </a:ext>
                  </a:extLst>
                </a:hlinkClick>
              </a:rPr>
              <a:t>Slidesgo</a:t>
            </a:r>
            <a:r>
              <a:rPr lang="en" sz="1200">
                <a:solidFill>
                  <a:srgbClr val="FFFFFF"/>
                </a:solidFill>
                <a:latin typeface="Roboto"/>
                <a:ea typeface="Roboto"/>
                <a:cs typeface="Roboto"/>
                <a:sym typeface="Roboto"/>
              </a:rPr>
              <a:t>, including icons by </a:t>
            </a:r>
            <a:r>
              <a:rPr lang="en" sz="1200">
                <a:solidFill>
                  <a:srgbClr val="FFFFFF"/>
                </a:solidFill>
                <a:uFill>
                  <a:noFill/>
                </a:uFill>
                <a:latin typeface="Roboto"/>
                <a:ea typeface="Roboto"/>
                <a:cs typeface="Roboto"/>
                <a:sym typeface="Roboto"/>
                <a:hlinkClick r:id="rId3">
                  <a:extLst>
                    <a:ext uri="{A12FA001-AC4F-418D-AE19-62706E023703}">
                      <ahyp:hlinkClr xmlns:ahyp="http://schemas.microsoft.com/office/drawing/2018/hyperlinkcolor" val="tx"/>
                    </a:ext>
                  </a:extLst>
                </a:hlinkClick>
              </a:rPr>
              <a:t>Flaticon</a:t>
            </a:r>
            <a:r>
              <a:rPr lang="en" sz="1200">
                <a:solidFill>
                  <a:srgbClr val="FFFFFF"/>
                </a:solidFill>
                <a:latin typeface="Roboto"/>
                <a:ea typeface="Roboto"/>
                <a:cs typeface="Roboto"/>
                <a:sym typeface="Roboto"/>
              </a:rPr>
              <a:t>, and infographics &amp; images by </a:t>
            </a:r>
            <a:r>
              <a:rPr lang="en" sz="1200">
                <a:solidFill>
                  <a:srgbClr val="FFFFFF"/>
                </a:solidFill>
                <a:uFill>
                  <a:noFill/>
                </a:uFill>
                <a:latin typeface="Roboto"/>
                <a:ea typeface="Roboto"/>
                <a:cs typeface="Roboto"/>
                <a:sym typeface="Roboto"/>
                <a:hlinkClick r:id="rId4">
                  <a:extLst>
                    <a:ext uri="{A12FA001-AC4F-418D-AE19-62706E023703}">
                      <ahyp:hlinkClr xmlns:ahyp="http://schemas.microsoft.com/office/drawing/2018/hyperlinkcolor" val="tx"/>
                    </a:ext>
                  </a:extLst>
                </a:hlinkClick>
              </a:rPr>
              <a:t>Freepik</a:t>
            </a:r>
            <a:r>
              <a:rPr lang="en" sz="1200">
                <a:solidFill>
                  <a:srgbClr val="FFFFFF"/>
                </a:solidFill>
                <a:latin typeface="Roboto"/>
                <a:ea typeface="Roboto"/>
                <a:cs typeface="Roboto"/>
                <a:sym typeface="Roboto"/>
              </a:rPr>
              <a:t>. </a:t>
            </a:r>
            <a:endParaRPr sz="1200">
              <a:solidFill>
                <a:srgbClr val="FFFFFF"/>
              </a:solidFill>
              <a:latin typeface="Roboto"/>
              <a:ea typeface="Roboto"/>
              <a:cs typeface="Roboto"/>
              <a:sym typeface="Roboto"/>
            </a:endParaRPr>
          </a:p>
        </p:txBody>
      </p:sp>
      <p:sp>
        <p:nvSpPr>
          <p:cNvPr id="238" name="Google Shape;238;p20"/>
          <p:cNvSpPr/>
          <p:nvPr/>
        </p:nvSpPr>
        <p:spPr>
          <a:xfrm flipH="1">
            <a:off x="6042875" y="73007"/>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4463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0"/>
          <p:cNvSpPr/>
          <p:nvPr/>
        </p:nvSpPr>
        <p:spPr>
          <a:xfrm rot="10800000" flipH="1">
            <a:off x="-588250" y="3798582"/>
            <a:ext cx="3689376" cy="1271911"/>
          </a:xfrm>
          <a:custGeom>
            <a:avLst/>
            <a:gdLst/>
            <a:ahLst/>
            <a:cxnLst/>
            <a:rect l="l" t="t" r="r" b="b"/>
            <a:pathLst>
              <a:path w="286109" h="98636" extrusionOk="0">
                <a:moveTo>
                  <a:pt x="55426" y="1"/>
                </a:moveTo>
                <a:cubicBezTo>
                  <a:pt x="55339" y="1"/>
                  <a:pt x="55253" y="3"/>
                  <a:pt x="55166" y="7"/>
                </a:cubicBezTo>
                <a:cubicBezTo>
                  <a:pt x="48713" y="343"/>
                  <a:pt x="48645" y="10023"/>
                  <a:pt x="55300" y="10225"/>
                </a:cubicBezTo>
                <a:lnTo>
                  <a:pt x="54561" y="20845"/>
                </a:lnTo>
                <a:lnTo>
                  <a:pt x="54359" y="20845"/>
                </a:lnTo>
                <a:cubicBezTo>
                  <a:pt x="50595" y="21316"/>
                  <a:pt x="47906" y="24744"/>
                  <a:pt x="48242" y="28508"/>
                </a:cubicBezTo>
                <a:cubicBezTo>
                  <a:pt x="48627" y="32106"/>
                  <a:pt x="51654" y="34844"/>
                  <a:pt x="55208" y="34844"/>
                </a:cubicBezTo>
                <a:cubicBezTo>
                  <a:pt x="55372" y="34844"/>
                  <a:pt x="55537" y="34839"/>
                  <a:pt x="55703" y="34827"/>
                </a:cubicBezTo>
                <a:lnTo>
                  <a:pt x="58325" y="49749"/>
                </a:lnTo>
                <a:cubicBezTo>
                  <a:pt x="56107" y="50153"/>
                  <a:pt x="54561" y="52304"/>
                  <a:pt x="54897" y="54589"/>
                </a:cubicBezTo>
                <a:cubicBezTo>
                  <a:pt x="54964" y="54992"/>
                  <a:pt x="55031" y="55329"/>
                  <a:pt x="55166" y="55665"/>
                </a:cubicBezTo>
                <a:lnTo>
                  <a:pt x="45486" y="59765"/>
                </a:lnTo>
                <a:cubicBezTo>
                  <a:pt x="44175" y="57440"/>
                  <a:pt x="41753" y="56067"/>
                  <a:pt x="39159" y="56067"/>
                </a:cubicBezTo>
                <a:cubicBezTo>
                  <a:pt x="38828" y="56067"/>
                  <a:pt x="38494" y="56089"/>
                  <a:pt x="38159" y="56135"/>
                </a:cubicBezTo>
                <a:cubicBezTo>
                  <a:pt x="37420" y="56270"/>
                  <a:pt x="36613" y="56471"/>
                  <a:pt x="35941" y="56807"/>
                </a:cubicBezTo>
                <a:lnTo>
                  <a:pt x="23707" y="36104"/>
                </a:lnTo>
                <a:cubicBezTo>
                  <a:pt x="27001" y="33818"/>
                  <a:pt x="26597" y="28777"/>
                  <a:pt x="22900" y="27097"/>
                </a:cubicBezTo>
                <a:cubicBezTo>
                  <a:pt x="22205" y="26793"/>
                  <a:pt x="21498" y="26654"/>
                  <a:pt x="20812" y="26654"/>
                </a:cubicBezTo>
                <a:cubicBezTo>
                  <a:pt x="17848" y="26654"/>
                  <a:pt x="15271" y="29254"/>
                  <a:pt x="15708" y="32474"/>
                </a:cubicBezTo>
                <a:cubicBezTo>
                  <a:pt x="15775" y="33348"/>
                  <a:pt x="16111" y="34155"/>
                  <a:pt x="16649" y="34827"/>
                </a:cubicBezTo>
                <a:lnTo>
                  <a:pt x="8179" y="40742"/>
                </a:lnTo>
                <a:cubicBezTo>
                  <a:pt x="7308" y="39708"/>
                  <a:pt x="6256" y="39276"/>
                  <a:pt x="5240" y="39276"/>
                </a:cubicBezTo>
                <a:cubicBezTo>
                  <a:pt x="2490" y="39276"/>
                  <a:pt x="1" y="42436"/>
                  <a:pt x="2062" y="45380"/>
                </a:cubicBezTo>
                <a:cubicBezTo>
                  <a:pt x="2876" y="46551"/>
                  <a:pt x="3989" y="47042"/>
                  <a:pt x="5089" y="47042"/>
                </a:cubicBezTo>
                <a:cubicBezTo>
                  <a:pt x="7714" y="47042"/>
                  <a:pt x="10268" y="44244"/>
                  <a:pt x="8515" y="41213"/>
                </a:cubicBezTo>
                <a:lnTo>
                  <a:pt x="16985" y="35297"/>
                </a:lnTo>
                <a:cubicBezTo>
                  <a:pt x="17983" y="36353"/>
                  <a:pt x="19390" y="36949"/>
                  <a:pt x="20849" y="36949"/>
                </a:cubicBezTo>
                <a:cubicBezTo>
                  <a:pt x="21062" y="36949"/>
                  <a:pt x="21275" y="36936"/>
                  <a:pt x="21489" y="36910"/>
                </a:cubicBezTo>
                <a:cubicBezTo>
                  <a:pt x="22026" y="36776"/>
                  <a:pt x="22631" y="36642"/>
                  <a:pt x="23169" y="36373"/>
                </a:cubicBezTo>
                <a:lnTo>
                  <a:pt x="35403" y="57143"/>
                </a:lnTo>
                <a:cubicBezTo>
                  <a:pt x="31908" y="59227"/>
                  <a:pt x="30832" y="63798"/>
                  <a:pt x="33050" y="67226"/>
                </a:cubicBezTo>
                <a:lnTo>
                  <a:pt x="22497" y="75629"/>
                </a:lnTo>
                <a:cubicBezTo>
                  <a:pt x="21572" y="74125"/>
                  <a:pt x="19962" y="73329"/>
                  <a:pt x="18338" y="73329"/>
                </a:cubicBezTo>
                <a:cubicBezTo>
                  <a:pt x="17130" y="73329"/>
                  <a:pt x="15915" y="73770"/>
                  <a:pt x="14968" y="74688"/>
                </a:cubicBezTo>
                <a:cubicBezTo>
                  <a:pt x="12683" y="76771"/>
                  <a:pt x="12885" y="80468"/>
                  <a:pt x="15372" y="82283"/>
                </a:cubicBezTo>
                <a:lnTo>
                  <a:pt x="10734" y="86989"/>
                </a:lnTo>
                <a:cubicBezTo>
                  <a:pt x="10599" y="86955"/>
                  <a:pt x="10448" y="86938"/>
                  <a:pt x="10297" y="86938"/>
                </a:cubicBezTo>
                <a:cubicBezTo>
                  <a:pt x="10145" y="86938"/>
                  <a:pt x="9994" y="86955"/>
                  <a:pt x="9860" y="86989"/>
                </a:cubicBezTo>
                <a:lnTo>
                  <a:pt x="9860" y="86921"/>
                </a:lnTo>
                <a:cubicBezTo>
                  <a:pt x="7574" y="87190"/>
                  <a:pt x="6768" y="90081"/>
                  <a:pt x="8582" y="91492"/>
                </a:cubicBezTo>
                <a:cubicBezTo>
                  <a:pt x="9051" y="91839"/>
                  <a:pt x="9569" y="91994"/>
                  <a:pt x="10073" y="91994"/>
                </a:cubicBezTo>
                <a:cubicBezTo>
                  <a:pt x="11524" y="91994"/>
                  <a:pt x="12865" y="90718"/>
                  <a:pt x="12616" y="89072"/>
                </a:cubicBezTo>
                <a:cubicBezTo>
                  <a:pt x="12481" y="88266"/>
                  <a:pt x="12011" y="87594"/>
                  <a:pt x="11338" y="87190"/>
                </a:cubicBezTo>
                <a:lnTo>
                  <a:pt x="15842" y="82619"/>
                </a:lnTo>
                <a:cubicBezTo>
                  <a:pt x="16595" y="83050"/>
                  <a:pt x="17434" y="83265"/>
                  <a:pt x="18290" y="83265"/>
                </a:cubicBezTo>
                <a:cubicBezTo>
                  <a:pt x="18504" y="83265"/>
                  <a:pt x="18719" y="83251"/>
                  <a:pt x="18934" y="83224"/>
                </a:cubicBezTo>
                <a:cubicBezTo>
                  <a:pt x="19674" y="83090"/>
                  <a:pt x="20413" y="82821"/>
                  <a:pt x="21018" y="82418"/>
                </a:cubicBezTo>
                <a:lnTo>
                  <a:pt x="25186" y="87123"/>
                </a:lnTo>
                <a:cubicBezTo>
                  <a:pt x="23918" y="88887"/>
                  <a:pt x="25362" y="91102"/>
                  <a:pt x="27182" y="91102"/>
                </a:cubicBezTo>
                <a:cubicBezTo>
                  <a:pt x="27582" y="91102"/>
                  <a:pt x="28001" y="90995"/>
                  <a:pt x="28412" y="90753"/>
                </a:cubicBezTo>
                <a:cubicBezTo>
                  <a:pt x="30658" y="89406"/>
                  <a:pt x="29658" y="86159"/>
                  <a:pt x="27223" y="86159"/>
                </a:cubicBezTo>
                <a:cubicBezTo>
                  <a:pt x="27108" y="86159"/>
                  <a:pt x="26988" y="86167"/>
                  <a:pt x="26866" y="86182"/>
                </a:cubicBezTo>
                <a:cubicBezTo>
                  <a:pt x="26463" y="86249"/>
                  <a:pt x="25992" y="86384"/>
                  <a:pt x="25656" y="86720"/>
                </a:cubicBezTo>
                <a:lnTo>
                  <a:pt x="21556" y="82082"/>
                </a:lnTo>
                <a:cubicBezTo>
                  <a:pt x="22833" y="80939"/>
                  <a:pt x="23438" y="79258"/>
                  <a:pt x="23236" y="77645"/>
                </a:cubicBezTo>
                <a:cubicBezTo>
                  <a:pt x="23169" y="77107"/>
                  <a:pt x="23035" y="76637"/>
                  <a:pt x="22833" y="76234"/>
                </a:cubicBezTo>
                <a:lnTo>
                  <a:pt x="33386" y="67764"/>
                </a:lnTo>
                <a:cubicBezTo>
                  <a:pt x="34804" y="69536"/>
                  <a:pt x="36947" y="70581"/>
                  <a:pt x="39179" y="70581"/>
                </a:cubicBezTo>
                <a:cubicBezTo>
                  <a:pt x="39488" y="70581"/>
                  <a:pt x="39798" y="70561"/>
                  <a:pt x="40108" y="70520"/>
                </a:cubicBezTo>
                <a:cubicBezTo>
                  <a:pt x="45015" y="69915"/>
                  <a:pt x="47839" y="64672"/>
                  <a:pt x="45755" y="60303"/>
                </a:cubicBezTo>
                <a:lnTo>
                  <a:pt x="55434" y="56270"/>
                </a:lnTo>
                <a:cubicBezTo>
                  <a:pt x="56219" y="57598"/>
                  <a:pt x="57709" y="58384"/>
                  <a:pt x="59271" y="58384"/>
                </a:cubicBezTo>
                <a:cubicBezTo>
                  <a:pt x="59448" y="58384"/>
                  <a:pt x="59626" y="58374"/>
                  <a:pt x="59804" y="58353"/>
                </a:cubicBezTo>
                <a:cubicBezTo>
                  <a:pt x="60543" y="58219"/>
                  <a:pt x="61283" y="57950"/>
                  <a:pt x="61888" y="57480"/>
                </a:cubicBezTo>
                <a:lnTo>
                  <a:pt x="70492" y="67361"/>
                </a:lnTo>
                <a:cubicBezTo>
                  <a:pt x="67467" y="69713"/>
                  <a:pt x="66996" y="74083"/>
                  <a:pt x="69282" y="77175"/>
                </a:cubicBezTo>
                <a:cubicBezTo>
                  <a:pt x="70672" y="78963"/>
                  <a:pt x="72767" y="79905"/>
                  <a:pt x="74887" y="79905"/>
                </a:cubicBezTo>
                <a:cubicBezTo>
                  <a:pt x="76353" y="79905"/>
                  <a:pt x="77831" y="79454"/>
                  <a:pt x="79096" y="78519"/>
                </a:cubicBezTo>
                <a:cubicBezTo>
                  <a:pt x="82188" y="76301"/>
                  <a:pt x="82927" y="71932"/>
                  <a:pt x="80709" y="68772"/>
                </a:cubicBezTo>
                <a:cubicBezTo>
                  <a:pt x="79330" y="66808"/>
                  <a:pt x="77145" y="65753"/>
                  <a:pt x="74931" y="65753"/>
                </a:cubicBezTo>
                <a:cubicBezTo>
                  <a:pt x="73583" y="65753"/>
                  <a:pt x="72224" y="66144"/>
                  <a:pt x="71029" y="66957"/>
                </a:cubicBezTo>
                <a:lnTo>
                  <a:pt x="62358" y="57076"/>
                </a:lnTo>
                <a:cubicBezTo>
                  <a:pt x="63097" y="56337"/>
                  <a:pt x="63568" y="55396"/>
                  <a:pt x="63702" y="54320"/>
                </a:cubicBezTo>
                <a:lnTo>
                  <a:pt x="81986" y="53648"/>
                </a:lnTo>
                <a:cubicBezTo>
                  <a:pt x="81986" y="53850"/>
                  <a:pt x="81986" y="54119"/>
                  <a:pt x="81986" y="54387"/>
                </a:cubicBezTo>
                <a:cubicBezTo>
                  <a:pt x="82336" y="56833"/>
                  <a:pt x="84416" y="58314"/>
                  <a:pt x="86549" y="58314"/>
                </a:cubicBezTo>
                <a:cubicBezTo>
                  <a:pt x="87700" y="58314"/>
                  <a:pt x="88865" y="57884"/>
                  <a:pt x="89784" y="56942"/>
                </a:cubicBezTo>
                <a:cubicBezTo>
                  <a:pt x="92472" y="54186"/>
                  <a:pt x="90792" y="49615"/>
                  <a:pt x="87028" y="49212"/>
                </a:cubicBezTo>
                <a:lnTo>
                  <a:pt x="87296" y="39532"/>
                </a:lnTo>
                <a:cubicBezTo>
                  <a:pt x="87599" y="39566"/>
                  <a:pt x="87885" y="39582"/>
                  <a:pt x="88162" y="39582"/>
                </a:cubicBezTo>
                <a:cubicBezTo>
                  <a:pt x="88439" y="39582"/>
                  <a:pt x="88708" y="39566"/>
                  <a:pt x="88977" y="39532"/>
                </a:cubicBezTo>
                <a:cubicBezTo>
                  <a:pt x="89313" y="39465"/>
                  <a:pt x="89649" y="39398"/>
                  <a:pt x="89918" y="39330"/>
                </a:cubicBezTo>
                <a:lnTo>
                  <a:pt x="102286" y="68033"/>
                </a:lnTo>
                <a:cubicBezTo>
                  <a:pt x="99598" y="70251"/>
                  <a:pt x="99732" y="74352"/>
                  <a:pt x="102555" y="76368"/>
                </a:cubicBezTo>
                <a:cubicBezTo>
                  <a:pt x="103482" y="77030"/>
                  <a:pt x="104531" y="77337"/>
                  <a:pt x="105563" y="77337"/>
                </a:cubicBezTo>
                <a:cubicBezTo>
                  <a:pt x="107677" y="77337"/>
                  <a:pt x="109719" y="76049"/>
                  <a:pt x="110487" y="73881"/>
                </a:cubicBezTo>
                <a:lnTo>
                  <a:pt x="117276" y="74553"/>
                </a:lnTo>
                <a:cubicBezTo>
                  <a:pt x="117075" y="75158"/>
                  <a:pt x="117075" y="75830"/>
                  <a:pt x="117142" y="76503"/>
                </a:cubicBezTo>
                <a:cubicBezTo>
                  <a:pt x="117344" y="78116"/>
                  <a:pt x="118352" y="79527"/>
                  <a:pt x="119898" y="80267"/>
                </a:cubicBezTo>
                <a:lnTo>
                  <a:pt x="116335" y="88199"/>
                </a:lnTo>
                <a:cubicBezTo>
                  <a:pt x="115955" y="88102"/>
                  <a:pt x="115593" y="88057"/>
                  <a:pt x="115251" y="88057"/>
                </a:cubicBezTo>
                <a:cubicBezTo>
                  <a:pt x="111294" y="88057"/>
                  <a:pt x="109977" y="94035"/>
                  <a:pt x="114184" y="95458"/>
                </a:cubicBezTo>
                <a:cubicBezTo>
                  <a:pt x="114653" y="95617"/>
                  <a:pt x="115101" y="95689"/>
                  <a:pt x="115523" y="95689"/>
                </a:cubicBezTo>
                <a:cubicBezTo>
                  <a:pt x="119218" y="95689"/>
                  <a:pt x="120915" y="90150"/>
                  <a:pt x="116873" y="88400"/>
                </a:cubicBezTo>
                <a:lnTo>
                  <a:pt x="120436" y="80468"/>
                </a:lnTo>
                <a:cubicBezTo>
                  <a:pt x="120978" y="80649"/>
                  <a:pt x="121525" y="80735"/>
                  <a:pt x="122061" y="80735"/>
                </a:cubicBezTo>
                <a:cubicBezTo>
                  <a:pt x="124119" y="80735"/>
                  <a:pt x="126008" y="79470"/>
                  <a:pt x="126754" y="77444"/>
                </a:cubicBezTo>
                <a:lnTo>
                  <a:pt x="145441" y="88199"/>
                </a:lnTo>
                <a:cubicBezTo>
                  <a:pt x="142736" y="92995"/>
                  <a:pt x="146330" y="98635"/>
                  <a:pt x="151491" y="98635"/>
                </a:cubicBezTo>
                <a:cubicBezTo>
                  <a:pt x="151972" y="98635"/>
                  <a:pt x="152466" y="98586"/>
                  <a:pt x="152970" y="98483"/>
                </a:cubicBezTo>
                <a:cubicBezTo>
                  <a:pt x="158885" y="97273"/>
                  <a:pt x="160700" y="89677"/>
                  <a:pt x="155928" y="85980"/>
                </a:cubicBezTo>
                <a:lnTo>
                  <a:pt x="160162" y="79527"/>
                </a:lnTo>
                <a:cubicBezTo>
                  <a:pt x="160991" y="80094"/>
                  <a:pt x="161918" y="80356"/>
                  <a:pt x="162828" y="80356"/>
                </a:cubicBezTo>
                <a:cubicBezTo>
                  <a:pt x="164944" y="80356"/>
                  <a:pt x="166972" y="78940"/>
                  <a:pt x="167489" y="76637"/>
                </a:cubicBezTo>
                <a:lnTo>
                  <a:pt x="181337" y="80468"/>
                </a:lnTo>
                <a:cubicBezTo>
                  <a:pt x="179159" y="85197"/>
                  <a:pt x="182798" y="90386"/>
                  <a:pt x="187722" y="90386"/>
                </a:cubicBezTo>
                <a:cubicBezTo>
                  <a:pt x="188118" y="90386"/>
                  <a:pt x="188522" y="90352"/>
                  <a:pt x="188932" y="90282"/>
                </a:cubicBezTo>
                <a:cubicBezTo>
                  <a:pt x="194512" y="89341"/>
                  <a:pt x="196730" y="82552"/>
                  <a:pt x="192831" y="78452"/>
                </a:cubicBezTo>
                <a:lnTo>
                  <a:pt x="203183" y="70318"/>
                </a:lnTo>
                <a:cubicBezTo>
                  <a:pt x="204490" y="72160"/>
                  <a:pt x="206637" y="73267"/>
                  <a:pt x="208929" y="73267"/>
                </a:cubicBezTo>
                <a:cubicBezTo>
                  <a:pt x="209230" y="73267"/>
                  <a:pt x="209533" y="73248"/>
                  <a:pt x="209838" y="73209"/>
                </a:cubicBezTo>
                <a:cubicBezTo>
                  <a:pt x="210779" y="73074"/>
                  <a:pt x="211720" y="72738"/>
                  <a:pt x="212594" y="72200"/>
                </a:cubicBezTo>
                <a:lnTo>
                  <a:pt x="218374" y="82888"/>
                </a:lnTo>
                <a:cubicBezTo>
                  <a:pt x="214161" y="85618"/>
                  <a:pt x="216601" y="91701"/>
                  <a:pt x="220885" y="91701"/>
                </a:cubicBezTo>
                <a:cubicBezTo>
                  <a:pt x="221454" y="91701"/>
                  <a:pt x="222054" y="91594"/>
                  <a:pt x="222677" y="91358"/>
                </a:cubicBezTo>
                <a:cubicBezTo>
                  <a:pt x="227798" y="89438"/>
                  <a:pt x="226213" y="82092"/>
                  <a:pt x="221116" y="82092"/>
                </a:cubicBezTo>
                <a:cubicBezTo>
                  <a:pt x="220861" y="82092"/>
                  <a:pt x="220596" y="82110"/>
                  <a:pt x="220324" y="82149"/>
                </a:cubicBezTo>
                <a:cubicBezTo>
                  <a:pt x="219853" y="82216"/>
                  <a:pt x="219383" y="82351"/>
                  <a:pt x="218912" y="82552"/>
                </a:cubicBezTo>
                <a:lnTo>
                  <a:pt x="213131" y="71864"/>
                </a:lnTo>
                <a:cubicBezTo>
                  <a:pt x="216089" y="69646"/>
                  <a:pt x="216828" y="65479"/>
                  <a:pt x="214812" y="62319"/>
                </a:cubicBezTo>
                <a:lnTo>
                  <a:pt x="240960" y="47531"/>
                </a:lnTo>
                <a:cubicBezTo>
                  <a:pt x="242347" y="51556"/>
                  <a:pt x="246083" y="53914"/>
                  <a:pt x="249953" y="53914"/>
                </a:cubicBezTo>
                <a:cubicBezTo>
                  <a:pt x="251900" y="53914"/>
                  <a:pt x="253882" y="53317"/>
                  <a:pt x="255614" y="52035"/>
                </a:cubicBezTo>
                <a:lnTo>
                  <a:pt x="265966" y="67495"/>
                </a:lnTo>
                <a:cubicBezTo>
                  <a:pt x="262807" y="69041"/>
                  <a:pt x="261933" y="73142"/>
                  <a:pt x="264084" y="75898"/>
                </a:cubicBezTo>
                <a:cubicBezTo>
                  <a:pt x="265166" y="77284"/>
                  <a:pt x="266758" y="77973"/>
                  <a:pt x="268365" y="77973"/>
                </a:cubicBezTo>
                <a:cubicBezTo>
                  <a:pt x="269952" y="77973"/>
                  <a:pt x="271552" y="77301"/>
                  <a:pt x="272688" y="75965"/>
                </a:cubicBezTo>
                <a:lnTo>
                  <a:pt x="278872" y="82888"/>
                </a:lnTo>
                <a:cubicBezTo>
                  <a:pt x="278267" y="83561"/>
                  <a:pt x="277998" y="84434"/>
                  <a:pt x="278065" y="85375"/>
                </a:cubicBezTo>
                <a:cubicBezTo>
                  <a:pt x="278313" y="87028"/>
                  <a:pt x="279704" y="87995"/>
                  <a:pt x="281114" y="87995"/>
                </a:cubicBezTo>
                <a:cubicBezTo>
                  <a:pt x="281998" y="87995"/>
                  <a:pt x="282889" y="87616"/>
                  <a:pt x="283510" y="86787"/>
                </a:cubicBezTo>
                <a:cubicBezTo>
                  <a:pt x="285104" y="84747"/>
                  <a:pt x="283554" y="81921"/>
                  <a:pt x="281096" y="81921"/>
                </a:cubicBezTo>
                <a:cubicBezTo>
                  <a:pt x="280963" y="81921"/>
                  <a:pt x="280826" y="81930"/>
                  <a:pt x="280687" y="81947"/>
                </a:cubicBezTo>
                <a:cubicBezTo>
                  <a:pt x="280216" y="82014"/>
                  <a:pt x="279746" y="82216"/>
                  <a:pt x="279343" y="82485"/>
                </a:cubicBezTo>
                <a:lnTo>
                  <a:pt x="273024" y="75494"/>
                </a:lnTo>
                <a:cubicBezTo>
                  <a:pt x="274368" y="73478"/>
                  <a:pt x="274234" y="70856"/>
                  <a:pt x="272688" y="68974"/>
                </a:cubicBezTo>
                <a:lnTo>
                  <a:pt x="279679" y="64201"/>
                </a:lnTo>
                <a:cubicBezTo>
                  <a:pt x="280351" y="65042"/>
                  <a:pt x="281190" y="65395"/>
                  <a:pt x="282008" y="65395"/>
                </a:cubicBezTo>
                <a:cubicBezTo>
                  <a:pt x="284131" y="65395"/>
                  <a:pt x="286109" y="63017"/>
                  <a:pt x="284653" y="60639"/>
                </a:cubicBezTo>
                <a:cubicBezTo>
                  <a:pt x="284007" y="59639"/>
                  <a:pt x="283084" y="59220"/>
                  <a:pt x="282169" y="59220"/>
                </a:cubicBezTo>
                <a:cubicBezTo>
                  <a:pt x="280132" y="59220"/>
                  <a:pt x="278136" y="61298"/>
                  <a:pt x="279343" y="63664"/>
                </a:cubicBezTo>
                <a:lnTo>
                  <a:pt x="272285" y="68503"/>
                </a:lnTo>
                <a:cubicBezTo>
                  <a:pt x="271201" y="67467"/>
                  <a:pt x="269788" y="66926"/>
                  <a:pt x="268346" y="66926"/>
                </a:cubicBezTo>
                <a:cubicBezTo>
                  <a:pt x="267729" y="66926"/>
                  <a:pt x="267107" y="67025"/>
                  <a:pt x="266504" y="67226"/>
                </a:cubicBezTo>
                <a:lnTo>
                  <a:pt x="256085" y="51699"/>
                </a:lnTo>
                <a:cubicBezTo>
                  <a:pt x="261664" y="46993"/>
                  <a:pt x="260118" y="38120"/>
                  <a:pt x="253396" y="35499"/>
                </a:cubicBezTo>
                <a:cubicBezTo>
                  <a:pt x="252239" y="35052"/>
                  <a:pt x="251075" y="34846"/>
                  <a:pt x="249944" y="34846"/>
                </a:cubicBezTo>
                <a:cubicBezTo>
                  <a:pt x="244434" y="34846"/>
                  <a:pt x="239709" y="39749"/>
                  <a:pt x="240490" y="45716"/>
                </a:cubicBezTo>
                <a:cubicBezTo>
                  <a:pt x="240557" y="46119"/>
                  <a:pt x="240691" y="46523"/>
                  <a:pt x="240759" y="46926"/>
                </a:cubicBezTo>
                <a:lnTo>
                  <a:pt x="214409" y="61849"/>
                </a:lnTo>
                <a:cubicBezTo>
                  <a:pt x="213088" y="60126"/>
                  <a:pt x="211081" y="59140"/>
                  <a:pt x="208974" y="59140"/>
                </a:cubicBezTo>
                <a:cubicBezTo>
                  <a:pt x="208614" y="59140"/>
                  <a:pt x="208251" y="59168"/>
                  <a:pt x="207888" y="59227"/>
                </a:cubicBezTo>
                <a:cubicBezTo>
                  <a:pt x="206342" y="59429"/>
                  <a:pt x="204931" y="60168"/>
                  <a:pt x="203788" y="61311"/>
                </a:cubicBezTo>
                <a:lnTo>
                  <a:pt x="180933" y="46052"/>
                </a:lnTo>
                <a:cubicBezTo>
                  <a:pt x="181605" y="42960"/>
                  <a:pt x="179723" y="40003"/>
                  <a:pt x="176698" y="39263"/>
                </a:cubicBezTo>
                <a:cubicBezTo>
                  <a:pt x="176242" y="39151"/>
                  <a:pt x="175785" y="39098"/>
                  <a:pt x="175335" y="39098"/>
                </a:cubicBezTo>
                <a:cubicBezTo>
                  <a:pt x="172810" y="39098"/>
                  <a:pt x="170527" y="40785"/>
                  <a:pt x="169842" y="43296"/>
                </a:cubicBezTo>
                <a:cubicBezTo>
                  <a:pt x="169035" y="46321"/>
                  <a:pt x="170716" y="49413"/>
                  <a:pt x="173674" y="50287"/>
                </a:cubicBezTo>
                <a:cubicBezTo>
                  <a:pt x="174217" y="50448"/>
                  <a:pt x="174768" y="50524"/>
                  <a:pt x="175311" y="50524"/>
                </a:cubicBezTo>
                <a:cubicBezTo>
                  <a:pt x="177720" y="50524"/>
                  <a:pt x="179976" y="49016"/>
                  <a:pt x="180799" y="46657"/>
                </a:cubicBezTo>
                <a:lnTo>
                  <a:pt x="203385" y="61782"/>
                </a:lnTo>
                <a:cubicBezTo>
                  <a:pt x="202175" y="63260"/>
                  <a:pt x="201637" y="65210"/>
                  <a:pt x="201906" y="67159"/>
                </a:cubicBezTo>
                <a:cubicBezTo>
                  <a:pt x="201973" y="68100"/>
                  <a:pt x="202309" y="68974"/>
                  <a:pt x="202780" y="69781"/>
                </a:cubicBezTo>
                <a:lnTo>
                  <a:pt x="192428" y="78049"/>
                </a:lnTo>
                <a:cubicBezTo>
                  <a:pt x="191046" y="76856"/>
                  <a:pt x="189369" y="76287"/>
                  <a:pt x="187719" y="76287"/>
                </a:cubicBezTo>
                <a:cubicBezTo>
                  <a:pt x="185275" y="76287"/>
                  <a:pt x="182889" y="77536"/>
                  <a:pt x="181605" y="79863"/>
                </a:cubicBezTo>
                <a:lnTo>
                  <a:pt x="167557" y="76032"/>
                </a:lnTo>
                <a:cubicBezTo>
                  <a:pt x="167557" y="75696"/>
                  <a:pt x="167557" y="75293"/>
                  <a:pt x="167557" y="74956"/>
                </a:cubicBezTo>
                <a:cubicBezTo>
                  <a:pt x="167422" y="74150"/>
                  <a:pt x="167086" y="73410"/>
                  <a:pt x="166615" y="72738"/>
                </a:cubicBezTo>
                <a:lnTo>
                  <a:pt x="180395" y="63260"/>
                </a:lnTo>
                <a:cubicBezTo>
                  <a:pt x="181318" y="65203"/>
                  <a:pt x="182951" y="66031"/>
                  <a:pt x="184581" y="66031"/>
                </a:cubicBezTo>
                <a:cubicBezTo>
                  <a:pt x="187465" y="66031"/>
                  <a:pt x="190342" y="63439"/>
                  <a:pt x="189268" y="59832"/>
                </a:cubicBezTo>
                <a:cubicBezTo>
                  <a:pt x="188565" y="57468"/>
                  <a:pt x="186683" y="56412"/>
                  <a:pt x="184792" y="56412"/>
                </a:cubicBezTo>
                <a:cubicBezTo>
                  <a:pt x="182167" y="56412"/>
                  <a:pt x="179523" y="58449"/>
                  <a:pt x="179992" y="61849"/>
                </a:cubicBezTo>
                <a:cubicBezTo>
                  <a:pt x="179992" y="62185"/>
                  <a:pt x="180059" y="62454"/>
                  <a:pt x="180194" y="62723"/>
                </a:cubicBezTo>
                <a:lnTo>
                  <a:pt x="166212" y="72268"/>
                </a:lnTo>
                <a:cubicBezTo>
                  <a:pt x="165263" y="71318"/>
                  <a:pt x="164013" y="70820"/>
                  <a:pt x="162767" y="70820"/>
                </a:cubicBezTo>
                <a:cubicBezTo>
                  <a:pt x="161806" y="70820"/>
                  <a:pt x="160847" y="71116"/>
                  <a:pt x="160028" y="71730"/>
                </a:cubicBezTo>
                <a:lnTo>
                  <a:pt x="150953" y="62319"/>
                </a:lnTo>
                <a:cubicBezTo>
                  <a:pt x="154760" y="57922"/>
                  <a:pt x="151645" y="51216"/>
                  <a:pt x="145989" y="51216"/>
                </a:cubicBezTo>
                <a:cubicBezTo>
                  <a:pt x="145853" y="51216"/>
                  <a:pt x="145715" y="51220"/>
                  <a:pt x="145576" y="51228"/>
                </a:cubicBezTo>
                <a:lnTo>
                  <a:pt x="144030" y="40473"/>
                </a:lnTo>
                <a:lnTo>
                  <a:pt x="144299" y="40473"/>
                </a:lnTo>
                <a:cubicBezTo>
                  <a:pt x="146853" y="40204"/>
                  <a:pt x="148735" y="38053"/>
                  <a:pt x="148668" y="35499"/>
                </a:cubicBezTo>
                <a:cubicBezTo>
                  <a:pt x="148533" y="32945"/>
                  <a:pt x="146450" y="30995"/>
                  <a:pt x="143895" y="30995"/>
                </a:cubicBezTo>
                <a:cubicBezTo>
                  <a:pt x="137913" y="30995"/>
                  <a:pt x="137375" y="39935"/>
                  <a:pt x="143492" y="40473"/>
                </a:cubicBezTo>
                <a:lnTo>
                  <a:pt x="144971" y="51295"/>
                </a:lnTo>
                <a:cubicBezTo>
                  <a:pt x="141341" y="51833"/>
                  <a:pt x="138787" y="55194"/>
                  <a:pt x="139324" y="58824"/>
                </a:cubicBezTo>
                <a:cubicBezTo>
                  <a:pt x="139813" y="62183"/>
                  <a:pt x="142632" y="64543"/>
                  <a:pt x="145866" y="64543"/>
                </a:cubicBezTo>
                <a:cubicBezTo>
                  <a:pt x="146192" y="64543"/>
                  <a:pt x="146521" y="64519"/>
                  <a:pt x="146853" y="64470"/>
                </a:cubicBezTo>
                <a:cubicBezTo>
                  <a:pt x="148265" y="64336"/>
                  <a:pt x="149542" y="63664"/>
                  <a:pt x="150550" y="62723"/>
                </a:cubicBezTo>
                <a:lnTo>
                  <a:pt x="159557" y="72133"/>
                </a:lnTo>
                <a:cubicBezTo>
                  <a:pt x="157541" y="74015"/>
                  <a:pt x="157608" y="77309"/>
                  <a:pt x="159692" y="79124"/>
                </a:cubicBezTo>
                <a:lnTo>
                  <a:pt x="155390" y="85644"/>
                </a:lnTo>
                <a:cubicBezTo>
                  <a:pt x="154193" y="84847"/>
                  <a:pt x="152849" y="84465"/>
                  <a:pt x="151521" y="84465"/>
                </a:cubicBezTo>
                <a:cubicBezTo>
                  <a:pt x="149268" y="84465"/>
                  <a:pt x="147064" y="85564"/>
                  <a:pt x="145710" y="87594"/>
                </a:cubicBezTo>
                <a:lnTo>
                  <a:pt x="126889" y="76839"/>
                </a:lnTo>
                <a:cubicBezTo>
                  <a:pt x="126956" y="76234"/>
                  <a:pt x="127023" y="75696"/>
                  <a:pt x="126956" y="75158"/>
                </a:cubicBezTo>
                <a:cubicBezTo>
                  <a:pt x="126584" y="72370"/>
                  <a:pt x="124300" y="70857"/>
                  <a:pt x="122015" y="70857"/>
                </a:cubicBezTo>
                <a:cubicBezTo>
                  <a:pt x="120168" y="70857"/>
                  <a:pt x="118319" y="71845"/>
                  <a:pt x="117478" y="73948"/>
                </a:cubicBezTo>
                <a:lnTo>
                  <a:pt x="110622" y="73276"/>
                </a:lnTo>
                <a:cubicBezTo>
                  <a:pt x="110756" y="72671"/>
                  <a:pt x="110823" y="71999"/>
                  <a:pt x="110756" y="71394"/>
                </a:cubicBezTo>
                <a:cubicBezTo>
                  <a:pt x="110387" y="68813"/>
                  <a:pt x="108109" y="66906"/>
                  <a:pt x="105563" y="66906"/>
                </a:cubicBezTo>
                <a:cubicBezTo>
                  <a:pt x="105324" y="66906"/>
                  <a:pt x="105083" y="66923"/>
                  <a:pt x="104841" y="66957"/>
                </a:cubicBezTo>
                <a:cubicBezTo>
                  <a:pt x="104101" y="67025"/>
                  <a:pt x="103362" y="67294"/>
                  <a:pt x="102757" y="67697"/>
                </a:cubicBezTo>
                <a:lnTo>
                  <a:pt x="90456" y="39129"/>
                </a:lnTo>
                <a:cubicBezTo>
                  <a:pt x="96734" y="36513"/>
                  <a:pt x="94677" y="27344"/>
                  <a:pt x="88185" y="27344"/>
                </a:cubicBezTo>
                <a:cubicBezTo>
                  <a:pt x="88005" y="27344"/>
                  <a:pt x="87820" y="27351"/>
                  <a:pt x="87633" y="27365"/>
                </a:cubicBezTo>
                <a:cubicBezTo>
                  <a:pt x="80709" y="27903"/>
                  <a:pt x="79902" y="37784"/>
                  <a:pt x="86692" y="39398"/>
                </a:cubicBezTo>
                <a:lnTo>
                  <a:pt x="86423" y="49144"/>
                </a:lnTo>
                <a:cubicBezTo>
                  <a:pt x="86221" y="49144"/>
                  <a:pt x="86019" y="49144"/>
                  <a:pt x="85885" y="49212"/>
                </a:cubicBezTo>
                <a:cubicBezTo>
                  <a:pt x="83868" y="49480"/>
                  <a:pt x="82255" y="51026"/>
                  <a:pt x="81986" y="53043"/>
                </a:cubicBezTo>
                <a:lnTo>
                  <a:pt x="63568" y="53715"/>
                </a:lnTo>
                <a:lnTo>
                  <a:pt x="63568" y="53446"/>
                </a:lnTo>
                <a:cubicBezTo>
                  <a:pt x="63245" y="51247"/>
                  <a:pt x="61364" y="49607"/>
                  <a:pt x="59186" y="49607"/>
                </a:cubicBezTo>
                <a:cubicBezTo>
                  <a:pt x="59101" y="49607"/>
                  <a:pt x="59016" y="49610"/>
                  <a:pt x="58930" y="49615"/>
                </a:cubicBezTo>
                <a:lnTo>
                  <a:pt x="56308" y="34759"/>
                </a:lnTo>
                <a:cubicBezTo>
                  <a:pt x="60005" y="34222"/>
                  <a:pt x="62627" y="30928"/>
                  <a:pt x="62358" y="27231"/>
                </a:cubicBezTo>
                <a:cubicBezTo>
                  <a:pt x="62030" y="23553"/>
                  <a:pt x="59006" y="20773"/>
                  <a:pt x="55356" y="20773"/>
                </a:cubicBezTo>
                <a:cubicBezTo>
                  <a:pt x="55270" y="20773"/>
                  <a:pt x="55185" y="20775"/>
                  <a:pt x="55098" y="20778"/>
                </a:cubicBezTo>
                <a:lnTo>
                  <a:pt x="55905" y="10225"/>
                </a:lnTo>
                <a:lnTo>
                  <a:pt x="56107" y="10225"/>
                </a:lnTo>
                <a:cubicBezTo>
                  <a:pt x="58863" y="9821"/>
                  <a:pt x="60812" y="7401"/>
                  <a:pt x="60543" y="4645"/>
                </a:cubicBezTo>
                <a:cubicBezTo>
                  <a:pt x="60348" y="1976"/>
                  <a:pt x="58072" y="1"/>
                  <a:pt x="55426" y="1"/>
                </a:cubicBezTo>
                <a:close/>
              </a:path>
            </a:pathLst>
          </a:custGeom>
          <a:solidFill>
            <a:srgbClr val="4463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0"/>
          <p:cNvSpPr txBox="1">
            <a:spLocks noGrp="1"/>
          </p:cNvSpPr>
          <p:nvPr>
            <p:ph type="title"/>
          </p:nvPr>
        </p:nvSpPr>
        <p:spPr>
          <a:xfrm>
            <a:off x="722700" y="431800"/>
            <a:ext cx="8158500" cy="14430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4500"/>
              <a:buNone/>
              <a:defRPr sz="4500">
                <a:solidFill>
                  <a:srgbClr val="FFFFFF"/>
                </a:solidFill>
              </a:defRPr>
            </a:lvl1pPr>
            <a:lvl2pPr lvl="1" rtl="0">
              <a:spcBef>
                <a:spcPts val="0"/>
              </a:spcBef>
              <a:spcAft>
                <a:spcPts val="0"/>
              </a:spcAft>
              <a:buClr>
                <a:srgbClr val="FFFFFF"/>
              </a:buClr>
              <a:buSzPts val="4500"/>
              <a:buNone/>
              <a:defRPr sz="4500">
                <a:solidFill>
                  <a:srgbClr val="FFFFFF"/>
                </a:solidFill>
              </a:defRPr>
            </a:lvl2pPr>
            <a:lvl3pPr lvl="2" rtl="0">
              <a:spcBef>
                <a:spcPts val="0"/>
              </a:spcBef>
              <a:spcAft>
                <a:spcPts val="0"/>
              </a:spcAft>
              <a:buClr>
                <a:srgbClr val="FFFFFF"/>
              </a:buClr>
              <a:buSzPts val="4500"/>
              <a:buNone/>
              <a:defRPr sz="4500">
                <a:solidFill>
                  <a:srgbClr val="FFFFFF"/>
                </a:solidFill>
              </a:defRPr>
            </a:lvl3pPr>
            <a:lvl4pPr lvl="3" rtl="0">
              <a:spcBef>
                <a:spcPts val="0"/>
              </a:spcBef>
              <a:spcAft>
                <a:spcPts val="0"/>
              </a:spcAft>
              <a:buClr>
                <a:srgbClr val="FFFFFF"/>
              </a:buClr>
              <a:buSzPts val="4500"/>
              <a:buNone/>
              <a:defRPr sz="4500">
                <a:solidFill>
                  <a:srgbClr val="FFFFFF"/>
                </a:solidFill>
              </a:defRPr>
            </a:lvl4pPr>
            <a:lvl5pPr lvl="4" rtl="0">
              <a:spcBef>
                <a:spcPts val="0"/>
              </a:spcBef>
              <a:spcAft>
                <a:spcPts val="0"/>
              </a:spcAft>
              <a:buClr>
                <a:srgbClr val="FFFFFF"/>
              </a:buClr>
              <a:buSzPts val="4500"/>
              <a:buNone/>
              <a:defRPr sz="4500">
                <a:solidFill>
                  <a:srgbClr val="FFFFFF"/>
                </a:solidFill>
              </a:defRPr>
            </a:lvl5pPr>
            <a:lvl6pPr lvl="5" rtl="0">
              <a:spcBef>
                <a:spcPts val="0"/>
              </a:spcBef>
              <a:spcAft>
                <a:spcPts val="0"/>
              </a:spcAft>
              <a:buClr>
                <a:srgbClr val="FFFFFF"/>
              </a:buClr>
              <a:buSzPts val="4500"/>
              <a:buNone/>
              <a:defRPr sz="4500">
                <a:solidFill>
                  <a:srgbClr val="FFFFFF"/>
                </a:solidFill>
              </a:defRPr>
            </a:lvl6pPr>
            <a:lvl7pPr lvl="6" rtl="0">
              <a:spcBef>
                <a:spcPts val="0"/>
              </a:spcBef>
              <a:spcAft>
                <a:spcPts val="0"/>
              </a:spcAft>
              <a:buClr>
                <a:srgbClr val="FFFFFF"/>
              </a:buClr>
              <a:buSzPts val="4500"/>
              <a:buNone/>
              <a:defRPr sz="4500">
                <a:solidFill>
                  <a:srgbClr val="FFFFFF"/>
                </a:solidFill>
              </a:defRPr>
            </a:lvl7pPr>
            <a:lvl8pPr lvl="7" rtl="0">
              <a:spcBef>
                <a:spcPts val="0"/>
              </a:spcBef>
              <a:spcAft>
                <a:spcPts val="0"/>
              </a:spcAft>
              <a:buClr>
                <a:srgbClr val="FFFFFF"/>
              </a:buClr>
              <a:buSzPts val="4500"/>
              <a:buNone/>
              <a:defRPr sz="4500">
                <a:solidFill>
                  <a:srgbClr val="FFFFFF"/>
                </a:solidFill>
              </a:defRPr>
            </a:lvl8pPr>
            <a:lvl9pPr lvl="8" rtl="0">
              <a:spcBef>
                <a:spcPts val="0"/>
              </a:spcBef>
              <a:spcAft>
                <a:spcPts val="0"/>
              </a:spcAft>
              <a:buClr>
                <a:srgbClr val="FFFFFF"/>
              </a:buClr>
              <a:buSzPts val="4500"/>
              <a:buNone/>
              <a:defRPr sz="4500">
                <a:solidFill>
                  <a:srgbClr val="FFFFFF"/>
                </a:solidFill>
              </a:defRPr>
            </a:lvl9pPr>
          </a:lstStyle>
          <a:p>
            <a:endParaRPr/>
          </a:p>
        </p:txBody>
      </p:sp>
      <p:sp>
        <p:nvSpPr>
          <p:cNvPr id="241" name="Google Shape;241;p20"/>
          <p:cNvSpPr txBox="1">
            <a:spLocks noGrp="1"/>
          </p:cNvSpPr>
          <p:nvPr>
            <p:ph type="subTitle" idx="1"/>
          </p:nvPr>
        </p:nvSpPr>
        <p:spPr>
          <a:xfrm>
            <a:off x="727350" y="2321721"/>
            <a:ext cx="2627100" cy="706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FFFFF"/>
              </a:buClr>
              <a:buSzPts val="1400"/>
              <a:buNone/>
              <a:defRPr sz="1400">
                <a:solidFill>
                  <a:srgbClr val="FFFFFF"/>
                </a:solidFill>
              </a:defRPr>
            </a:lvl1pPr>
            <a:lvl2pPr lvl="1" rtl="0">
              <a:lnSpc>
                <a:spcPct val="100000"/>
              </a:lnSpc>
              <a:spcBef>
                <a:spcPts val="0"/>
              </a:spcBef>
              <a:spcAft>
                <a:spcPts val="0"/>
              </a:spcAft>
              <a:buClr>
                <a:srgbClr val="FFFFFF"/>
              </a:buClr>
              <a:buSzPts val="1400"/>
              <a:buNone/>
              <a:defRPr>
                <a:solidFill>
                  <a:srgbClr val="FFFFFF"/>
                </a:solidFill>
              </a:defRPr>
            </a:lvl2pPr>
            <a:lvl3pPr lvl="2" rtl="0">
              <a:lnSpc>
                <a:spcPct val="100000"/>
              </a:lnSpc>
              <a:spcBef>
                <a:spcPts val="0"/>
              </a:spcBef>
              <a:spcAft>
                <a:spcPts val="0"/>
              </a:spcAft>
              <a:buClr>
                <a:srgbClr val="FFFFFF"/>
              </a:buClr>
              <a:buSzPts val="1400"/>
              <a:buNone/>
              <a:defRPr>
                <a:solidFill>
                  <a:srgbClr val="FFFFFF"/>
                </a:solidFill>
              </a:defRPr>
            </a:lvl3pPr>
            <a:lvl4pPr lvl="3" rtl="0">
              <a:lnSpc>
                <a:spcPct val="100000"/>
              </a:lnSpc>
              <a:spcBef>
                <a:spcPts val="0"/>
              </a:spcBef>
              <a:spcAft>
                <a:spcPts val="0"/>
              </a:spcAft>
              <a:buClr>
                <a:srgbClr val="FFFFFF"/>
              </a:buClr>
              <a:buSzPts val="1400"/>
              <a:buNone/>
              <a:defRPr sz="1400">
                <a:solidFill>
                  <a:srgbClr val="FFFFFF"/>
                </a:solidFill>
              </a:defRPr>
            </a:lvl4pPr>
            <a:lvl5pPr lvl="4" rtl="0">
              <a:lnSpc>
                <a:spcPct val="100000"/>
              </a:lnSpc>
              <a:spcBef>
                <a:spcPts val="0"/>
              </a:spcBef>
              <a:spcAft>
                <a:spcPts val="0"/>
              </a:spcAft>
              <a:buClr>
                <a:srgbClr val="FFFFFF"/>
              </a:buClr>
              <a:buSzPts val="1400"/>
              <a:buNone/>
              <a:defRPr sz="1400">
                <a:solidFill>
                  <a:srgbClr val="FFFFFF"/>
                </a:solidFill>
              </a:defRPr>
            </a:lvl5pPr>
            <a:lvl6pPr lvl="5" rtl="0">
              <a:lnSpc>
                <a:spcPct val="100000"/>
              </a:lnSpc>
              <a:spcBef>
                <a:spcPts val="0"/>
              </a:spcBef>
              <a:spcAft>
                <a:spcPts val="0"/>
              </a:spcAft>
              <a:buClr>
                <a:srgbClr val="FFFFFF"/>
              </a:buClr>
              <a:buSzPts val="1400"/>
              <a:buNone/>
              <a:defRPr sz="1400">
                <a:solidFill>
                  <a:srgbClr val="FFFFFF"/>
                </a:solidFill>
              </a:defRPr>
            </a:lvl6pPr>
            <a:lvl7pPr lvl="6" rtl="0">
              <a:lnSpc>
                <a:spcPct val="100000"/>
              </a:lnSpc>
              <a:spcBef>
                <a:spcPts val="0"/>
              </a:spcBef>
              <a:spcAft>
                <a:spcPts val="0"/>
              </a:spcAft>
              <a:buClr>
                <a:srgbClr val="FFFFFF"/>
              </a:buClr>
              <a:buSzPts val="1400"/>
              <a:buNone/>
              <a:defRPr sz="1400">
                <a:solidFill>
                  <a:srgbClr val="FFFFFF"/>
                </a:solidFill>
              </a:defRPr>
            </a:lvl7pPr>
            <a:lvl8pPr lvl="7" rtl="0">
              <a:lnSpc>
                <a:spcPct val="100000"/>
              </a:lnSpc>
              <a:spcBef>
                <a:spcPts val="0"/>
              </a:spcBef>
              <a:spcAft>
                <a:spcPts val="0"/>
              </a:spcAft>
              <a:buClr>
                <a:srgbClr val="FFFFFF"/>
              </a:buClr>
              <a:buSzPts val="1400"/>
              <a:buNone/>
              <a:defRPr sz="1400">
                <a:solidFill>
                  <a:srgbClr val="FFFFFF"/>
                </a:solidFill>
              </a:defRPr>
            </a:lvl8pPr>
            <a:lvl9pPr lvl="8" rtl="0">
              <a:lnSpc>
                <a:spcPct val="100000"/>
              </a:lnSpc>
              <a:spcBef>
                <a:spcPts val="0"/>
              </a:spcBef>
              <a:spcAft>
                <a:spcPts val="0"/>
              </a:spcAft>
              <a:buClr>
                <a:srgbClr val="FFFFFF"/>
              </a:buClr>
              <a:buSzPts val="1400"/>
              <a:buNone/>
              <a:defRPr sz="1400">
                <a:solidFill>
                  <a:srgbClr val="FFFFFF"/>
                </a:solidFill>
              </a:defRPr>
            </a:lvl9pPr>
          </a:lstStyle>
          <a:p>
            <a:endParaRPr/>
          </a:p>
        </p:txBody>
      </p:sp>
      <p:sp>
        <p:nvSpPr>
          <p:cNvPr id="242" name="Google Shape;242;p20"/>
          <p:cNvSpPr txBox="1">
            <a:spLocks noGrp="1"/>
          </p:cNvSpPr>
          <p:nvPr>
            <p:ph type="subTitle" idx="2"/>
          </p:nvPr>
        </p:nvSpPr>
        <p:spPr>
          <a:xfrm>
            <a:off x="727350" y="1767600"/>
            <a:ext cx="2627100" cy="706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FFFFF"/>
              </a:buClr>
              <a:buSzPts val="1400"/>
              <a:buNone/>
              <a:defRPr sz="1400" b="1">
                <a:solidFill>
                  <a:srgbClr val="FFFFFF"/>
                </a:solidFill>
              </a:defRPr>
            </a:lvl1pPr>
            <a:lvl2pPr lvl="1" rtl="0">
              <a:lnSpc>
                <a:spcPct val="100000"/>
              </a:lnSpc>
              <a:spcBef>
                <a:spcPts val="0"/>
              </a:spcBef>
              <a:spcAft>
                <a:spcPts val="0"/>
              </a:spcAft>
              <a:buClr>
                <a:srgbClr val="FFFFFF"/>
              </a:buClr>
              <a:buSzPts val="1400"/>
              <a:buNone/>
              <a:defRPr b="1">
                <a:solidFill>
                  <a:srgbClr val="FFFFFF"/>
                </a:solidFill>
              </a:defRPr>
            </a:lvl2pPr>
            <a:lvl3pPr lvl="2" rtl="0">
              <a:lnSpc>
                <a:spcPct val="100000"/>
              </a:lnSpc>
              <a:spcBef>
                <a:spcPts val="0"/>
              </a:spcBef>
              <a:spcAft>
                <a:spcPts val="0"/>
              </a:spcAft>
              <a:buClr>
                <a:srgbClr val="FFFFFF"/>
              </a:buClr>
              <a:buSzPts val="1400"/>
              <a:buNone/>
              <a:defRPr b="1">
                <a:solidFill>
                  <a:srgbClr val="FFFFFF"/>
                </a:solidFill>
              </a:defRPr>
            </a:lvl3pPr>
            <a:lvl4pPr lvl="3" rtl="0">
              <a:lnSpc>
                <a:spcPct val="100000"/>
              </a:lnSpc>
              <a:spcBef>
                <a:spcPts val="0"/>
              </a:spcBef>
              <a:spcAft>
                <a:spcPts val="0"/>
              </a:spcAft>
              <a:buClr>
                <a:srgbClr val="FFFFFF"/>
              </a:buClr>
              <a:buSzPts val="1400"/>
              <a:buNone/>
              <a:defRPr sz="1400" b="1">
                <a:solidFill>
                  <a:srgbClr val="FFFFFF"/>
                </a:solidFill>
              </a:defRPr>
            </a:lvl4pPr>
            <a:lvl5pPr lvl="4" rtl="0">
              <a:lnSpc>
                <a:spcPct val="100000"/>
              </a:lnSpc>
              <a:spcBef>
                <a:spcPts val="0"/>
              </a:spcBef>
              <a:spcAft>
                <a:spcPts val="0"/>
              </a:spcAft>
              <a:buClr>
                <a:srgbClr val="FFFFFF"/>
              </a:buClr>
              <a:buSzPts val="1400"/>
              <a:buNone/>
              <a:defRPr sz="1400" b="1">
                <a:solidFill>
                  <a:srgbClr val="FFFFFF"/>
                </a:solidFill>
              </a:defRPr>
            </a:lvl5pPr>
            <a:lvl6pPr lvl="5" rtl="0">
              <a:lnSpc>
                <a:spcPct val="100000"/>
              </a:lnSpc>
              <a:spcBef>
                <a:spcPts val="0"/>
              </a:spcBef>
              <a:spcAft>
                <a:spcPts val="0"/>
              </a:spcAft>
              <a:buClr>
                <a:srgbClr val="FFFFFF"/>
              </a:buClr>
              <a:buSzPts val="1400"/>
              <a:buNone/>
              <a:defRPr sz="1400" b="1">
                <a:solidFill>
                  <a:srgbClr val="FFFFFF"/>
                </a:solidFill>
              </a:defRPr>
            </a:lvl6pPr>
            <a:lvl7pPr lvl="6" rtl="0">
              <a:lnSpc>
                <a:spcPct val="100000"/>
              </a:lnSpc>
              <a:spcBef>
                <a:spcPts val="0"/>
              </a:spcBef>
              <a:spcAft>
                <a:spcPts val="0"/>
              </a:spcAft>
              <a:buClr>
                <a:srgbClr val="FFFFFF"/>
              </a:buClr>
              <a:buSzPts val="1400"/>
              <a:buNone/>
              <a:defRPr sz="1400" b="1">
                <a:solidFill>
                  <a:srgbClr val="FFFFFF"/>
                </a:solidFill>
              </a:defRPr>
            </a:lvl7pPr>
            <a:lvl8pPr lvl="7" rtl="0">
              <a:lnSpc>
                <a:spcPct val="100000"/>
              </a:lnSpc>
              <a:spcBef>
                <a:spcPts val="0"/>
              </a:spcBef>
              <a:spcAft>
                <a:spcPts val="0"/>
              </a:spcAft>
              <a:buClr>
                <a:srgbClr val="FFFFFF"/>
              </a:buClr>
              <a:buSzPts val="1400"/>
              <a:buNone/>
              <a:defRPr sz="1400" b="1">
                <a:solidFill>
                  <a:srgbClr val="FFFFFF"/>
                </a:solidFill>
              </a:defRPr>
            </a:lvl8pPr>
            <a:lvl9pPr lvl="8" rtl="0">
              <a:lnSpc>
                <a:spcPct val="100000"/>
              </a:lnSpc>
              <a:spcBef>
                <a:spcPts val="0"/>
              </a:spcBef>
              <a:spcAft>
                <a:spcPts val="0"/>
              </a:spcAft>
              <a:buClr>
                <a:srgbClr val="FFFFFF"/>
              </a:buClr>
              <a:buSzPts val="1400"/>
              <a:buNone/>
              <a:defRPr sz="1400" b="1">
                <a:solidFill>
                  <a:srgbClr val="FFFFFF"/>
                </a:solidFill>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7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2376" y="538896"/>
            <a:ext cx="77085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rgbClr val="4F6F8C"/>
              </a:buClr>
              <a:buSzPts val="2800"/>
              <a:buFont typeface="Roboto Slab"/>
              <a:buNone/>
              <a:defRPr sz="2800">
                <a:solidFill>
                  <a:srgbClr val="4F6F8C"/>
                </a:solidFill>
                <a:latin typeface="Roboto Slab"/>
                <a:ea typeface="Roboto Slab"/>
                <a:cs typeface="Roboto Slab"/>
                <a:sym typeface="Roboto Slab"/>
              </a:defRPr>
            </a:lvl1pPr>
            <a:lvl2pPr lvl="1">
              <a:spcBef>
                <a:spcPts val="0"/>
              </a:spcBef>
              <a:spcAft>
                <a:spcPts val="0"/>
              </a:spcAft>
              <a:buClr>
                <a:schemeClr val="dk1"/>
              </a:buClr>
              <a:buSzPts val="2800"/>
              <a:buFont typeface="Old Standard TT"/>
              <a:buNone/>
              <a:defRPr sz="2800" i="1">
                <a:solidFill>
                  <a:schemeClr val="dk1"/>
                </a:solidFill>
                <a:latin typeface="Old Standard TT"/>
                <a:ea typeface="Old Standard TT"/>
                <a:cs typeface="Old Standard TT"/>
                <a:sym typeface="Old Standard TT"/>
              </a:defRPr>
            </a:lvl2pPr>
            <a:lvl3pPr lvl="2">
              <a:spcBef>
                <a:spcPts val="0"/>
              </a:spcBef>
              <a:spcAft>
                <a:spcPts val="0"/>
              </a:spcAft>
              <a:buClr>
                <a:schemeClr val="dk1"/>
              </a:buClr>
              <a:buSzPts val="2800"/>
              <a:buFont typeface="Old Standard TT"/>
              <a:buNone/>
              <a:defRPr sz="2800" i="1">
                <a:solidFill>
                  <a:schemeClr val="dk1"/>
                </a:solidFill>
                <a:latin typeface="Old Standard TT"/>
                <a:ea typeface="Old Standard TT"/>
                <a:cs typeface="Old Standard TT"/>
                <a:sym typeface="Old Standard TT"/>
              </a:defRPr>
            </a:lvl3pPr>
            <a:lvl4pPr lvl="3">
              <a:spcBef>
                <a:spcPts val="0"/>
              </a:spcBef>
              <a:spcAft>
                <a:spcPts val="0"/>
              </a:spcAft>
              <a:buClr>
                <a:schemeClr val="dk1"/>
              </a:buClr>
              <a:buSzPts val="2800"/>
              <a:buFont typeface="Old Standard TT"/>
              <a:buNone/>
              <a:defRPr sz="2800" i="1">
                <a:solidFill>
                  <a:schemeClr val="dk1"/>
                </a:solidFill>
                <a:latin typeface="Old Standard TT"/>
                <a:ea typeface="Old Standard TT"/>
                <a:cs typeface="Old Standard TT"/>
                <a:sym typeface="Old Standard TT"/>
              </a:defRPr>
            </a:lvl4pPr>
            <a:lvl5pPr lvl="4">
              <a:spcBef>
                <a:spcPts val="0"/>
              </a:spcBef>
              <a:spcAft>
                <a:spcPts val="0"/>
              </a:spcAft>
              <a:buClr>
                <a:schemeClr val="dk1"/>
              </a:buClr>
              <a:buSzPts val="2800"/>
              <a:buFont typeface="Old Standard TT"/>
              <a:buNone/>
              <a:defRPr sz="2800" i="1">
                <a:solidFill>
                  <a:schemeClr val="dk1"/>
                </a:solidFill>
                <a:latin typeface="Old Standard TT"/>
                <a:ea typeface="Old Standard TT"/>
                <a:cs typeface="Old Standard TT"/>
                <a:sym typeface="Old Standard TT"/>
              </a:defRPr>
            </a:lvl5pPr>
            <a:lvl6pPr lvl="5">
              <a:spcBef>
                <a:spcPts val="0"/>
              </a:spcBef>
              <a:spcAft>
                <a:spcPts val="0"/>
              </a:spcAft>
              <a:buClr>
                <a:schemeClr val="dk1"/>
              </a:buClr>
              <a:buSzPts val="2800"/>
              <a:buFont typeface="Old Standard TT"/>
              <a:buNone/>
              <a:defRPr sz="2800" i="1">
                <a:solidFill>
                  <a:schemeClr val="dk1"/>
                </a:solidFill>
                <a:latin typeface="Old Standard TT"/>
                <a:ea typeface="Old Standard TT"/>
                <a:cs typeface="Old Standard TT"/>
                <a:sym typeface="Old Standard TT"/>
              </a:defRPr>
            </a:lvl6pPr>
            <a:lvl7pPr lvl="6">
              <a:spcBef>
                <a:spcPts val="0"/>
              </a:spcBef>
              <a:spcAft>
                <a:spcPts val="0"/>
              </a:spcAft>
              <a:buClr>
                <a:schemeClr val="dk1"/>
              </a:buClr>
              <a:buSzPts val="2800"/>
              <a:buFont typeface="Old Standard TT"/>
              <a:buNone/>
              <a:defRPr sz="2800" i="1">
                <a:solidFill>
                  <a:schemeClr val="dk1"/>
                </a:solidFill>
                <a:latin typeface="Old Standard TT"/>
                <a:ea typeface="Old Standard TT"/>
                <a:cs typeface="Old Standard TT"/>
                <a:sym typeface="Old Standard TT"/>
              </a:defRPr>
            </a:lvl7pPr>
            <a:lvl8pPr lvl="7">
              <a:spcBef>
                <a:spcPts val="0"/>
              </a:spcBef>
              <a:spcAft>
                <a:spcPts val="0"/>
              </a:spcAft>
              <a:buClr>
                <a:schemeClr val="dk1"/>
              </a:buClr>
              <a:buSzPts val="2800"/>
              <a:buFont typeface="Old Standard TT"/>
              <a:buNone/>
              <a:defRPr sz="2800" i="1">
                <a:solidFill>
                  <a:schemeClr val="dk1"/>
                </a:solidFill>
                <a:latin typeface="Old Standard TT"/>
                <a:ea typeface="Old Standard TT"/>
                <a:cs typeface="Old Standard TT"/>
                <a:sym typeface="Old Standard TT"/>
              </a:defRPr>
            </a:lvl8pPr>
            <a:lvl9pPr lvl="8">
              <a:spcBef>
                <a:spcPts val="0"/>
              </a:spcBef>
              <a:spcAft>
                <a:spcPts val="0"/>
              </a:spcAft>
              <a:buClr>
                <a:schemeClr val="dk1"/>
              </a:buClr>
              <a:buSzPts val="2800"/>
              <a:buFont typeface="Old Standard TT"/>
              <a:buNone/>
              <a:defRPr sz="2800" i="1">
                <a:solidFill>
                  <a:schemeClr val="dk1"/>
                </a:solidFill>
                <a:latin typeface="Old Standard TT"/>
                <a:ea typeface="Old Standard TT"/>
                <a:cs typeface="Old Standard TT"/>
                <a:sym typeface="Old Standard TT"/>
              </a:defRPr>
            </a:lvl9pPr>
          </a:lstStyle>
          <a:p>
            <a:endParaRPr/>
          </a:p>
        </p:txBody>
      </p:sp>
      <p:sp>
        <p:nvSpPr>
          <p:cNvPr id="7" name="Google Shape;7;p1"/>
          <p:cNvSpPr txBox="1">
            <a:spLocks noGrp="1"/>
          </p:cNvSpPr>
          <p:nvPr>
            <p:ph type="body" idx="1"/>
          </p:nvPr>
        </p:nvSpPr>
        <p:spPr>
          <a:xfrm>
            <a:off x="720000" y="1247450"/>
            <a:ext cx="8520600" cy="3416400"/>
          </a:xfrm>
          <a:prstGeom prst="rect">
            <a:avLst/>
          </a:prstGeom>
          <a:noFill/>
          <a:ln>
            <a:noFill/>
          </a:ln>
        </p:spPr>
        <p:txBody>
          <a:bodyPr spcFirstLastPara="1" wrap="square" lIns="91425" tIns="91425" rIns="91425" bIns="91425" anchor="t" anchorCtr="0">
            <a:noAutofit/>
          </a:bodyPr>
          <a:lstStyle>
            <a:lvl1pPr marL="457200" lvl="0" indent="-330200">
              <a:lnSpc>
                <a:spcPct val="115000"/>
              </a:lnSpc>
              <a:spcBef>
                <a:spcPts val="0"/>
              </a:spcBef>
              <a:spcAft>
                <a:spcPts val="0"/>
              </a:spcAft>
              <a:buClr>
                <a:schemeClr val="accent1"/>
              </a:buClr>
              <a:buSzPts val="1600"/>
              <a:buFont typeface="Roboto"/>
              <a:buChar char="●"/>
              <a:defRPr sz="1600">
                <a:solidFill>
                  <a:schemeClr val="accent1"/>
                </a:solidFill>
                <a:latin typeface="Roboto"/>
                <a:ea typeface="Roboto"/>
                <a:cs typeface="Roboto"/>
                <a:sym typeface="Roboto"/>
              </a:defRPr>
            </a:lvl1pPr>
            <a:lvl2pPr marL="914400" lvl="1" indent="-317500">
              <a:lnSpc>
                <a:spcPct val="115000"/>
              </a:lnSpc>
              <a:spcBef>
                <a:spcPts val="1600"/>
              </a:spcBef>
              <a:spcAft>
                <a:spcPts val="0"/>
              </a:spcAft>
              <a:buClr>
                <a:schemeClr val="accent1"/>
              </a:buClr>
              <a:buSzPts val="1400"/>
              <a:buFont typeface="Roboto"/>
              <a:buChar char="○"/>
              <a:defRPr>
                <a:solidFill>
                  <a:schemeClr val="accent1"/>
                </a:solidFill>
                <a:latin typeface="Roboto"/>
                <a:ea typeface="Roboto"/>
                <a:cs typeface="Roboto"/>
                <a:sym typeface="Roboto"/>
              </a:defRPr>
            </a:lvl2pPr>
            <a:lvl3pPr marL="1371600" lvl="2" indent="-317500">
              <a:lnSpc>
                <a:spcPct val="115000"/>
              </a:lnSpc>
              <a:spcBef>
                <a:spcPts val="1600"/>
              </a:spcBef>
              <a:spcAft>
                <a:spcPts val="0"/>
              </a:spcAft>
              <a:buClr>
                <a:schemeClr val="accent1"/>
              </a:buClr>
              <a:buSzPts val="1400"/>
              <a:buFont typeface="Roboto"/>
              <a:buChar char="■"/>
              <a:defRPr>
                <a:solidFill>
                  <a:schemeClr val="accent1"/>
                </a:solidFill>
                <a:latin typeface="Roboto"/>
                <a:ea typeface="Roboto"/>
                <a:cs typeface="Roboto"/>
                <a:sym typeface="Roboto"/>
              </a:defRPr>
            </a:lvl3pPr>
            <a:lvl4pPr marL="1828800" lvl="3" indent="-304800">
              <a:lnSpc>
                <a:spcPct val="115000"/>
              </a:lnSpc>
              <a:spcBef>
                <a:spcPts val="1600"/>
              </a:spcBef>
              <a:spcAft>
                <a:spcPts val="0"/>
              </a:spcAft>
              <a:buClr>
                <a:schemeClr val="accent1"/>
              </a:buClr>
              <a:buSzPts val="1200"/>
              <a:buFont typeface="Roboto"/>
              <a:buChar char="●"/>
              <a:defRPr sz="1200">
                <a:solidFill>
                  <a:schemeClr val="accent1"/>
                </a:solidFill>
                <a:latin typeface="Roboto"/>
                <a:ea typeface="Roboto"/>
                <a:cs typeface="Roboto"/>
                <a:sym typeface="Roboto"/>
              </a:defRPr>
            </a:lvl4pPr>
            <a:lvl5pPr marL="2286000" lvl="4" indent="-304800">
              <a:lnSpc>
                <a:spcPct val="115000"/>
              </a:lnSpc>
              <a:spcBef>
                <a:spcPts val="1600"/>
              </a:spcBef>
              <a:spcAft>
                <a:spcPts val="0"/>
              </a:spcAft>
              <a:buClr>
                <a:schemeClr val="accent1"/>
              </a:buClr>
              <a:buSzPts val="1200"/>
              <a:buFont typeface="Roboto"/>
              <a:buChar char="○"/>
              <a:defRPr sz="1200">
                <a:solidFill>
                  <a:schemeClr val="accent1"/>
                </a:solidFill>
                <a:latin typeface="Roboto"/>
                <a:ea typeface="Roboto"/>
                <a:cs typeface="Roboto"/>
                <a:sym typeface="Roboto"/>
              </a:defRPr>
            </a:lvl5pPr>
            <a:lvl6pPr marL="2743200" lvl="5" indent="-304800">
              <a:lnSpc>
                <a:spcPct val="115000"/>
              </a:lnSpc>
              <a:spcBef>
                <a:spcPts val="1600"/>
              </a:spcBef>
              <a:spcAft>
                <a:spcPts val="0"/>
              </a:spcAft>
              <a:buClr>
                <a:schemeClr val="accent1"/>
              </a:buClr>
              <a:buSzPts val="1200"/>
              <a:buFont typeface="Roboto"/>
              <a:buChar char="■"/>
              <a:defRPr sz="1200">
                <a:solidFill>
                  <a:schemeClr val="accent1"/>
                </a:solidFill>
                <a:latin typeface="Roboto"/>
                <a:ea typeface="Roboto"/>
                <a:cs typeface="Roboto"/>
                <a:sym typeface="Roboto"/>
              </a:defRPr>
            </a:lvl6pPr>
            <a:lvl7pPr marL="3200400" lvl="6" indent="-304800">
              <a:lnSpc>
                <a:spcPct val="115000"/>
              </a:lnSpc>
              <a:spcBef>
                <a:spcPts val="1600"/>
              </a:spcBef>
              <a:spcAft>
                <a:spcPts val="0"/>
              </a:spcAft>
              <a:buClr>
                <a:schemeClr val="accent1"/>
              </a:buClr>
              <a:buSzPts val="1200"/>
              <a:buFont typeface="Roboto"/>
              <a:buChar char="●"/>
              <a:defRPr sz="1200">
                <a:solidFill>
                  <a:schemeClr val="accent1"/>
                </a:solidFill>
                <a:latin typeface="Roboto"/>
                <a:ea typeface="Roboto"/>
                <a:cs typeface="Roboto"/>
                <a:sym typeface="Roboto"/>
              </a:defRPr>
            </a:lvl7pPr>
            <a:lvl8pPr marL="3657600" lvl="7" indent="-304800">
              <a:lnSpc>
                <a:spcPct val="115000"/>
              </a:lnSpc>
              <a:spcBef>
                <a:spcPts val="1600"/>
              </a:spcBef>
              <a:spcAft>
                <a:spcPts val="0"/>
              </a:spcAft>
              <a:buClr>
                <a:schemeClr val="accent1"/>
              </a:buClr>
              <a:buSzPts val="1200"/>
              <a:buFont typeface="Roboto"/>
              <a:buChar char="○"/>
              <a:defRPr sz="1200">
                <a:solidFill>
                  <a:schemeClr val="accent1"/>
                </a:solidFill>
                <a:latin typeface="Roboto"/>
                <a:ea typeface="Roboto"/>
                <a:cs typeface="Roboto"/>
                <a:sym typeface="Roboto"/>
              </a:defRPr>
            </a:lvl8pPr>
            <a:lvl9pPr marL="4114800" lvl="8" indent="-304800">
              <a:lnSpc>
                <a:spcPct val="115000"/>
              </a:lnSpc>
              <a:spcBef>
                <a:spcPts val="1600"/>
              </a:spcBef>
              <a:spcAft>
                <a:spcPts val="1600"/>
              </a:spcAft>
              <a:buClr>
                <a:schemeClr val="accent1"/>
              </a:buClr>
              <a:buSzPts val="1200"/>
              <a:buFont typeface="Roboto"/>
              <a:buChar char="■"/>
              <a:defRPr sz="1200">
                <a:solidFill>
                  <a:schemeClr val="accent1"/>
                </a:solidFill>
                <a:latin typeface="Roboto"/>
                <a:ea typeface="Roboto"/>
                <a:cs typeface="Roboto"/>
                <a:sym typeface="Robo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8" r:id="rId4"/>
    <p:sldLayoutId id="2147483659" r:id="rId5"/>
    <p:sldLayoutId id="2147483660" r:id="rId6"/>
    <p:sldLayoutId id="2147483663" r:id="rId7"/>
    <p:sldLayoutId id="2147483665" r:id="rId8"/>
    <p:sldLayoutId id="2147483666" r:id="rId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67"/>
        <p:cNvGrpSpPr/>
        <p:nvPr/>
      </p:nvGrpSpPr>
      <p:grpSpPr>
        <a:xfrm>
          <a:off x="0" y="0"/>
          <a:ext cx="0" cy="0"/>
          <a:chOff x="0" y="0"/>
          <a:chExt cx="0" cy="0"/>
        </a:xfrm>
      </p:grpSpPr>
      <p:sp>
        <p:nvSpPr>
          <p:cNvPr id="268" name="Google Shape;268;p2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69" name="Google Shape;269;p2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6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1.png"/></Relationships>
</file>

<file path=ppt/slides/_rels/slide5.xml.rels><?xml version="1.0" encoding="UTF-8" standalone="yes"?>
<Relationships xmlns="http://schemas.openxmlformats.org/package/2006/relationships"><Relationship Id="rId3" Type="http://schemas.openxmlformats.org/officeDocument/2006/relationships/hyperlink" Target="https://moticon.com/opengo/sensor-insoles" TargetMode="External"/><Relationship Id="rId2" Type="http://schemas.openxmlformats.org/officeDocument/2006/relationships/hyperlink" Target="https://www.movella.com/products/wearables/xsens-mtw-awinda" TargetMode="External"/><Relationship Id="rId1" Type="http://schemas.openxmlformats.org/officeDocument/2006/relationships/slideLayout" Target="../slideLayouts/slideLayout8.xml"/><Relationship Id="rId5" Type="http://schemas.openxmlformats.org/officeDocument/2006/relationships/image" Target="../media/image1.png"/><Relationship Id="rId4" Type="http://schemas.openxmlformats.org/officeDocument/2006/relationships/hyperlink" Target="https://www.protokinetics.com/zeno-walkway/" TargetMode="External"/></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Layout" Target="../slideLayouts/slideLayout8.xml"/><Relationship Id="rId5" Type="http://schemas.openxmlformats.org/officeDocument/2006/relationships/image" Target="../media/image9.png"/><Relationship Id="rId4" Type="http://schemas.openxmlformats.org/officeDocument/2006/relationships/image" Target="../media/image8.png"/></Relationships>
</file>

<file path=ppt/slides/_rels/slide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1.png"/><Relationship Id="rId1" Type="http://schemas.openxmlformats.org/officeDocument/2006/relationships/slideLayout" Target="../slideLayouts/slideLayout8.xml"/><Relationship Id="rId4" Type="http://schemas.openxmlformats.org/officeDocument/2006/relationships/image" Target="../media/image11.png"/></Relationships>
</file>

<file path=ppt/slides/_rels/slide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png"/><Relationship Id="rId1" Type="http://schemas.openxmlformats.org/officeDocument/2006/relationships/slideLayout" Target="../slideLayouts/slideLayout8.xml"/><Relationship Id="rId4" Type="http://schemas.openxmlformats.org/officeDocument/2006/relationships/image" Target="../media/image14.png"/></Relationships>
</file>

<file path=ppt/slides/_rels/slide2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png"/><Relationship Id="rId1" Type="http://schemas.openxmlformats.org/officeDocument/2006/relationships/slideLayout" Target="../slideLayouts/slideLayout8.xml"/><Relationship Id="rId4" Type="http://schemas.openxmlformats.org/officeDocument/2006/relationships/image" Target="../media/image16.png"/></Relationships>
</file>

<file path=ppt/slides/_rels/slide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4.png"/></Relationships>
</file>

<file path=ppt/slides/_rels/slide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1.png"/></Relationships>
</file>

<file path=ppt/slides/_rels/slide40.xml.rels><?xml version="1.0" encoding="UTF-8" standalone="yes"?>
<Relationships xmlns="http://schemas.openxmlformats.org/package/2006/relationships"><Relationship Id="rId3" Type="http://schemas.openxmlformats.org/officeDocument/2006/relationships/image" Target="../media/image28.png"/><Relationship Id="rId7" Type="http://schemas.openxmlformats.org/officeDocument/2006/relationships/image" Target="../media/image1.png"/><Relationship Id="rId2" Type="http://schemas.openxmlformats.org/officeDocument/2006/relationships/image" Target="../media/image27.png"/><Relationship Id="rId1" Type="http://schemas.openxmlformats.org/officeDocument/2006/relationships/slideLayout" Target="../slideLayouts/slideLayout8.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2.png"/><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8.xml"/><Relationship Id="rId4" Type="http://schemas.openxmlformats.org/officeDocument/2006/relationships/image" Target="../media/image1.png"/></Relationships>
</file>

<file path=ppt/slides/_rels/slide4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8.xml"/><Relationship Id="rId5" Type="http://schemas.openxmlformats.org/officeDocument/2006/relationships/image" Target="../media/image1.png"/><Relationship Id="rId4" Type="http://schemas.openxmlformats.org/officeDocument/2006/relationships/hyperlink" Target="file:///C:\Users\samue\PROGETTO-cLINICA\Dati_WearGait\CDA_Paziente_NLS195.xml" TargetMode="External"/></Relationships>
</file>

<file path=ppt/slides/_rels/slide44.xml.rels><?xml version="1.0" encoding="UTF-8" standalone="yes"?>
<Relationships xmlns="http://schemas.openxmlformats.org/package/2006/relationships"><Relationship Id="rId3" Type="http://schemas.openxmlformats.org/officeDocument/2006/relationships/hyperlink" Target="https://github.com/HL7/CDA-core-xsl/blob/master/CDA.xsl" TargetMode="External"/><Relationship Id="rId2" Type="http://schemas.openxmlformats.org/officeDocument/2006/relationships/image" Target="../media/image1.png"/><Relationship Id="rId1" Type="http://schemas.openxmlformats.org/officeDocument/2006/relationships/slideLayout" Target="../slideLayouts/slideLayout8.xml"/><Relationship Id="rId5" Type="http://schemas.openxmlformats.org/officeDocument/2006/relationships/hyperlink" Target="file:///C:\Users\samue\PROGETTO-cLINICA\Referto%20di%20Televisita%20(May%2023,%202026,%2003_21AM).pdf" TargetMode="External"/><Relationship Id="rId4" Type="http://schemas.openxmlformats.org/officeDocument/2006/relationships/hyperlink" Target="https://www.ccdaviewer.com/" TargetMode="Externa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3" Type="http://schemas.openxmlformats.org/officeDocument/2006/relationships/hyperlink" Target="mailto:addyouremail@freepik.com" TargetMode="External"/><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48.xml.rels><?xml version="1.0" encoding="UTF-8" standalone="yes"?>
<Relationships xmlns="http://schemas.openxmlformats.org/package/2006/relationships"><Relationship Id="rId8" Type="http://schemas.openxmlformats.org/officeDocument/2006/relationships/hyperlink" Target="https://www.freepik.com/free-photo/doctor-sitting-desk_5480771.htm/?utm_source=slidesgo_template&amp;utm_medium=referral-link&amp;utm_campaign=sg_resources&amp;utm_content=freepik" TargetMode="External"/><Relationship Id="rId13" Type="http://schemas.openxmlformats.org/officeDocument/2006/relationships/hyperlink" Target="https://www.freepik.com/free-photo/doctor-s-hand-tending-patient_4507516.htm/?utm_source=slidesgo_template&amp;utm_medium=referral-link&amp;utm_campaign=sg_resources&amp;utm_content=freepik" TargetMode="External"/><Relationship Id="rId3" Type="http://schemas.openxmlformats.org/officeDocument/2006/relationships/hyperlink" Target="https://www.freepik.com/free-vector/geometric-background-molecules-lines_1271178.htm/?utm_source=slidesgo_template&amp;utm_medium=referral-link&amp;utm_campaign=sg_resources&amp;utm_content=freepik" TargetMode="External"/><Relationship Id="rId7" Type="http://schemas.openxmlformats.org/officeDocument/2006/relationships/hyperlink" Target="https://www.freepik.com/free-photo/doctor-holding-stethoscope_2398741.htm/?utm_source=slidesgo_template&amp;utm_medium=referral-link&amp;utm_campaign=sg_resources&amp;utm_content=freepik" TargetMode="External"/><Relationship Id="rId12" Type="http://schemas.openxmlformats.org/officeDocument/2006/relationships/hyperlink" Target="https://www.freepik.com/free-photo/nurse-pointing-window-while-talking-old-man_5199987.htm#position=0/?utm_source=slidesgo_template&amp;utm_medium=referral-link&amp;utm_campaign=sg_resources&amp;utm_content=freepik" TargetMode="External"/><Relationship Id="rId2" Type="http://schemas.openxmlformats.org/officeDocument/2006/relationships/notesSlide" Target="../notesSlides/notesSlide11.xml"/><Relationship Id="rId16" Type="http://schemas.openxmlformats.org/officeDocument/2006/relationships/hyperlink" Target="https://www.freepik.com/free-photo/doctor-showing-mobile-phone_4507420.htm/?utm_source=slidesgo_template&amp;utm_medium=referral-link&amp;utm_campaign=sg_resources&amp;utm_content=freepik" TargetMode="External"/><Relationship Id="rId1" Type="http://schemas.openxmlformats.org/officeDocument/2006/relationships/slideLayout" Target="../slideLayouts/slideLayout8.xml"/><Relationship Id="rId6" Type="http://schemas.openxmlformats.org/officeDocument/2006/relationships/hyperlink" Target="https://www.freepik.com/free-vector/medical-infographic-template-with-human-body_7435115.htm/?utm_source=slidesgo_template&amp;utm_medium=referral-link&amp;utm_campaign=sg_resources&amp;utm_content=freepik" TargetMode="External"/><Relationship Id="rId11" Type="http://schemas.openxmlformats.org/officeDocument/2006/relationships/hyperlink" Target="https://www.freepik.com/free-photo/medical-team-doctor-s-office_4507458.htm/?utm_source=slidesgo_template&amp;utm_medium=referral-link&amp;utm_campaign=sg_resources&amp;utm_content=freepik" TargetMode="External"/><Relationship Id="rId5" Type="http://schemas.openxmlformats.org/officeDocument/2006/relationships/hyperlink" Target="https://www.freepik.com/free-vector/colorful-medical-infographic-pack_6440777.htm#page=2&amp;query=medical+infographic&amp;position=25/?utm_source=slidesgo_template&amp;utm_medium=referral-link&amp;utm_campaign=sg_resources&amp;utm_content=freepik" TargetMode="External"/><Relationship Id="rId15" Type="http://schemas.openxmlformats.org/officeDocument/2006/relationships/hyperlink" Target="https://www.freepik.com/free-photo/young-doctor-writing-report-holding-blood-sample_6403658.htm/?utm_source=slidesgo_template&amp;utm_medium=referral-link&amp;utm_campaign=sg_resources&amp;utm_content=freepik" TargetMode="External"/><Relationship Id="rId10" Type="http://schemas.openxmlformats.org/officeDocument/2006/relationships/hyperlink" Target="https://www.freepik.com/free-photo/doctor-analyzing-with-microscope_4507463.htm/?utm_source=slidesgo_template&amp;utm_medium=referral-link&amp;utm_campaign=sg_resources&amp;utm_content=freepik" TargetMode="External"/><Relationship Id="rId4" Type="http://schemas.openxmlformats.org/officeDocument/2006/relationships/hyperlink" Target="https://www.freepik.com/free-vector/medical-infographic-collection-template_7435820.htm/?utm_source=slidesgo_template&amp;utm_medium=referral-link&amp;utm_campaign=sg_resources&amp;utm_content=freepik" TargetMode="External"/><Relationship Id="rId9" Type="http://schemas.openxmlformats.org/officeDocument/2006/relationships/hyperlink" Target="https://www.freepik.com/free-photo/medical-team-doctor-s-office_4507505.htm/?utm_source=slidesgo_template&amp;utm_medium=referral-link&amp;utm_campaign=sg_resources&amp;utm_content=freepik" TargetMode="External"/><Relationship Id="rId14" Type="http://schemas.openxmlformats.org/officeDocument/2006/relationships/hyperlink" Target="https://www.freepik.com/free-photo/nurse-writing-her-clipboard-while-looking-camera_5199902.htm/?utm_source=slidesgo_template&amp;utm_medium=referral-link&amp;utm_campaign=sg_resources&amp;utm_content=freepik" TargetMode="External"/></Relationships>
</file>

<file path=ppt/slides/_rels/slide4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2.xml"/><Relationship Id="rId1" Type="http://schemas.openxmlformats.org/officeDocument/2006/relationships/slideLayout" Target="../slideLayouts/slideLayout10.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47.xml"/></Relationships>
</file>

<file path=ppt/slides/_rels/slide50.xml.rels><?xml version="1.0" encoding="UTF-8" standalone="yes"?>
<Relationships xmlns="http://schemas.openxmlformats.org/package/2006/relationships"><Relationship Id="rId3" Type="http://schemas.openxmlformats.org/officeDocument/2006/relationships/hyperlink" Target="https://fonts.google.com/specimen/Roboto+Slab" TargetMode="External"/><Relationship Id="rId2" Type="http://schemas.openxmlformats.org/officeDocument/2006/relationships/notesSlide" Target="../notesSlides/notesSlide13.xml"/><Relationship Id="rId1" Type="http://schemas.openxmlformats.org/officeDocument/2006/relationships/slideLayout" Target="../slideLayouts/slideLayout10.xml"/><Relationship Id="rId4" Type="http://schemas.openxmlformats.org/officeDocument/2006/relationships/hyperlink" Target="https://fonts.google.com/specimen/Roboto" TargetMode="External"/></Relationships>
</file>

<file path=ppt/slides/_rels/slide51.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0.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60.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23.xml"/><Relationship Id="rId1" Type="http://schemas.openxmlformats.org/officeDocument/2006/relationships/slideLayout" Target="../slideLayouts/slideLayout10.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0.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0.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0.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0.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0.xml"/></Relationships>
</file>

<file path=ppt/slides/_rels/slide6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0.xml"/><Relationship Id="rId1" Type="http://schemas.openxmlformats.org/officeDocument/2006/relationships/slideLayout" Target="../slideLayouts/slideLayout10.xml"/><Relationship Id="rId4" Type="http://schemas.openxmlformats.org/officeDocument/2006/relationships/image" Target="../media/image37.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4F6F8C"/>
        </a:solidFill>
        <a:effectLst/>
      </p:bgPr>
    </p:bg>
    <p:spTree>
      <p:nvGrpSpPr>
        <p:cNvPr id="1" name="Shape 274"/>
        <p:cNvGrpSpPr/>
        <p:nvPr/>
      </p:nvGrpSpPr>
      <p:grpSpPr>
        <a:xfrm>
          <a:off x="0" y="0"/>
          <a:ext cx="0" cy="0"/>
          <a:chOff x="0" y="0"/>
          <a:chExt cx="0" cy="0"/>
        </a:xfrm>
      </p:grpSpPr>
      <p:sp>
        <p:nvSpPr>
          <p:cNvPr id="275" name="Google Shape;275;p24"/>
          <p:cNvSpPr txBox="1">
            <a:spLocks noGrp="1"/>
          </p:cNvSpPr>
          <p:nvPr>
            <p:ph type="ctrTitle"/>
          </p:nvPr>
        </p:nvSpPr>
        <p:spPr>
          <a:xfrm>
            <a:off x="311700" y="1729229"/>
            <a:ext cx="8520600" cy="100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sz="4500" noProof="0" dirty="0">
                <a:solidFill>
                  <a:schemeClr val="accent4"/>
                </a:solidFill>
              </a:rPr>
              <a:t>Progetto </a:t>
            </a:r>
            <a:r>
              <a:rPr lang="it-IT" sz="4500" noProof="0" dirty="0">
                <a:solidFill>
                  <a:schemeClr val="bg1"/>
                </a:solidFill>
              </a:rPr>
              <a:t>Ingegneria Clinica e</a:t>
            </a:r>
            <a:r>
              <a:rPr lang="it-IT" sz="4500" noProof="0" dirty="0">
                <a:solidFill>
                  <a:schemeClr val="accent4"/>
                </a:solidFill>
              </a:rPr>
              <a:t> </a:t>
            </a:r>
            <a:r>
              <a:rPr lang="it-IT" sz="4500" noProof="0" dirty="0">
                <a:solidFill>
                  <a:schemeClr val="bg1"/>
                </a:solidFill>
              </a:rPr>
              <a:t>Informatica Medica</a:t>
            </a:r>
          </a:p>
        </p:txBody>
      </p:sp>
      <p:sp>
        <p:nvSpPr>
          <p:cNvPr id="276" name="Google Shape;276;p24"/>
          <p:cNvSpPr txBox="1">
            <a:spLocks noGrp="1"/>
          </p:cNvSpPr>
          <p:nvPr>
            <p:ph type="subTitle" idx="1"/>
          </p:nvPr>
        </p:nvSpPr>
        <p:spPr>
          <a:xfrm>
            <a:off x="243120" y="3443989"/>
            <a:ext cx="8520600" cy="458100"/>
          </a:xfrm>
          <a:prstGeom prst="rect">
            <a:avLst/>
          </a:prstGeom>
        </p:spPr>
        <p:txBody>
          <a:bodyPr spcFirstLastPara="1" wrap="square" lIns="91425" tIns="91425" rIns="91425" bIns="91425" anchor="ctr" anchorCtr="0">
            <a:noAutofit/>
          </a:bodyPr>
          <a:lstStyle/>
          <a:p>
            <a:r>
              <a:rPr lang="it-IT" noProof="0" dirty="0"/>
              <a:t>Attività 4: Clinical Data Analytics Team</a:t>
            </a:r>
          </a:p>
        </p:txBody>
      </p:sp>
      <p:sp>
        <p:nvSpPr>
          <p:cNvPr id="5" name="Google Shape;276;p24">
            <a:extLst>
              <a:ext uri="{FF2B5EF4-FFF2-40B4-BE49-F238E27FC236}">
                <a16:creationId xmlns:a16="http://schemas.microsoft.com/office/drawing/2014/main" id="{85F66703-E2BE-EBDA-61EE-590BDAD9196B}"/>
              </a:ext>
            </a:extLst>
          </p:cNvPr>
          <p:cNvSpPr txBox="1">
            <a:spLocks/>
          </p:cNvSpPr>
          <p:nvPr/>
        </p:nvSpPr>
        <p:spPr>
          <a:xfrm>
            <a:off x="243120" y="3802129"/>
            <a:ext cx="8520600" cy="4581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30200" algn="ctr" rtl="0">
              <a:lnSpc>
                <a:spcPct val="100000"/>
              </a:lnSpc>
              <a:spcBef>
                <a:spcPts val="0"/>
              </a:spcBef>
              <a:spcAft>
                <a:spcPts val="0"/>
              </a:spcAft>
              <a:buClr>
                <a:srgbClr val="FFFFFF"/>
              </a:buClr>
              <a:buSzPts val="1800"/>
              <a:buFont typeface="Roboto"/>
              <a:buNone/>
              <a:defRPr sz="1800" b="0" i="0" u="none" strike="noStrike" cap="none">
                <a:solidFill>
                  <a:srgbClr val="FFFFFF"/>
                </a:solidFill>
                <a:latin typeface="Roboto"/>
                <a:ea typeface="Roboto"/>
                <a:cs typeface="Roboto"/>
                <a:sym typeface="Roboto"/>
              </a:defRPr>
            </a:lvl1pPr>
            <a:lvl2pPr marL="914400" marR="0" lvl="1" indent="-317500" algn="ctr" rtl="0">
              <a:lnSpc>
                <a:spcPct val="100000"/>
              </a:lnSpc>
              <a:spcBef>
                <a:spcPts val="0"/>
              </a:spcBef>
              <a:spcAft>
                <a:spcPts val="0"/>
              </a:spcAft>
              <a:buClr>
                <a:srgbClr val="FFFFFF"/>
              </a:buClr>
              <a:buSzPts val="1800"/>
              <a:buFont typeface="Roboto"/>
              <a:buNone/>
              <a:defRPr sz="1800" b="0" i="0" u="none" strike="noStrike" cap="none">
                <a:solidFill>
                  <a:srgbClr val="FFFFFF"/>
                </a:solidFill>
                <a:latin typeface="Roboto"/>
                <a:ea typeface="Roboto"/>
                <a:cs typeface="Roboto"/>
                <a:sym typeface="Roboto"/>
              </a:defRPr>
            </a:lvl2pPr>
            <a:lvl3pPr marL="1371600" marR="0" lvl="2" indent="-317500" algn="ctr" rtl="0">
              <a:lnSpc>
                <a:spcPct val="100000"/>
              </a:lnSpc>
              <a:spcBef>
                <a:spcPts val="0"/>
              </a:spcBef>
              <a:spcAft>
                <a:spcPts val="0"/>
              </a:spcAft>
              <a:buClr>
                <a:srgbClr val="FFFFFF"/>
              </a:buClr>
              <a:buSzPts val="1800"/>
              <a:buFont typeface="Roboto"/>
              <a:buNone/>
              <a:defRPr sz="1800" b="0" i="0" u="none" strike="noStrike" cap="none">
                <a:solidFill>
                  <a:srgbClr val="FFFFFF"/>
                </a:solidFill>
                <a:latin typeface="Roboto"/>
                <a:ea typeface="Roboto"/>
                <a:cs typeface="Roboto"/>
                <a:sym typeface="Roboto"/>
              </a:defRPr>
            </a:lvl3pPr>
            <a:lvl4pPr marL="1828800" marR="0" lvl="3" indent="-304800" algn="ctr" rtl="0">
              <a:lnSpc>
                <a:spcPct val="100000"/>
              </a:lnSpc>
              <a:spcBef>
                <a:spcPts val="0"/>
              </a:spcBef>
              <a:spcAft>
                <a:spcPts val="0"/>
              </a:spcAft>
              <a:buClr>
                <a:srgbClr val="FFFFFF"/>
              </a:buClr>
              <a:buSzPts val="1800"/>
              <a:buFont typeface="Roboto"/>
              <a:buNone/>
              <a:defRPr sz="1800" b="0" i="0" u="none" strike="noStrike" cap="none">
                <a:solidFill>
                  <a:srgbClr val="FFFFFF"/>
                </a:solidFill>
                <a:latin typeface="Roboto"/>
                <a:ea typeface="Roboto"/>
                <a:cs typeface="Roboto"/>
                <a:sym typeface="Roboto"/>
              </a:defRPr>
            </a:lvl4pPr>
            <a:lvl5pPr marL="2286000" marR="0" lvl="4" indent="-304800" algn="ctr" rtl="0">
              <a:lnSpc>
                <a:spcPct val="100000"/>
              </a:lnSpc>
              <a:spcBef>
                <a:spcPts val="0"/>
              </a:spcBef>
              <a:spcAft>
                <a:spcPts val="0"/>
              </a:spcAft>
              <a:buClr>
                <a:srgbClr val="FFFFFF"/>
              </a:buClr>
              <a:buSzPts val="1800"/>
              <a:buFont typeface="Roboto"/>
              <a:buNone/>
              <a:defRPr sz="1800" b="0" i="0" u="none" strike="noStrike" cap="none">
                <a:solidFill>
                  <a:srgbClr val="FFFFFF"/>
                </a:solidFill>
                <a:latin typeface="Roboto"/>
                <a:ea typeface="Roboto"/>
                <a:cs typeface="Roboto"/>
                <a:sym typeface="Roboto"/>
              </a:defRPr>
            </a:lvl5pPr>
            <a:lvl6pPr marL="2743200" marR="0" lvl="5" indent="-304800" algn="ctr" rtl="0">
              <a:lnSpc>
                <a:spcPct val="100000"/>
              </a:lnSpc>
              <a:spcBef>
                <a:spcPts val="0"/>
              </a:spcBef>
              <a:spcAft>
                <a:spcPts val="0"/>
              </a:spcAft>
              <a:buClr>
                <a:srgbClr val="FFFFFF"/>
              </a:buClr>
              <a:buSzPts val="1800"/>
              <a:buFont typeface="Roboto"/>
              <a:buNone/>
              <a:defRPr sz="1800" b="0" i="0" u="none" strike="noStrike" cap="none">
                <a:solidFill>
                  <a:srgbClr val="FFFFFF"/>
                </a:solidFill>
                <a:latin typeface="Roboto"/>
                <a:ea typeface="Roboto"/>
                <a:cs typeface="Roboto"/>
                <a:sym typeface="Roboto"/>
              </a:defRPr>
            </a:lvl6pPr>
            <a:lvl7pPr marL="3200400" marR="0" lvl="6" indent="-304800" algn="ctr" rtl="0">
              <a:lnSpc>
                <a:spcPct val="100000"/>
              </a:lnSpc>
              <a:spcBef>
                <a:spcPts val="0"/>
              </a:spcBef>
              <a:spcAft>
                <a:spcPts val="0"/>
              </a:spcAft>
              <a:buClr>
                <a:srgbClr val="FFFFFF"/>
              </a:buClr>
              <a:buSzPts val="1800"/>
              <a:buFont typeface="Roboto"/>
              <a:buNone/>
              <a:defRPr sz="1800" b="0" i="0" u="none" strike="noStrike" cap="none">
                <a:solidFill>
                  <a:srgbClr val="FFFFFF"/>
                </a:solidFill>
                <a:latin typeface="Roboto"/>
                <a:ea typeface="Roboto"/>
                <a:cs typeface="Roboto"/>
                <a:sym typeface="Roboto"/>
              </a:defRPr>
            </a:lvl7pPr>
            <a:lvl8pPr marL="3657600" marR="0" lvl="7" indent="-304800" algn="ctr" rtl="0">
              <a:lnSpc>
                <a:spcPct val="100000"/>
              </a:lnSpc>
              <a:spcBef>
                <a:spcPts val="0"/>
              </a:spcBef>
              <a:spcAft>
                <a:spcPts val="0"/>
              </a:spcAft>
              <a:buClr>
                <a:srgbClr val="FFFFFF"/>
              </a:buClr>
              <a:buSzPts val="1800"/>
              <a:buFont typeface="Roboto"/>
              <a:buNone/>
              <a:defRPr sz="1800" b="0" i="0" u="none" strike="noStrike" cap="none">
                <a:solidFill>
                  <a:srgbClr val="FFFFFF"/>
                </a:solidFill>
                <a:latin typeface="Roboto"/>
                <a:ea typeface="Roboto"/>
                <a:cs typeface="Roboto"/>
                <a:sym typeface="Roboto"/>
              </a:defRPr>
            </a:lvl8pPr>
            <a:lvl9pPr marL="4114800" marR="0" lvl="8" indent="-304800" algn="ctr" rtl="0">
              <a:lnSpc>
                <a:spcPct val="100000"/>
              </a:lnSpc>
              <a:spcBef>
                <a:spcPts val="0"/>
              </a:spcBef>
              <a:spcAft>
                <a:spcPts val="0"/>
              </a:spcAft>
              <a:buClr>
                <a:srgbClr val="FFFFFF"/>
              </a:buClr>
              <a:buSzPts val="1800"/>
              <a:buFont typeface="Roboto"/>
              <a:buNone/>
              <a:defRPr sz="1800" b="0" i="0" u="none" strike="noStrike" cap="none">
                <a:solidFill>
                  <a:srgbClr val="FFFFFF"/>
                </a:solidFill>
                <a:latin typeface="Roboto"/>
                <a:ea typeface="Roboto"/>
                <a:cs typeface="Roboto"/>
                <a:sym typeface="Roboto"/>
              </a:defRPr>
            </a:lvl9pPr>
          </a:lstStyle>
          <a:p>
            <a:r>
              <a:rPr lang="it-IT" noProof="0" dirty="0"/>
              <a:t>Gruppo FFACS</a:t>
            </a:r>
          </a:p>
        </p:txBody>
      </p:sp>
      <p:pic>
        <p:nvPicPr>
          <p:cNvPr id="2" name="Immagine 1">
            <a:extLst>
              <a:ext uri="{FF2B5EF4-FFF2-40B4-BE49-F238E27FC236}">
                <a16:creationId xmlns:a16="http://schemas.microsoft.com/office/drawing/2014/main" id="{E48E8F0E-E59E-D581-6C6E-1E9B249D2B88}"/>
              </a:ext>
            </a:extLst>
          </p:cNvPr>
          <p:cNvPicPr>
            <a:picLocks noChangeAspect="1"/>
          </p:cNvPicPr>
          <p:nvPr/>
        </p:nvPicPr>
        <p:blipFill>
          <a:blip r:embed="rId3"/>
          <a:stretch/>
        </p:blipFill>
        <p:spPr>
          <a:xfrm>
            <a:off x="8176260" y="4410476"/>
            <a:ext cx="795744" cy="606699"/>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36"/>
        <p:cNvGrpSpPr/>
        <p:nvPr/>
      </p:nvGrpSpPr>
      <p:grpSpPr>
        <a:xfrm>
          <a:off x="0" y="0"/>
          <a:ext cx="0" cy="0"/>
          <a:chOff x="0" y="0"/>
          <a:chExt cx="0" cy="0"/>
        </a:xfrm>
      </p:grpSpPr>
      <p:sp>
        <p:nvSpPr>
          <p:cNvPr id="337" name="Google Shape;337;p27"/>
          <p:cNvSpPr txBox="1">
            <a:spLocks noGrp="1"/>
          </p:cNvSpPr>
          <p:nvPr>
            <p:ph type="title"/>
          </p:nvPr>
        </p:nvSpPr>
        <p:spPr>
          <a:xfrm>
            <a:off x="722376" y="538896"/>
            <a:ext cx="7708500" cy="572700"/>
          </a:xfrm>
        </p:spPr>
        <p:txBody>
          <a:bodyPr spcFirstLastPara="1" wrap="square" lIns="91425" tIns="91425" rIns="91425" bIns="91425" anchor="ctr" anchorCtr="0">
            <a:normAutofit/>
          </a:bodyPr>
          <a:lstStyle/>
          <a:p>
            <a:pPr marL="0" lvl="0" indent="0" rtl="0">
              <a:lnSpc>
                <a:spcPct val="90000"/>
              </a:lnSpc>
              <a:spcBef>
                <a:spcPts val="0"/>
              </a:spcBef>
              <a:spcAft>
                <a:spcPts val="0"/>
              </a:spcAft>
              <a:buNone/>
            </a:pPr>
            <a:r>
              <a:rPr lang="it-IT" b="1" noProof="0" dirty="0"/>
              <a:t>Introduzione </a:t>
            </a:r>
          </a:p>
        </p:txBody>
      </p:sp>
      <p:sp>
        <p:nvSpPr>
          <p:cNvPr id="338" name="Google Shape;338;p27"/>
          <p:cNvSpPr txBox="1">
            <a:spLocks noGrp="1"/>
          </p:cNvSpPr>
          <p:nvPr>
            <p:ph type="body" idx="4294967295"/>
          </p:nvPr>
        </p:nvSpPr>
        <p:spPr>
          <a:xfrm>
            <a:off x="945400" y="4204092"/>
            <a:ext cx="7057644" cy="801024"/>
          </a:xfrm>
        </p:spPr>
        <p:txBody>
          <a:bodyPr spcFirstLastPara="1" lIns="91425" tIns="91425" rIns="91425" bIns="91425" anchor="t" anchorCtr="0">
            <a:normAutofit/>
          </a:bodyPr>
          <a:lstStyle/>
          <a:p>
            <a:pPr marL="0" lvl="0" indent="0" algn="just">
              <a:spcAft>
                <a:spcPts val="600"/>
              </a:spcAft>
              <a:buClr>
                <a:srgbClr val="000000"/>
              </a:buClr>
              <a:buSzPts val="1100"/>
              <a:buFont typeface="Arial"/>
              <a:buNone/>
            </a:pPr>
            <a:r>
              <a:rPr lang="it-IT" sz="1200" noProof="0" dirty="0">
                <a:solidFill>
                  <a:srgbClr val="4F6F8C"/>
                </a:solidFill>
              </a:rPr>
              <a:t>Il progetto è stato svolto dagli studenti: Samuele Guzzon, Francesca Erasmo, Anass </a:t>
            </a:r>
            <a:r>
              <a:rPr lang="it-IT" sz="1200" noProof="0" dirty="0" err="1">
                <a:solidFill>
                  <a:srgbClr val="4F6F8C"/>
                </a:solidFill>
              </a:rPr>
              <a:t>Sidky</a:t>
            </a:r>
            <a:r>
              <a:rPr lang="it-IT" sz="1200" dirty="0">
                <a:solidFill>
                  <a:srgbClr val="4F6F8C"/>
                </a:solidFill>
              </a:rPr>
              <a:t>, </a:t>
            </a:r>
            <a:r>
              <a:rPr lang="it-IT" sz="1200" noProof="0" dirty="0">
                <a:solidFill>
                  <a:srgbClr val="4F6F8C"/>
                </a:solidFill>
              </a:rPr>
              <a:t>Claudia </a:t>
            </a:r>
            <a:r>
              <a:rPr lang="it-IT" sz="1200" noProof="0" dirty="0" err="1">
                <a:solidFill>
                  <a:srgbClr val="4F6F8C"/>
                </a:solidFill>
              </a:rPr>
              <a:t>Belsanti</a:t>
            </a:r>
            <a:r>
              <a:rPr lang="it-IT" sz="1200" dirty="0">
                <a:solidFill>
                  <a:srgbClr val="4F6F8C"/>
                </a:solidFill>
              </a:rPr>
              <a:t> e </a:t>
            </a:r>
            <a:r>
              <a:rPr lang="it-IT" sz="1200" noProof="0" dirty="0">
                <a:solidFill>
                  <a:srgbClr val="4F6F8C"/>
                </a:solidFill>
              </a:rPr>
              <a:t>Francesco Venieri</a:t>
            </a:r>
          </a:p>
          <a:p>
            <a:pPr marL="0" indent="0">
              <a:spcAft>
                <a:spcPts val="600"/>
              </a:spcAft>
              <a:buClr>
                <a:srgbClr val="000000"/>
              </a:buClr>
              <a:buSzPts val="1100"/>
              <a:buNone/>
            </a:pPr>
            <a:endParaRPr lang="it-IT" noProof="0" dirty="0">
              <a:solidFill>
                <a:srgbClr val="4F6F8C"/>
              </a:solidFill>
            </a:endParaRPr>
          </a:p>
          <a:p>
            <a:pPr marL="0" indent="0">
              <a:spcAft>
                <a:spcPts val="600"/>
              </a:spcAft>
              <a:buClr>
                <a:srgbClr val="000000"/>
              </a:buClr>
              <a:buSzPts val="1100"/>
              <a:buNone/>
            </a:pPr>
            <a:endParaRPr lang="it-IT" noProof="0" dirty="0">
              <a:solidFill>
                <a:srgbClr val="4F6F8C"/>
              </a:solidFill>
            </a:endParaRPr>
          </a:p>
        </p:txBody>
      </p:sp>
      <p:pic>
        <p:nvPicPr>
          <p:cNvPr id="2" name="Immagine 1">
            <a:extLst>
              <a:ext uri="{FF2B5EF4-FFF2-40B4-BE49-F238E27FC236}">
                <a16:creationId xmlns:a16="http://schemas.microsoft.com/office/drawing/2014/main" id="{CCAFFCEC-E785-09A7-FA17-2499D217F537}"/>
              </a:ext>
            </a:extLst>
          </p:cNvPr>
          <p:cNvPicPr>
            <a:picLocks noChangeAspect="1"/>
          </p:cNvPicPr>
          <p:nvPr/>
        </p:nvPicPr>
        <p:blipFill>
          <a:blip r:embed="rId3"/>
          <a:stretch/>
        </p:blipFill>
        <p:spPr>
          <a:xfrm>
            <a:off x="8176260" y="4410476"/>
            <a:ext cx="795744" cy="606699"/>
          </a:xfrm>
          <a:prstGeom prst="rect">
            <a:avLst/>
          </a:prstGeom>
        </p:spPr>
      </p:pic>
      <p:sp>
        <p:nvSpPr>
          <p:cNvPr id="3" name="Segnaposto testo 1">
            <a:extLst>
              <a:ext uri="{FF2B5EF4-FFF2-40B4-BE49-F238E27FC236}">
                <a16:creationId xmlns:a16="http://schemas.microsoft.com/office/drawing/2014/main" id="{E5BC1669-679A-377C-EA75-E7B318BFB47E}"/>
              </a:ext>
            </a:extLst>
          </p:cNvPr>
          <p:cNvSpPr txBox="1">
            <a:spLocks/>
          </p:cNvSpPr>
          <p:nvPr/>
        </p:nvSpPr>
        <p:spPr>
          <a:xfrm>
            <a:off x="551390" y="1433196"/>
            <a:ext cx="4392317" cy="16443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fontAlgn="base">
              <a:lnSpc>
                <a:spcPct val="115000"/>
              </a:lnSpc>
              <a:spcAft>
                <a:spcPts val="600"/>
              </a:spcAft>
              <a:buSzPts val="1100"/>
            </a:pPr>
            <a:r>
              <a:rPr lang="it-IT" dirty="0">
                <a:solidFill>
                  <a:srgbClr val="4F6F8C"/>
                </a:solidFill>
                <a:latin typeface="Roboto"/>
                <a:ea typeface="Roboto"/>
                <a:cs typeface="Roboto"/>
                <a:sym typeface="Roboto"/>
              </a:rPr>
              <a:t>La </a:t>
            </a:r>
            <a:r>
              <a:rPr lang="it-IT" b="1" dirty="0">
                <a:solidFill>
                  <a:srgbClr val="4F6F8C"/>
                </a:solidFill>
                <a:latin typeface="Roboto"/>
                <a:ea typeface="Roboto"/>
                <a:cs typeface="Roboto"/>
                <a:sym typeface="Roboto"/>
              </a:rPr>
              <a:t>deambulazione</a:t>
            </a:r>
            <a:r>
              <a:rPr lang="it-IT" dirty="0">
                <a:solidFill>
                  <a:srgbClr val="4F6F8C"/>
                </a:solidFill>
                <a:latin typeface="Roboto"/>
                <a:ea typeface="Roboto"/>
                <a:cs typeface="Roboto"/>
                <a:sym typeface="Roboto"/>
              </a:rPr>
              <a:t> non è un semplice atto automatico, ma il risultato di una complessa integrazione tra sistemi sensoriali e controllo motorio. </a:t>
            </a:r>
          </a:p>
          <a:p>
            <a:pPr algn="just" fontAlgn="base">
              <a:lnSpc>
                <a:spcPct val="115000"/>
              </a:lnSpc>
              <a:spcAft>
                <a:spcPts val="600"/>
              </a:spcAft>
              <a:buSzPts val="1100"/>
            </a:pPr>
            <a:r>
              <a:rPr lang="it-IT" dirty="0">
                <a:solidFill>
                  <a:srgbClr val="4F6F8C"/>
                </a:solidFill>
                <a:latin typeface="Roboto"/>
                <a:ea typeface="Roboto"/>
                <a:cs typeface="Roboto"/>
                <a:sym typeface="Roboto"/>
              </a:rPr>
              <a:t>Nel paziente parkinsoniano, questa integrazione subisce una </a:t>
            </a:r>
            <a:r>
              <a:rPr lang="it-IT" b="1" dirty="0">
                <a:solidFill>
                  <a:srgbClr val="4F6F8C"/>
                </a:solidFill>
                <a:latin typeface="Roboto"/>
                <a:ea typeface="Roboto"/>
                <a:cs typeface="Roboto"/>
                <a:sym typeface="Roboto"/>
              </a:rPr>
              <a:t>degradazione progressiva. </a:t>
            </a:r>
            <a:r>
              <a:rPr lang="it-IT" dirty="0">
                <a:solidFill>
                  <a:srgbClr val="4F6F8C"/>
                </a:solidFill>
                <a:latin typeface="Roboto"/>
                <a:ea typeface="Roboto"/>
                <a:cs typeface="Roboto"/>
                <a:sym typeface="Roboto"/>
              </a:rPr>
              <a:t>Il nostro obiettivo è utilizzare l'analisi oggettiva del cammino per valutare la funzionalità motoria nei suoi diversi aspetti clinici. </a:t>
            </a:r>
          </a:p>
          <a:p>
            <a:pPr marL="139700" fontAlgn="base"/>
            <a:r>
              <a:rPr lang="it-IT" dirty="0"/>
              <a:t> </a:t>
            </a:r>
          </a:p>
          <a:p>
            <a:pPr marL="139700" algn="just"/>
            <a:endParaRPr lang="it-IT" dirty="0"/>
          </a:p>
        </p:txBody>
      </p:sp>
      <p:pic>
        <p:nvPicPr>
          <p:cNvPr id="4" name="Immagine 3" descr="Analisi dei parametri spaziotemporali del cammino">
            <a:extLst>
              <a:ext uri="{FF2B5EF4-FFF2-40B4-BE49-F238E27FC236}">
                <a16:creationId xmlns:a16="http://schemas.microsoft.com/office/drawing/2014/main" id="{6541E07B-159A-6A33-9787-45F863223CD0}"/>
              </a:ext>
            </a:extLst>
          </p:cNvPr>
          <p:cNvPicPr>
            <a:picLocks noChangeAspect="1"/>
          </p:cNvPicPr>
          <p:nvPr/>
        </p:nvPicPr>
        <p:blipFill>
          <a:blip r:embed="rId4"/>
          <a:srcRect l="13696" r="13057"/>
          <a:stretch>
            <a:fillRect/>
          </a:stretch>
        </p:blipFill>
        <p:spPr>
          <a:xfrm>
            <a:off x="5321585" y="1514104"/>
            <a:ext cx="3538654" cy="2081096"/>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97"/>
        <p:cNvGrpSpPr/>
        <p:nvPr/>
      </p:nvGrpSpPr>
      <p:grpSpPr>
        <a:xfrm>
          <a:off x="0" y="0"/>
          <a:ext cx="0" cy="0"/>
          <a:chOff x="0" y="0"/>
          <a:chExt cx="0" cy="0"/>
        </a:xfrm>
      </p:grpSpPr>
      <p:sp>
        <p:nvSpPr>
          <p:cNvPr id="298" name="Google Shape;298;p26"/>
          <p:cNvSpPr txBox="1">
            <a:spLocks noGrp="1"/>
          </p:cNvSpPr>
          <p:nvPr>
            <p:ph type="title" idx="18"/>
          </p:nvPr>
        </p:nvSpPr>
        <p:spPr>
          <a:xfrm>
            <a:off x="719999" y="538896"/>
            <a:ext cx="77040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it-IT" b="1" noProof="0" dirty="0"/>
              <a:t>Contenuti Progetto</a:t>
            </a:r>
          </a:p>
        </p:txBody>
      </p:sp>
      <p:sp>
        <p:nvSpPr>
          <p:cNvPr id="299" name="Google Shape;299;p26"/>
          <p:cNvSpPr txBox="1">
            <a:spLocks noGrp="1"/>
          </p:cNvSpPr>
          <p:nvPr>
            <p:ph type="subTitle" idx="1"/>
          </p:nvPr>
        </p:nvSpPr>
        <p:spPr>
          <a:xfrm>
            <a:off x="785233" y="3682475"/>
            <a:ext cx="1431300" cy="706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it-IT" dirty="0"/>
              <a:t>Studio e analisi del database.</a:t>
            </a:r>
            <a:endParaRPr lang="it-IT" noProof="0" dirty="0"/>
          </a:p>
        </p:txBody>
      </p:sp>
      <p:sp>
        <p:nvSpPr>
          <p:cNvPr id="300" name="Google Shape;300;p26"/>
          <p:cNvSpPr txBox="1">
            <a:spLocks noGrp="1"/>
          </p:cNvSpPr>
          <p:nvPr>
            <p:ph type="subTitle" idx="7"/>
          </p:nvPr>
        </p:nvSpPr>
        <p:spPr>
          <a:xfrm>
            <a:off x="3860869" y="3654085"/>
            <a:ext cx="1431300" cy="706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it-IT" noProof="0" dirty="0"/>
              <a:t>Selezione e addestramento di algoritmo di ML.</a:t>
            </a:r>
          </a:p>
        </p:txBody>
      </p:sp>
      <p:sp>
        <p:nvSpPr>
          <p:cNvPr id="301" name="Google Shape;301;p26"/>
          <p:cNvSpPr txBox="1">
            <a:spLocks noGrp="1"/>
          </p:cNvSpPr>
          <p:nvPr>
            <p:ph type="subTitle" idx="8"/>
          </p:nvPr>
        </p:nvSpPr>
        <p:spPr>
          <a:xfrm>
            <a:off x="5315884" y="2691380"/>
            <a:ext cx="1630123" cy="706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it-IT" noProof="0" dirty="0"/>
              <a:t>Selezione e scrittura di template appropriati.</a:t>
            </a:r>
          </a:p>
        </p:txBody>
      </p:sp>
      <p:sp>
        <p:nvSpPr>
          <p:cNvPr id="303" name="Google Shape;303;p26"/>
          <p:cNvSpPr txBox="1">
            <a:spLocks noGrp="1"/>
          </p:cNvSpPr>
          <p:nvPr>
            <p:ph type="subTitle" idx="9"/>
          </p:nvPr>
        </p:nvSpPr>
        <p:spPr>
          <a:xfrm>
            <a:off x="6799659" y="3733008"/>
            <a:ext cx="1710858" cy="706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it-IT" noProof="0" dirty="0"/>
              <a:t>Automatizzazione del processo di compilazione dei file CDA HL7 </a:t>
            </a:r>
          </a:p>
        </p:txBody>
      </p:sp>
      <p:sp>
        <p:nvSpPr>
          <p:cNvPr id="304" name="Google Shape;304;p26"/>
          <p:cNvSpPr txBox="1">
            <a:spLocks noGrp="1"/>
          </p:cNvSpPr>
          <p:nvPr>
            <p:ph type="subTitle" idx="13"/>
          </p:nvPr>
        </p:nvSpPr>
        <p:spPr>
          <a:xfrm>
            <a:off x="792743" y="3133450"/>
            <a:ext cx="1431300" cy="706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it-IT" noProof="0" dirty="0"/>
              <a:t>DATASET</a:t>
            </a:r>
          </a:p>
        </p:txBody>
      </p:sp>
      <p:sp>
        <p:nvSpPr>
          <p:cNvPr id="306" name="Google Shape;306;p26"/>
          <p:cNvSpPr txBox="1">
            <a:spLocks noGrp="1"/>
          </p:cNvSpPr>
          <p:nvPr>
            <p:ph type="subTitle" idx="15"/>
          </p:nvPr>
        </p:nvSpPr>
        <p:spPr>
          <a:xfrm>
            <a:off x="3749614" y="3082730"/>
            <a:ext cx="1630123" cy="706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it-IT" dirty="0"/>
              <a:t>ALGORITMO ML</a:t>
            </a:r>
            <a:endParaRPr lang="it-IT" noProof="0" dirty="0"/>
          </a:p>
        </p:txBody>
      </p:sp>
      <p:sp>
        <p:nvSpPr>
          <p:cNvPr id="307" name="Google Shape;307;p26"/>
          <p:cNvSpPr txBox="1">
            <a:spLocks noGrp="1"/>
          </p:cNvSpPr>
          <p:nvPr>
            <p:ph type="subTitle" idx="16"/>
          </p:nvPr>
        </p:nvSpPr>
        <p:spPr>
          <a:xfrm>
            <a:off x="5403567" y="2119446"/>
            <a:ext cx="1431300" cy="706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it-IT" dirty="0"/>
              <a:t>CDA HL7</a:t>
            </a:r>
            <a:endParaRPr lang="it-IT" noProof="0" dirty="0"/>
          </a:p>
        </p:txBody>
      </p:sp>
      <p:sp>
        <p:nvSpPr>
          <p:cNvPr id="308" name="Google Shape;308;p26"/>
          <p:cNvSpPr txBox="1">
            <a:spLocks noGrp="1"/>
          </p:cNvSpPr>
          <p:nvPr>
            <p:ph type="subTitle" idx="17"/>
          </p:nvPr>
        </p:nvSpPr>
        <p:spPr>
          <a:xfrm>
            <a:off x="6920329" y="3133450"/>
            <a:ext cx="1477499" cy="706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it-IT" noProof="0" dirty="0"/>
              <a:t>COMPILAZIONE</a:t>
            </a:r>
          </a:p>
        </p:txBody>
      </p:sp>
      <p:cxnSp>
        <p:nvCxnSpPr>
          <p:cNvPr id="309" name="Google Shape;309;p26"/>
          <p:cNvCxnSpPr/>
          <p:nvPr/>
        </p:nvCxnSpPr>
        <p:spPr>
          <a:xfrm rot="10800000" flipH="1">
            <a:off x="1780958" y="2155967"/>
            <a:ext cx="868200" cy="601500"/>
          </a:xfrm>
          <a:prstGeom prst="straightConnector1">
            <a:avLst/>
          </a:prstGeom>
          <a:noFill/>
          <a:ln w="28575" cap="flat" cmpd="sng">
            <a:solidFill>
              <a:srgbClr val="A8BBBF"/>
            </a:solidFill>
            <a:prstDash val="solid"/>
            <a:round/>
            <a:headEnd type="none" w="med" len="med"/>
            <a:tailEnd type="none" w="med" len="med"/>
          </a:ln>
        </p:spPr>
      </p:cxnSp>
      <p:grpSp>
        <p:nvGrpSpPr>
          <p:cNvPr id="310" name="Google Shape;310;p26"/>
          <p:cNvGrpSpPr/>
          <p:nvPr/>
        </p:nvGrpSpPr>
        <p:grpSpPr>
          <a:xfrm>
            <a:off x="2640213" y="1650925"/>
            <a:ext cx="791700" cy="791700"/>
            <a:chOff x="1105200" y="2323875"/>
            <a:chExt cx="791700" cy="791700"/>
          </a:xfrm>
        </p:grpSpPr>
        <p:sp>
          <p:nvSpPr>
            <p:cNvPr id="311" name="Google Shape;311;p26"/>
            <p:cNvSpPr/>
            <p:nvPr/>
          </p:nvSpPr>
          <p:spPr>
            <a:xfrm>
              <a:off x="1181400" y="2400075"/>
              <a:ext cx="639300" cy="639300"/>
            </a:xfrm>
            <a:prstGeom prst="ellipse">
              <a:avLst/>
            </a:pr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12" name="Google Shape;312;p26"/>
            <p:cNvSpPr/>
            <p:nvPr/>
          </p:nvSpPr>
          <p:spPr>
            <a:xfrm>
              <a:off x="1105200" y="2323875"/>
              <a:ext cx="791700" cy="791700"/>
            </a:xfrm>
            <a:prstGeom prst="ellipse">
              <a:avLst/>
            </a:prstGeom>
            <a:noFill/>
            <a:ln w="28575" cap="flat" cmpd="sng">
              <a:solidFill>
                <a:srgbClr val="A8BBB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313" name="Google Shape;313;p26"/>
          <p:cNvGrpSpPr/>
          <p:nvPr/>
        </p:nvGrpSpPr>
        <p:grpSpPr>
          <a:xfrm>
            <a:off x="4171897" y="2641525"/>
            <a:ext cx="791700" cy="791700"/>
            <a:chOff x="1105200" y="2323875"/>
            <a:chExt cx="791700" cy="791700"/>
          </a:xfrm>
        </p:grpSpPr>
        <p:sp>
          <p:nvSpPr>
            <p:cNvPr id="314" name="Google Shape;314;p26"/>
            <p:cNvSpPr/>
            <p:nvPr/>
          </p:nvSpPr>
          <p:spPr>
            <a:xfrm>
              <a:off x="1181400" y="2400075"/>
              <a:ext cx="639300" cy="639300"/>
            </a:xfrm>
            <a:prstGeom prst="ellipse">
              <a:avLst/>
            </a:pr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15" name="Google Shape;315;p26"/>
            <p:cNvSpPr/>
            <p:nvPr/>
          </p:nvSpPr>
          <p:spPr>
            <a:xfrm>
              <a:off x="1105200" y="2323875"/>
              <a:ext cx="791700" cy="791700"/>
            </a:xfrm>
            <a:prstGeom prst="ellipse">
              <a:avLst/>
            </a:prstGeom>
            <a:noFill/>
            <a:ln w="28575" cap="flat" cmpd="sng">
              <a:solidFill>
                <a:srgbClr val="A8BBB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lang="it-IT" noProof="0" dirty="0"/>
            </a:p>
          </p:txBody>
        </p:sp>
      </p:grpSp>
      <p:grpSp>
        <p:nvGrpSpPr>
          <p:cNvPr id="316" name="Google Shape;316;p26"/>
          <p:cNvGrpSpPr/>
          <p:nvPr/>
        </p:nvGrpSpPr>
        <p:grpSpPr>
          <a:xfrm>
            <a:off x="1105033" y="2641525"/>
            <a:ext cx="791700" cy="791700"/>
            <a:chOff x="1105200" y="2323875"/>
            <a:chExt cx="791700" cy="791700"/>
          </a:xfrm>
        </p:grpSpPr>
        <p:sp>
          <p:nvSpPr>
            <p:cNvPr id="317" name="Google Shape;317;p26"/>
            <p:cNvSpPr/>
            <p:nvPr/>
          </p:nvSpPr>
          <p:spPr>
            <a:xfrm>
              <a:off x="1181400" y="2400075"/>
              <a:ext cx="639300" cy="639300"/>
            </a:xfrm>
            <a:prstGeom prst="ellipse">
              <a:avLst/>
            </a:pr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18" name="Google Shape;318;p26"/>
            <p:cNvSpPr/>
            <p:nvPr/>
          </p:nvSpPr>
          <p:spPr>
            <a:xfrm>
              <a:off x="1105200" y="2323875"/>
              <a:ext cx="791700" cy="791700"/>
            </a:xfrm>
            <a:prstGeom prst="ellipse">
              <a:avLst/>
            </a:prstGeom>
            <a:noFill/>
            <a:ln w="28575" cap="flat" cmpd="sng">
              <a:solidFill>
                <a:srgbClr val="A8BBB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lang="it-IT" sz="1600" noProof="0" dirty="0">
                <a:solidFill>
                  <a:srgbClr val="A8BBBF"/>
                </a:solidFill>
                <a:latin typeface="Roboto Slab Black"/>
                <a:ea typeface="Roboto Slab Black"/>
                <a:cs typeface="Roboto Slab Black"/>
                <a:sym typeface="Roboto Slab Black"/>
              </a:endParaRPr>
            </a:p>
          </p:txBody>
        </p:sp>
      </p:grpSp>
      <p:grpSp>
        <p:nvGrpSpPr>
          <p:cNvPr id="319" name="Google Shape;319;p26"/>
          <p:cNvGrpSpPr/>
          <p:nvPr/>
        </p:nvGrpSpPr>
        <p:grpSpPr>
          <a:xfrm>
            <a:off x="5710275" y="1650925"/>
            <a:ext cx="791700" cy="791700"/>
            <a:chOff x="1105200" y="2323875"/>
            <a:chExt cx="791700" cy="791700"/>
          </a:xfrm>
        </p:grpSpPr>
        <p:sp>
          <p:nvSpPr>
            <p:cNvPr id="320" name="Google Shape;320;p26"/>
            <p:cNvSpPr/>
            <p:nvPr/>
          </p:nvSpPr>
          <p:spPr>
            <a:xfrm>
              <a:off x="1181400" y="2400075"/>
              <a:ext cx="639300" cy="639300"/>
            </a:xfrm>
            <a:prstGeom prst="ellipse">
              <a:avLst/>
            </a:pr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21" name="Google Shape;321;p26"/>
            <p:cNvSpPr/>
            <p:nvPr/>
          </p:nvSpPr>
          <p:spPr>
            <a:xfrm>
              <a:off x="1105200" y="2323875"/>
              <a:ext cx="791700" cy="791700"/>
            </a:xfrm>
            <a:prstGeom prst="ellipse">
              <a:avLst/>
            </a:prstGeom>
            <a:noFill/>
            <a:ln w="28575" cap="flat" cmpd="sng">
              <a:solidFill>
                <a:srgbClr val="A8BBB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322" name="Google Shape;322;p26"/>
          <p:cNvGrpSpPr/>
          <p:nvPr/>
        </p:nvGrpSpPr>
        <p:grpSpPr>
          <a:xfrm>
            <a:off x="7259238" y="2641525"/>
            <a:ext cx="791700" cy="791700"/>
            <a:chOff x="1105200" y="2323875"/>
            <a:chExt cx="791700" cy="791700"/>
          </a:xfrm>
        </p:grpSpPr>
        <p:sp>
          <p:nvSpPr>
            <p:cNvPr id="323" name="Google Shape;323;p26"/>
            <p:cNvSpPr/>
            <p:nvPr/>
          </p:nvSpPr>
          <p:spPr>
            <a:xfrm>
              <a:off x="1181400" y="2400075"/>
              <a:ext cx="639300" cy="639300"/>
            </a:xfrm>
            <a:prstGeom prst="ellipse">
              <a:avLst/>
            </a:prstGeom>
            <a:solidFill>
              <a:srgbClr val="EB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24" name="Google Shape;324;p26"/>
            <p:cNvSpPr/>
            <p:nvPr/>
          </p:nvSpPr>
          <p:spPr>
            <a:xfrm>
              <a:off x="1105200" y="2323875"/>
              <a:ext cx="791700" cy="791700"/>
            </a:xfrm>
            <a:prstGeom prst="ellipse">
              <a:avLst/>
            </a:prstGeom>
            <a:noFill/>
            <a:ln w="28575" cap="flat" cmpd="sng">
              <a:solidFill>
                <a:srgbClr val="A8BBB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lang="it-IT" noProof="0" dirty="0"/>
            </a:p>
          </p:txBody>
        </p:sp>
      </p:grpSp>
      <p:cxnSp>
        <p:nvCxnSpPr>
          <p:cNvPr id="325" name="Google Shape;325;p26"/>
          <p:cNvCxnSpPr/>
          <p:nvPr/>
        </p:nvCxnSpPr>
        <p:spPr>
          <a:xfrm rot="10800000">
            <a:off x="3426769" y="2155967"/>
            <a:ext cx="868200" cy="601500"/>
          </a:xfrm>
          <a:prstGeom prst="straightConnector1">
            <a:avLst/>
          </a:prstGeom>
          <a:noFill/>
          <a:ln w="28575" cap="flat" cmpd="sng">
            <a:solidFill>
              <a:srgbClr val="A8BBBF"/>
            </a:solidFill>
            <a:prstDash val="solid"/>
            <a:round/>
            <a:headEnd type="none" w="med" len="med"/>
            <a:tailEnd type="none" w="med" len="med"/>
          </a:ln>
        </p:spPr>
      </p:cxnSp>
      <p:cxnSp>
        <p:nvCxnSpPr>
          <p:cNvPr id="326" name="Google Shape;326;p26"/>
          <p:cNvCxnSpPr/>
          <p:nvPr/>
        </p:nvCxnSpPr>
        <p:spPr>
          <a:xfrm rot="10800000" flipH="1">
            <a:off x="4849121" y="2155967"/>
            <a:ext cx="868200" cy="601500"/>
          </a:xfrm>
          <a:prstGeom prst="straightConnector1">
            <a:avLst/>
          </a:prstGeom>
          <a:noFill/>
          <a:ln w="28575" cap="flat" cmpd="sng">
            <a:solidFill>
              <a:srgbClr val="A8BBBF"/>
            </a:solidFill>
            <a:prstDash val="solid"/>
            <a:round/>
            <a:headEnd type="none" w="med" len="med"/>
            <a:tailEnd type="none" w="med" len="med"/>
          </a:ln>
        </p:spPr>
      </p:cxnSp>
      <p:cxnSp>
        <p:nvCxnSpPr>
          <p:cNvPr id="327" name="Google Shape;327;p26"/>
          <p:cNvCxnSpPr/>
          <p:nvPr/>
        </p:nvCxnSpPr>
        <p:spPr>
          <a:xfrm rot="10800000">
            <a:off x="6494932" y="2155967"/>
            <a:ext cx="868200" cy="601500"/>
          </a:xfrm>
          <a:prstGeom prst="straightConnector1">
            <a:avLst/>
          </a:prstGeom>
          <a:noFill/>
          <a:ln w="28575" cap="flat" cmpd="sng">
            <a:solidFill>
              <a:srgbClr val="A8BBBF"/>
            </a:solidFill>
            <a:prstDash val="solid"/>
            <a:round/>
            <a:headEnd type="none" w="med" len="med"/>
            <a:tailEnd type="none" w="med" len="med"/>
          </a:ln>
        </p:spPr>
      </p:cxnSp>
      <p:sp>
        <p:nvSpPr>
          <p:cNvPr id="328" name="Google Shape;328;p26"/>
          <p:cNvSpPr txBox="1">
            <a:spLocks noGrp="1"/>
          </p:cNvSpPr>
          <p:nvPr>
            <p:ph type="title"/>
          </p:nvPr>
        </p:nvSpPr>
        <p:spPr>
          <a:xfrm>
            <a:off x="1193533" y="2808000"/>
            <a:ext cx="614700" cy="45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noProof="0" dirty="0"/>
              <a:t>01</a:t>
            </a:r>
          </a:p>
        </p:txBody>
      </p:sp>
      <p:sp>
        <p:nvSpPr>
          <p:cNvPr id="329" name="Google Shape;329;p26"/>
          <p:cNvSpPr txBox="1">
            <a:spLocks noGrp="1"/>
          </p:cNvSpPr>
          <p:nvPr>
            <p:ph type="title" idx="3"/>
          </p:nvPr>
        </p:nvSpPr>
        <p:spPr>
          <a:xfrm>
            <a:off x="2728713" y="1801330"/>
            <a:ext cx="614700" cy="45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noProof="0" dirty="0"/>
              <a:t>02</a:t>
            </a:r>
          </a:p>
        </p:txBody>
      </p:sp>
      <p:sp>
        <p:nvSpPr>
          <p:cNvPr id="330" name="Google Shape;330;p26"/>
          <p:cNvSpPr txBox="1">
            <a:spLocks noGrp="1"/>
          </p:cNvSpPr>
          <p:nvPr>
            <p:ph type="title" idx="2"/>
          </p:nvPr>
        </p:nvSpPr>
        <p:spPr>
          <a:xfrm>
            <a:off x="4260397" y="2808000"/>
            <a:ext cx="614700" cy="45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noProof="0" dirty="0"/>
              <a:t>03</a:t>
            </a:r>
          </a:p>
        </p:txBody>
      </p:sp>
      <p:sp>
        <p:nvSpPr>
          <p:cNvPr id="331" name="Google Shape;331;p26"/>
          <p:cNvSpPr txBox="1">
            <a:spLocks noGrp="1"/>
          </p:cNvSpPr>
          <p:nvPr>
            <p:ph type="title" idx="4"/>
          </p:nvPr>
        </p:nvSpPr>
        <p:spPr>
          <a:xfrm>
            <a:off x="5798775" y="1801330"/>
            <a:ext cx="614700" cy="45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noProof="0" dirty="0"/>
              <a:t>04</a:t>
            </a:r>
          </a:p>
        </p:txBody>
      </p:sp>
      <p:sp>
        <p:nvSpPr>
          <p:cNvPr id="332" name="Google Shape;332;p26"/>
          <p:cNvSpPr txBox="1">
            <a:spLocks noGrp="1"/>
          </p:cNvSpPr>
          <p:nvPr>
            <p:ph type="title" idx="5"/>
          </p:nvPr>
        </p:nvSpPr>
        <p:spPr>
          <a:xfrm>
            <a:off x="7347738" y="2808000"/>
            <a:ext cx="614700" cy="45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noProof="0" dirty="0"/>
              <a:t>05</a:t>
            </a:r>
          </a:p>
        </p:txBody>
      </p:sp>
      <p:sp>
        <p:nvSpPr>
          <p:cNvPr id="2" name="Google Shape;299;p26">
            <a:extLst>
              <a:ext uri="{FF2B5EF4-FFF2-40B4-BE49-F238E27FC236}">
                <a16:creationId xmlns:a16="http://schemas.microsoft.com/office/drawing/2014/main" id="{541FF826-EF8C-A71A-09EA-05BBBA8AA78A}"/>
              </a:ext>
            </a:extLst>
          </p:cNvPr>
          <p:cNvSpPr txBox="1">
            <a:spLocks/>
          </p:cNvSpPr>
          <p:nvPr/>
        </p:nvSpPr>
        <p:spPr>
          <a:xfrm>
            <a:off x="2340323" y="2650525"/>
            <a:ext cx="1431300" cy="7065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ctr" rtl="0">
              <a:lnSpc>
                <a:spcPct val="100000"/>
              </a:lnSpc>
              <a:spcBef>
                <a:spcPts val="0"/>
              </a:spcBef>
              <a:spcAft>
                <a:spcPts val="0"/>
              </a:spcAft>
              <a:buClr>
                <a:schemeClr val="accent1"/>
              </a:buClr>
              <a:buSzPts val="1200"/>
              <a:buFont typeface="Roboto"/>
              <a:buNone/>
              <a:defRPr sz="1200" b="0" i="0" u="none" strike="noStrike" cap="none">
                <a:solidFill>
                  <a:schemeClr val="accent1"/>
                </a:solidFill>
                <a:latin typeface="Roboto"/>
                <a:ea typeface="Roboto"/>
                <a:cs typeface="Roboto"/>
                <a:sym typeface="Roboto"/>
              </a:defRPr>
            </a:lvl1pPr>
            <a:lvl2pPr marL="914400" marR="0" lvl="1" indent="-317500" algn="ctr" rtl="0">
              <a:lnSpc>
                <a:spcPct val="100000"/>
              </a:lnSpc>
              <a:spcBef>
                <a:spcPts val="0"/>
              </a:spcBef>
              <a:spcAft>
                <a:spcPts val="0"/>
              </a:spcAft>
              <a:buClr>
                <a:schemeClr val="accent1"/>
              </a:buClr>
              <a:buSzPts val="1200"/>
              <a:buFont typeface="Roboto"/>
              <a:buNone/>
              <a:defRPr sz="1200" b="0" i="0" u="none" strike="noStrike" cap="none">
                <a:solidFill>
                  <a:schemeClr val="accent1"/>
                </a:solidFill>
                <a:latin typeface="Roboto"/>
                <a:ea typeface="Roboto"/>
                <a:cs typeface="Roboto"/>
                <a:sym typeface="Roboto"/>
              </a:defRPr>
            </a:lvl2pPr>
            <a:lvl3pPr marL="1371600" marR="0" lvl="2" indent="-317500" algn="ctr" rtl="0">
              <a:lnSpc>
                <a:spcPct val="100000"/>
              </a:lnSpc>
              <a:spcBef>
                <a:spcPts val="0"/>
              </a:spcBef>
              <a:spcAft>
                <a:spcPts val="0"/>
              </a:spcAft>
              <a:buClr>
                <a:schemeClr val="accent1"/>
              </a:buClr>
              <a:buSzPts val="1200"/>
              <a:buFont typeface="Roboto"/>
              <a:buNone/>
              <a:defRPr sz="1200" b="0" i="0" u="none" strike="noStrike" cap="none">
                <a:solidFill>
                  <a:schemeClr val="accent1"/>
                </a:solidFill>
                <a:latin typeface="Roboto"/>
                <a:ea typeface="Roboto"/>
                <a:cs typeface="Roboto"/>
                <a:sym typeface="Roboto"/>
              </a:defRPr>
            </a:lvl3pPr>
            <a:lvl4pPr marL="1828800" marR="0" lvl="3" indent="-304800" algn="ctr" rtl="0">
              <a:lnSpc>
                <a:spcPct val="100000"/>
              </a:lnSpc>
              <a:spcBef>
                <a:spcPts val="0"/>
              </a:spcBef>
              <a:spcAft>
                <a:spcPts val="0"/>
              </a:spcAft>
              <a:buClr>
                <a:schemeClr val="accent1"/>
              </a:buClr>
              <a:buSzPts val="1200"/>
              <a:buFont typeface="Roboto"/>
              <a:buNone/>
              <a:defRPr sz="1200" b="0" i="0" u="none" strike="noStrike" cap="none">
                <a:solidFill>
                  <a:schemeClr val="accent1"/>
                </a:solidFill>
                <a:latin typeface="Roboto"/>
                <a:ea typeface="Roboto"/>
                <a:cs typeface="Roboto"/>
                <a:sym typeface="Roboto"/>
              </a:defRPr>
            </a:lvl4pPr>
            <a:lvl5pPr marL="2286000" marR="0" lvl="4" indent="-304800" algn="ctr" rtl="0">
              <a:lnSpc>
                <a:spcPct val="100000"/>
              </a:lnSpc>
              <a:spcBef>
                <a:spcPts val="0"/>
              </a:spcBef>
              <a:spcAft>
                <a:spcPts val="0"/>
              </a:spcAft>
              <a:buClr>
                <a:schemeClr val="accent1"/>
              </a:buClr>
              <a:buSzPts val="1200"/>
              <a:buFont typeface="Roboto"/>
              <a:buNone/>
              <a:defRPr sz="1200" b="0" i="0" u="none" strike="noStrike" cap="none">
                <a:solidFill>
                  <a:schemeClr val="accent1"/>
                </a:solidFill>
                <a:latin typeface="Roboto"/>
                <a:ea typeface="Roboto"/>
                <a:cs typeface="Roboto"/>
                <a:sym typeface="Roboto"/>
              </a:defRPr>
            </a:lvl5pPr>
            <a:lvl6pPr marL="2743200" marR="0" lvl="5" indent="-304800" algn="ctr" rtl="0">
              <a:lnSpc>
                <a:spcPct val="100000"/>
              </a:lnSpc>
              <a:spcBef>
                <a:spcPts val="0"/>
              </a:spcBef>
              <a:spcAft>
                <a:spcPts val="0"/>
              </a:spcAft>
              <a:buClr>
                <a:schemeClr val="accent1"/>
              </a:buClr>
              <a:buSzPts val="1200"/>
              <a:buFont typeface="Roboto"/>
              <a:buNone/>
              <a:defRPr sz="1200" b="0" i="0" u="none" strike="noStrike" cap="none">
                <a:solidFill>
                  <a:schemeClr val="accent1"/>
                </a:solidFill>
                <a:latin typeface="Roboto"/>
                <a:ea typeface="Roboto"/>
                <a:cs typeface="Roboto"/>
                <a:sym typeface="Roboto"/>
              </a:defRPr>
            </a:lvl6pPr>
            <a:lvl7pPr marL="3200400" marR="0" lvl="6" indent="-304800" algn="ctr" rtl="0">
              <a:lnSpc>
                <a:spcPct val="100000"/>
              </a:lnSpc>
              <a:spcBef>
                <a:spcPts val="0"/>
              </a:spcBef>
              <a:spcAft>
                <a:spcPts val="0"/>
              </a:spcAft>
              <a:buClr>
                <a:schemeClr val="accent1"/>
              </a:buClr>
              <a:buSzPts val="1200"/>
              <a:buFont typeface="Roboto"/>
              <a:buNone/>
              <a:defRPr sz="1200" b="0" i="0" u="none" strike="noStrike" cap="none">
                <a:solidFill>
                  <a:schemeClr val="accent1"/>
                </a:solidFill>
                <a:latin typeface="Roboto"/>
                <a:ea typeface="Roboto"/>
                <a:cs typeface="Roboto"/>
                <a:sym typeface="Roboto"/>
              </a:defRPr>
            </a:lvl7pPr>
            <a:lvl8pPr marL="3657600" marR="0" lvl="7" indent="-304800" algn="ctr" rtl="0">
              <a:lnSpc>
                <a:spcPct val="100000"/>
              </a:lnSpc>
              <a:spcBef>
                <a:spcPts val="0"/>
              </a:spcBef>
              <a:spcAft>
                <a:spcPts val="0"/>
              </a:spcAft>
              <a:buClr>
                <a:schemeClr val="accent1"/>
              </a:buClr>
              <a:buSzPts val="1200"/>
              <a:buFont typeface="Roboto"/>
              <a:buNone/>
              <a:defRPr sz="1200" b="0" i="0" u="none" strike="noStrike" cap="none">
                <a:solidFill>
                  <a:schemeClr val="accent1"/>
                </a:solidFill>
                <a:latin typeface="Roboto"/>
                <a:ea typeface="Roboto"/>
                <a:cs typeface="Roboto"/>
                <a:sym typeface="Roboto"/>
              </a:defRPr>
            </a:lvl8pPr>
            <a:lvl9pPr marL="4114800" marR="0" lvl="8" indent="-304800" algn="ctr" rtl="0">
              <a:lnSpc>
                <a:spcPct val="100000"/>
              </a:lnSpc>
              <a:spcBef>
                <a:spcPts val="0"/>
              </a:spcBef>
              <a:spcAft>
                <a:spcPts val="0"/>
              </a:spcAft>
              <a:buClr>
                <a:schemeClr val="accent1"/>
              </a:buClr>
              <a:buSzPts val="1200"/>
              <a:buFont typeface="Roboto"/>
              <a:buNone/>
              <a:defRPr sz="1200" b="0" i="0" u="none" strike="noStrike" cap="none">
                <a:solidFill>
                  <a:schemeClr val="accent1"/>
                </a:solidFill>
                <a:latin typeface="Roboto"/>
                <a:ea typeface="Roboto"/>
                <a:cs typeface="Roboto"/>
                <a:sym typeface="Roboto"/>
              </a:defRPr>
            </a:lvl9pPr>
          </a:lstStyle>
          <a:p>
            <a:pPr marL="0" indent="0"/>
            <a:r>
              <a:rPr lang="it-IT" dirty="0"/>
              <a:t>Selezione, analisi e pulizia dei dati. </a:t>
            </a:r>
          </a:p>
        </p:txBody>
      </p:sp>
      <p:sp>
        <p:nvSpPr>
          <p:cNvPr id="3" name="Google Shape;304;p26">
            <a:extLst>
              <a:ext uri="{FF2B5EF4-FFF2-40B4-BE49-F238E27FC236}">
                <a16:creationId xmlns:a16="http://schemas.microsoft.com/office/drawing/2014/main" id="{4F0307D5-B844-1E3C-A586-00C35FC788B8}"/>
              </a:ext>
            </a:extLst>
          </p:cNvPr>
          <p:cNvSpPr txBox="1">
            <a:spLocks/>
          </p:cNvSpPr>
          <p:nvPr/>
        </p:nvSpPr>
        <p:spPr>
          <a:xfrm>
            <a:off x="2347833" y="2101500"/>
            <a:ext cx="1431300" cy="7065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30200" algn="ctr" rtl="0">
              <a:lnSpc>
                <a:spcPct val="100000"/>
              </a:lnSpc>
              <a:spcBef>
                <a:spcPts val="0"/>
              </a:spcBef>
              <a:spcAft>
                <a:spcPts val="0"/>
              </a:spcAft>
              <a:buClr>
                <a:schemeClr val="accent1"/>
              </a:buClr>
              <a:buSzPts val="1400"/>
              <a:buFont typeface="Roboto"/>
              <a:buNone/>
              <a:defRPr sz="1400" b="1" i="0" u="none" strike="noStrike" cap="none">
                <a:solidFill>
                  <a:schemeClr val="accent1"/>
                </a:solidFill>
                <a:latin typeface="Roboto"/>
                <a:ea typeface="Roboto"/>
                <a:cs typeface="Roboto"/>
                <a:sym typeface="Roboto"/>
              </a:defRPr>
            </a:lvl1pPr>
            <a:lvl2pPr marL="914400" marR="0" lvl="1" indent="-317500" algn="ctr" rtl="0">
              <a:lnSpc>
                <a:spcPct val="100000"/>
              </a:lnSpc>
              <a:spcBef>
                <a:spcPts val="0"/>
              </a:spcBef>
              <a:spcAft>
                <a:spcPts val="0"/>
              </a:spcAft>
              <a:buClr>
                <a:schemeClr val="accent1"/>
              </a:buClr>
              <a:buSzPts val="1400"/>
              <a:buFont typeface="Roboto"/>
              <a:buNone/>
              <a:defRPr sz="1400" b="1" i="0" u="none" strike="noStrike" cap="none">
                <a:solidFill>
                  <a:schemeClr val="accent1"/>
                </a:solidFill>
                <a:latin typeface="Roboto"/>
                <a:ea typeface="Roboto"/>
                <a:cs typeface="Roboto"/>
                <a:sym typeface="Roboto"/>
              </a:defRPr>
            </a:lvl2pPr>
            <a:lvl3pPr marL="1371600" marR="0" lvl="2" indent="-317500" algn="ctr" rtl="0">
              <a:lnSpc>
                <a:spcPct val="100000"/>
              </a:lnSpc>
              <a:spcBef>
                <a:spcPts val="0"/>
              </a:spcBef>
              <a:spcAft>
                <a:spcPts val="0"/>
              </a:spcAft>
              <a:buClr>
                <a:schemeClr val="accent1"/>
              </a:buClr>
              <a:buSzPts val="1400"/>
              <a:buFont typeface="Roboto"/>
              <a:buNone/>
              <a:defRPr sz="1400" b="1" i="0" u="none" strike="noStrike" cap="none">
                <a:solidFill>
                  <a:schemeClr val="accent1"/>
                </a:solidFill>
                <a:latin typeface="Roboto"/>
                <a:ea typeface="Roboto"/>
                <a:cs typeface="Roboto"/>
                <a:sym typeface="Roboto"/>
              </a:defRPr>
            </a:lvl3pPr>
            <a:lvl4pPr marL="1828800" marR="0" lvl="3" indent="-304800" algn="ctr" rtl="0">
              <a:lnSpc>
                <a:spcPct val="100000"/>
              </a:lnSpc>
              <a:spcBef>
                <a:spcPts val="0"/>
              </a:spcBef>
              <a:spcAft>
                <a:spcPts val="0"/>
              </a:spcAft>
              <a:buClr>
                <a:schemeClr val="accent1"/>
              </a:buClr>
              <a:buSzPts val="1400"/>
              <a:buFont typeface="Roboto"/>
              <a:buNone/>
              <a:defRPr sz="1400" b="1" i="0" u="none" strike="noStrike" cap="none">
                <a:solidFill>
                  <a:schemeClr val="accent1"/>
                </a:solidFill>
                <a:latin typeface="Roboto"/>
                <a:ea typeface="Roboto"/>
                <a:cs typeface="Roboto"/>
                <a:sym typeface="Roboto"/>
              </a:defRPr>
            </a:lvl4pPr>
            <a:lvl5pPr marL="2286000" marR="0" lvl="4" indent="-304800" algn="ctr" rtl="0">
              <a:lnSpc>
                <a:spcPct val="100000"/>
              </a:lnSpc>
              <a:spcBef>
                <a:spcPts val="0"/>
              </a:spcBef>
              <a:spcAft>
                <a:spcPts val="0"/>
              </a:spcAft>
              <a:buClr>
                <a:schemeClr val="accent1"/>
              </a:buClr>
              <a:buSzPts val="1400"/>
              <a:buFont typeface="Roboto"/>
              <a:buNone/>
              <a:defRPr sz="1400" b="1" i="0" u="none" strike="noStrike" cap="none">
                <a:solidFill>
                  <a:schemeClr val="accent1"/>
                </a:solidFill>
                <a:latin typeface="Roboto"/>
                <a:ea typeface="Roboto"/>
                <a:cs typeface="Roboto"/>
                <a:sym typeface="Roboto"/>
              </a:defRPr>
            </a:lvl5pPr>
            <a:lvl6pPr marL="2743200" marR="0" lvl="5" indent="-304800" algn="ctr" rtl="0">
              <a:lnSpc>
                <a:spcPct val="100000"/>
              </a:lnSpc>
              <a:spcBef>
                <a:spcPts val="0"/>
              </a:spcBef>
              <a:spcAft>
                <a:spcPts val="0"/>
              </a:spcAft>
              <a:buClr>
                <a:schemeClr val="accent1"/>
              </a:buClr>
              <a:buSzPts val="1400"/>
              <a:buFont typeface="Roboto"/>
              <a:buNone/>
              <a:defRPr sz="1400" b="1" i="0" u="none" strike="noStrike" cap="none">
                <a:solidFill>
                  <a:schemeClr val="accent1"/>
                </a:solidFill>
                <a:latin typeface="Roboto"/>
                <a:ea typeface="Roboto"/>
                <a:cs typeface="Roboto"/>
                <a:sym typeface="Roboto"/>
              </a:defRPr>
            </a:lvl6pPr>
            <a:lvl7pPr marL="3200400" marR="0" lvl="6" indent="-304800" algn="ctr" rtl="0">
              <a:lnSpc>
                <a:spcPct val="100000"/>
              </a:lnSpc>
              <a:spcBef>
                <a:spcPts val="0"/>
              </a:spcBef>
              <a:spcAft>
                <a:spcPts val="0"/>
              </a:spcAft>
              <a:buClr>
                <a:schemeClr val="accent1"/>
              </a:buClr>
              <a:buSzPts val="1400"/>
              <a:buFont typeface="Roboto"/>
              <a:buNone/>
              <a:defRPr sz="1400" b="1" i="0" u="none" strike="noStrike" cap="none">
                <a:solidFill>
                  <a:schemeClr val="accent1"/>
                </a:solidFill>
                <a:latin typeface="Roboto"/>
                <a:ea typeface="Roboto"/>
                <a:cs typeface="Roboto"/>
                <a:sym typeface="Roboto"/>
              </a:defRPr>
            </a:lvl7pPr>
            <a:lvl8pPr marL="3657600" marR="0" lvl="7" indent="-304800" algn="ctr" rtl="0">
              <a:lnSpc>
                <a:spcPct val="100000"/>
              </a:lnSpc>
              <a:spcBef>
                <a:spcPts val="0"/>
              </a:spcBef>
              <a:spcAft>
                <a:spcPts val="0"/>
              </a:spcAft>
              <a:buClr>
                <a:schemeClr val="accent1"/>
              </a:buClr>
              <a:buSzPts val="1400"/>
              <a:buFont typeface="Roboto"/>
              <a:buNone/>
              <a:defRPr sz="1400" b="1" i="0" u="none" strike="noStrike" cap="none">
                <a:solidFill>
                  <a:schemeClr val="accent1"/>
                </a:solidFill>
                <a:latin typeface="Roboto"/>
                <a:ea typeface="Roboto"/>
                <a:cs typeface="Roboto"/>
                <a:sym typeface="Roboto"/>
              </a:defRPr>
            </a:lvl8pPr>
            <a:lvl9pPr marL="4114800" marR="0" lvl="8" indent="-304800" algn="ctr" rtl="0">
              <a:lnSpc>
                <a:spcPct val="100000"/>
              </a:lnSpc>
              <a:spcBef>
                <a:spcPts val="0"/>
              </a:spcBef>
              <a:spcAft>
                <a:spcPts val="0"/>
              </a:spcAft>
              <a:buClr>
                <a:schemeClr val="accent1"/>
              </a:buClr>
              <a:buSzPts val="1400"/>
              <a:buFont typeface="Roboto"/>
              <a:buNone/>
              <a:defRPr sz="1400" b="1" i="0" u="none" strike="noStrike" cap="none">
                <a:solidFill>
                  <a:schemeClr val="accent1"/>
                </a:solidFill>
                <a:latin typeface="Roboto"/>
                <a:ea typeface="Roboto"/>
                <a:cs typeface="Roboto"/>
                <a:sym typeface="Roboto"/>
              </a:defRPr>
            </a:lvl9pPr>
          </a:lstStyle>
          <a:p>
            <a:pPr marL="0" indent="0"/>
            <a:r>
              <a:rPr lang="it-IT" dirty="0"/>
              <a:t>DATI</a:t>
            </a:r>
          </a:p>
        </p:txBody>
      </p:sp>
      <p:pic>
        <p:nvPicPr>
          <p:cNvPr id="4" name="Immagine 3">
            <a:extLst>
              <a:ext uri="{FF2B5EF4-FFF2-40B4-BE49-F238E27FC236}">
                <a16:creationId xmlns:a16="http://schemas.microsoft.com/office/drawing/2014/main" id="{4CD05D9E-93CB-2384-C4BF-D534F73ED8EA}"/>
              </a:ext>
            </a:extLst>
          </p:cNvPr>
          <p:cNvPicPr>
            <a:picLocks noChangeAspect="1"/>
          </p:cNvPicPr>
          <p:nvPr/>
        </p:nvPicPr>
        <p:blipFill>
          <a:blip r:embed="rId3"/>
          <a:stretch/>
        </p:blipFill>
        <p:spPr>
          <a:xfrm>
            <a:off x="8176260" y="4410476"/>
            <a:ext cx="795744" cy="606699"/>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402"/>
        <p:cNvGrpSpPr/>
        <p:nvPr/>
      </p:nvGrpSpPr>
      <p:grpSpPr>
        <a:xfrm>
          <a:off x="0" y="0"/>
          <a:ext cx="0" cy="0"/>
          <a:chOff x="0" y="0"/>
          <a:chExt cx="0" cy="0"/>
        </a:xfrm>
      </p:grpSpPr>
      <p:pic>
        <p:nvPicPr>
          <p:cNvPr id="3" name="Immagine 2">
            <a:extLst>
              <a:ext uri="{FF2B5EF4-FFF2-40B4-BE49-F238E27FC236}">
                <a16:creationId xmlns:a16="http://schemas.microsoft.com/office/drawing/2014/main" id="{0ACEE6BB-6AFC-9E83-9C65-66FEDA490FDB}"/>
              </a:ext>
            </a:extLst>
          </p:cNvPr>
          <p:cNvPicPr>
            <a:picLocks noChangeAspect="1"/>
          </p:cNvPicPr>
          <p:nvPr/>
        </p:nvPicPr>
        <p:blipFill>
          <a:blip r:embed="rId3"/>
          <a:stretch/>
        </p:blipFill>
        <p:spPr>
          <a:xfrm>
            <a:off x="1422890" y="228274"/>
            <a:ext cx="2076739" cy="4686952"/>
          </a:xfrm>
          <a:prstGeom prst="rect">
            <a:avLst/>
          </a:prstGeom>
        </p:spPr>
      </p:pic>
      <p:sp>
        <p:nvSpPr>
          <p:cNvPr id="403" name="Google Shape;403;p29"/>
          <p:cNvSpPr txBox="1">
            <a:spLocks noGrp="1"/>
          </p:cNvSpPr>
          <p:nvPr>
            <p:ph type="ctrTitle" idx="2"/>
          </p:nvPr>
        </p:nvSpPr>
        <p:spPr>
          <a:xfrm>
            <a:off x="4680575" y="3337248"/>
            <a:ext cx="3743400" cy="738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it-IT" sz="3200" noProof="0" dirty="0">
                <a:solidFill>
                  <a:srgbClr val="FFFFFF"/>
                </a:solidFill>
              </a:rPr>
              <a:t>Dataset</a:t>
            </a:r>
          </a:p>
        </p:txBody>
      </p:sp>
      <p:sp>
        <p:nvSpPr>
          <p:cNvPr id="404" name="Google Shape;404;p29"/>
          <p:cNvSpPr txBox="1">
            <a:spLocks noGrp="1"/>
          </p:cNvSpPr>
          <p:nvPr>
            <p:ph type="body" idx="4294967295"/>
          </p:nvPr>
        </p:nvSpPr>
        <p:spPr>
          <a:xfrm>
            <a:off x="4680575" y="4031650"/>
            <a:ext cx="3743400" cy="6432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it-IT" noProof="0" dirty="0">
                <a:solidFill>
                  <a:srgbClr val="FFFFFF"/>
                </a:solidFill>
              </a:rPr>
              <a:t>Dataset </a:t>
            </a:r>
            <a:r>
              <a:rPr lang="it-IT" noProof="0" dirty="0" err="1">
                <a:solidFill>
                  <a:srgbClr val="FFFFFF"/>
                </a:solidFill>
              </a:rPr>
              <a:t>WearGait</a:t>
            </a:r>
            <a:r>
              <a:rPr lang="it-IT" noProof="0" dirty="0">
                <a:solidFill>
                  <a:srgbClr val="FFFFFF"/>
                </a:solidFill>
              </a:rPr>
              <a:t>-PD</a:t>
            </a:r>
          </a:p>
        </p:txBody>
      </p:sp>
      <p:sp>
        <p:nvSpPr>
          <p:cNvPr id="406" name="Google Shape;406;p29"/>
          <p:cNvSpPr txBox="1">
            <a:spLocks noGrp="1"/>
          </p:cNvSpPr>
          <p:nvPr>
            <p:ph type="title"/>
          </p:nvPr>
        </p:nvSpPr>
        <p:spPr>
          <a:xfrm>
            <a:off x="4884578" y="2643273"/>
            <a:ext cx="614700" cy="45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sz="1600" noProof="0" dirty="0">
                <a:solidFill>
                  <a:srgbClr val="A8BBBF"/>
                </a:solidFill>
                <a:latin typeface="Roboto Slab Black"/>
                <a:ea typeface="Roboto Slab Black"/>
                <a:cs typeface="Roboto Slab Black"/>
                <a:sym typeface="Roboto Slab Black"/>
              </a:rPr>
              <a:t>01</a:t>
            </a:r>
          </a:p>
        </p:txBody>
      </p:sp>
      <p:pic>
        <p:nvPicPr>
          <p:cNvPr id="2" name="Immagine 1">
            <a:extLst>
              <a:ext uri="{FF2B5EF4-FFF2-40B4-BE49-F238E27FC236}">
                <a16:creationId xmlns:a16="http://schemas.microsoft.com/office/drawing/2014/main" id="{2FB31787-6F34-993F-3DF9-DC0819480AFF}"/>
              </a:ext>
            </a:extLst>
          </p:cNvPr>
          <p:cNvPicPr>
            <a:picLocks noChangeAspect="1"/>
          </p:cNvPicPr>
          <p:nvPr/>
        </p:nvPicPr>
        <p:blipFill>
          <a:blip r:embed="rId4"/>
          <a:stretch/>
        </p:blipFill>
        <p:spPr>
          <a:xfrm>
            <a:off x="8176260" y="4410476"/>
            <a:ext cx="795744" cy="606699"/>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D6AEBF8D-9ACB-654D-1353-9BAF7FE399C8}"/>
              </a:ext>
            </a:extLst>
          </p:cNvPr>
          <p:cNvSpPr>
            <a:spLocks noGrp="1"/>
          </p:cNvSpPr>
          <p:nvPr>
            <p:ph type="body" idx="1"/>
          </p:nvPr>
        </p:nvSpPr>
        <p:spPr>
          <a:xfrm>
            <a:off x="666660" y="1220820"/>
            <a:ext cx="7357200" cy="852630"/>
          </a:xfrm>
        </p:spPr>
        <p:txBody>
          <a:bodyPr/>
          <a:lstStyle/>
          <a:p>
            <a:pPr marL="139700" indent="0" algn="just">
              <a:buNone/>
            </a:pPr>
            <a:r>
              <a:rPr lang="it-IT" dirty="0"/>
              <a:t>E’ un dataset open-access basato su sensori wearable per lo studio del cammino e dell’equilibrio nella malattia di Parkinson.</a:t>
            </a:r>
          </a:p>
        </p:txBody>
      </p:sp>
      <p:sp>
        <p:nvSpPr>
          <p:cNvPr id="3" name="Segnaposto testo 2">
            <a:extLst>
              <a:ext uri="{FF2B5EF4-FFF2-40B4-BE49-F238E27FC236}">
                <a16:creationId xmlns:a16="http://schemas.microsoft.com/office/drawing/2014/main" id="{64094BB7-F5B2-1727-BE65-2F8D579182B3}"/>
              </a:ext>
            </a:extLst>
          </p:cNvPr>
          <p:cNvSpPr>
            <a:spLocks noGrp="1"/>
          </p:cNvSpPr>
          <p:nvPr>
            <p:ph type="body" idx="2"/>
          </p:nvPr>
        </p:nvSpPr>
        <p:spPr>
          <a:xfrm>
            <a:off x="720000" y="1926505"/>
            <a:ext cx="6711635" cy="1143546"/>
          </a:xfrm>
        </p:spPr>
        <p:txBody>
          <a:bodyPr/>
          <a:lstStyle/>
          <a:p>
            <a:pPr marL="139700" indent="0" algn="just">
              <a:buNone/>
            </a:pPr>
            <a:r>
              <a:rPr lang="it-IT" dirty="0"/>
              <a:t>E’ stato costruito attraverso:</a:t>
            </a:r>
          </a:p>
          <a:p>
            <a:pPr algn="just">
              <a:buFont typeface="Arial" panose="020B0604020202020204" pitchFamily="34" charset="0"/>
              <a:buChar char="•"/>
            </a:pPr>
            <a:r>
              <a:rPr lang="it-IT" dirty="0"/>
              <a:t>185 partecipanti (100 </a:t>
            </a:r>
            <a:r>
              <a:rPr lang="it-IT" dirty="0" err="1"/>
              <a:t>pd</a:t>
            </a:r>
            <a:r>
              <a:rPr lang="it-IT" dirty="0"/>
              <a:t>  e 85 control).</a:t>
            </a:r>
          </a:p>
          <a:p>
            <a:pPr algn="just">
              <a:buFont typeface="Arial" panose="020B0604020202020204" pitchFamily="34" charset="0"/>
              <a:buChar char="•"/>
            </a:pPr>
            <a:r>
              <a:rPr lang="it-IT" dirty="0"/>
              <a:t>13 sensori </a:t>
            </a:r>
            <a:r>
              <a:rPr lang="it-IT" dirty="0">
                <a:hlinkClick r:id="rId2"/>
              </a:rPr>
              <a:t>Movella/</a:t>
            </a:r>
            <a:r>
              <a:rPr lang="it-IT" dirty="0" err="1">
                <a:hlinkClick r:id="rId2"/>
              </a:rPr>
              <a:t>Xsens</a:t>
            </a:r>
            <a:r>
              <a:rPr lang="it-IT" dirty="0">
                <a:hlinkClick r:id="rId2"/>
              </a:rPr>
              <a:t> </a:t>
            </a:r>
            <a:r>
              <a:rPr lang="it-IT" dirty="0" err="1">
                <a:hlinkClick r:id="rId2"/>
              </a:rPr>
              <a:t>MTw</a:t>
            </a:r>
            <a:r>
              <a:rPr lang="it-IT" dirty="0">
                <a:hlinkClick r:id="rId2"/>
              </a:rPr>
              <a:t> </a:t>
            </a:r>
            <a:r>
              <a:rPr lang="it-IT" dirty="0" err="1">
                <a:hlinkClick r:id="rId2"/>
              </a:rPr>
              <a:t>Awinda</a:t>
            </a:r>
            <a:r>
              <a:rPr lang="it-IT" dirty="0">
                <a:hlinkClick r:id="rId2"/>
              </a:rPr>
              <a:t> </a:t>
            </a:r>
            <a:r>
              <a:rPr lang="it-IT" dirty="0" err="1">
                <a:hlinkClick r:id="rId2"/>
              </a:rPr>
              <a:t>Inertial</a:t>
            </a:r>
            <a:r>
              <a:rPr lang="it-IT" dirty="0">
                <a:hlinkClick r:id="rId2"/>
              </a:rPr>
              <a:t> </a:t>
            </a:r>
            <a:r>
              <a:rPr lang="it-IT" dirty="0" err="1">
                <a:hlinkClick r:id="rId2"/>
              </a:rPr>
              <a:t>Measurement</a:t>
            </a:r>
            <a:r>
              <a:rPr lang="it-IT" dirty="0">
                <a:hlinkClick r:id="rId2"/>
              </a:rPr>
              <a:t> Units (</a:t>
            </a:r>
            <a:r>
              <a:rPr lang="it-IT" dirty="0" err="1">
                <a:hlinkClick r:id="rId2"/>
              </a:rPr>
              <a:t>IMUs</a:t>
            </a:r>
            <a:r>
              <a:rPr lang="it-IT" dirty="0">
                <a:hlinkClick r:id="rId2"/>
              </a:rPr>
              <a:t>)</a:t>
            </a:r>
            <a:r>
              <a:rPr lang="it-IT" dirty="0"/>
              <a:t>.</a:t>
            </a:r>
          </a:p>
          <a:p>
            <a:pPr algn="just">
              <a:buFont typeface="Arial" panose="020B0604020202020204" pitchFamily="34" charset="0"/>
              <a:buChar char="•"/>
            </a:pPr>
            <a:r>
              <a:rPr lang="it-IT" dirty="0"/>
              <a:t>Sensori nelle suole </a:t>
            </a:r>
            <a:r>
              <a:rPr lang="it-IT" dirty="0" err="1">
                <a:hlinkClick r:id="rId3"/>
              </a:rPr>
              <a:t>Moticon</a:t>
            </a:r>
            <a:r>
              <a:rPr lang="it-IT" dirty="0">
                <a:hlinkClick r:id="rId3"/>
              </a:rPr>
              <a:t> </a:t>
            </a:r>
            <a:r>
              <a:rPr lang="it-IT" dirty="0" err="1">
                <a:hlinkClick r:id="rId3"/>
              </a:rPr>
              <a:t>OpenGo</a:t>
            </a:r>
            <a:r>
              <a:rPr lang="it-IT" dirty="0">
                <a:hlinkClick r:id="rId3"/>
              </a:rPr>
              <a:t> </a:t>
            </a:r>
            <a:r>
              <a:rPr lang="it-IT" dirty="0"/>
              <a:t>.</a:t>
            </a:r>
          </a:p>
          <a:p>
            <a:pPr algn="just">
              <a:buFont typeface="Arial" panose="020B0604020202020204" pitchFamily="34" charset="0"/>
              <a:buChar char="•"/>
            </a:pPr>
            <a:r>
              <a:rPr lang="it-IT" dirty="0"/>
              <a:t>Pedana baropodometrica </a:t>
            </a:r>
            <a:r>
              <a:rPr lang="it-IT" dirty="0" err="1">
                <a:hlinkClick r:id="rId4"/>
              </a:rPr>
              <a:t>ProtoKinetics</a:t>
            </a:r>
            <a:r>
              <a:rPr lang="it-IT" dirty="0">
                <a:hlinkClick r:id="rId4"/>
              </a:rPr>
              <a:t> Zeno™</a:t>
            </a:r>
            <a:r>
              <a:rPr lang="it-IT" i="1" dirty="0">
                <a:hlinkClick r:id="rId4"/>
              </a:rPr>
              <a:t> </a:t>
            </a:r>
            <a:r>
              <a:rPr lang="it-IT" i="1" dirty="0"/>
              <a:t>.</a:t>
            </a:r>
            <a:endParaRPr lang="it-IT" dirty="0"/>
          </a:p>
          <a:p>
            <a:endParaRPr lang="it-IT" dirty="0"/>
          </a:p>
          <a:p>
            <a:endParaRPr lang="it-IT" dirty="0"/>
          </a:p>
          <a:p>
            <a:pPr marL="139700" indent="0">
              <a:buNone/>
            </a:pPr>
            <a:endParaRPr lang="it-IT" dirty="0"/>
          </a:p>
        </p:txBody>
      </p:sp>
      <p:sp>
        <p:nvSpPr>
          <p:cNvPr id="4" name="Titolo 3">
            <a:extLst>
              <a:ext uri="{FF2B5EF4-FFF2-40B4-BE49-F238E27FC236}">
                <a16:creationId xmlns:a16="http://schemas.microsoft.com/office/drawing/2014/main" id="{2A70A148-5879-51D9-31E1-6B1F95BF4740}"/>
              </a:ext>
            </a:extLst>
          </p:cNvPr>
          <p:cNvSpPr>
            <a:spLocks noGrp="1"/>
          </p:cNvSpPr>
          <p:nvPr>
            <p:ph type="title"/>
          </p:nvPr>
        </p:nvSpPr>
        <p:spPr/>
        <p:txBody>
          <a:bodyPr/>
          <a:lstStyle/>
          <a:p>
            <a:r>
              <a:rPr lang="it-IT" b="1" dirty="0"/>
              <a:t>Dataset </a:t>
            </a:r>
            <a:r>
              <a:rPr lang="it-IT" b="1" dirty="0" err="1"/>
              <a:t>WearGait</a:t>
            </a:r>
            <a:r>
              <a:rPr lang="it-IT" b="1" dirty="0"/>
              <a:t>-PD</a:t>
            </a:r>
            <a:br>
              <a:rPr lang="it-IT" b="1" dirty="0"/>
            </a:br>
            <a:endParaRPr lang="it-IT" b="1" dirty="0"/>
          </a:p>
        </p:txBody>
      </p:sp>
      <p:sp>
        <p:nvSpPr>
          <p:cNvPr id="5" name="Segnaposto testo 2">
            <a:extLst>
              <a:ext uri="{FF2B5EF4-FFF2-40B4-BE49-F238E27FC236}">
                <a16:creationId xmlns:a16="http://schemas.microsoft.com/office/drawing/2014/main" id="{16720122-B6FF-C083-BCB4-9ADE0179ACB1}"/>
              </a:ext>
            </a:extLst>
          </p:cNvPr>
          <p:cNvSpPr txBox="1">
            <a:spLocks/>
          </p:cNvSpPr>
          <p:nvPr/>
        </p:nvSpPr>
        <p:spPr>
          <a:xfrm>
            <a:off x="719999" y="3350907"/>
            <a:ext cx="6711635" cy="114354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a:buFont typeface="Roboto"/>
              <a:buNone/>
            </a:pPr>
            <a:r>
              <a:rPr lang="it-IT" dirty="0"/>
              <a:t>Contiene:</a:t>
            </a:r>
          </a:p>
          <a:p>
            <a:pPr algn="just">
              <a:buFont typeface="Arial" panose="020B0604020202020204" pitchFamily="34" charset="0"/>
              <a:buChar char="•"/>
            </a:pPr>
            <a:r>
              <a:rPr lang="it-IT" dirty="0"/>
              <a:t>Dati demografici.</a:t>
            </a:r>
          </a:p>
          <a:p>
            <a:pPr algn="just">
              <a:buFont typeface="Arial" panose="020B0604020202020204" pitchFamily="34" charset="0"/>
              <a:buChar char="•"/>
            </a:pPr>
            <a:r>
              <a:rPr lang="it-IT" dirty="0"/>
              <a:t>Dati di 10 diverse task motorie.</a:t>
            </a:r>
          </a:p>
          <a:p>
            <a:endParaRPr lang="it-IT" dirty="0"/>
          </a:p>
          <a:p>
            <a:endParaRPr lang="it-IT" dirty="0"/>
          </a:p>
          <a:p>
            <a:pPr marL="139700" indent="0">
              <a:buFont typeface="Roboto"/>
              <a:buNone/>
            </a:pPr>
            <a:endParaRPr lang="it-IT" dirty="0"/>
          </a:p>
        </p:txBody>
      </p:sp>
      <p:pic>
        <p:nvPicPr>
          <p:cNvPr id="7" name="Immagine 6">
            <a:extLst>
              <a:ext uri="{FF2B5EF4-FFF2-40B4-BE49-F238E27FC236}">
                <a16:creationId xmlns:a16="http://schemas.microsoft.com/office/drawing/2014/main" id="{8593A21E-335D-2FB5-FFE9-5B1AD6AEC3C3}"/>
              </a:ext>
            </a:extLst>
          </p:cNvPr>
          <p:cNvPicPr>
            <a:picLocks noChangeAspect="1"/>
          </p:cNvPicPr>
          <p:nvPr/>
        </p:nvPicPr>
        <p:blipFill>
          <a:blip r:embed="rId5"/>
          <a:stretch/>
        </p:blipFill>
        <p:spPr>
          <a:xfrm>
            <a:off x="8176260" y="4410476"/>
            <a:ext cx="795744" cy="606699"/>
          </a:xfrm>
          <a:prstGeom prst="rect">
            <a:avLst/>
          </a:prstGeom>
        </p:spPr>
      </p:pic>
    </p:spTree>
    <p:extLst>
      <p:ext uri="{BB962C8B-B14F-4D97-AF65-F5344CB8AC3E}">
        <p14:creationId xmlns:p14="http://schemas.microsoft.com/office/powerpoint/2010/main" val="421830081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402">
          <a:extLst>
            <a:ext uri="{FF2B5EF4-FFF2-40B4-BE49-F238E27FC236}">
              <a16:creationId xmlns:a16="http://schemas.microsoft.com/office/drawing/2014/main" id="{73FB02F5-3C17-3BF0-4542-18699D7E3B7D}"/>
            </a:ext>
          </a:extLst>
        </p:cNvPr>
        <p:cNvGrpSpPr/>
        <p:nvPr/>
      </p:nvGrpSpPr>
      <p:grpSpPr>
        <a:xfrm>
          <a:off x="0" y="0"/>
          <a:ext cx="0" cy="0"/>
          <a:chOff x="0" y="0"/>
          <a:chExt cx="0" cy="0"/>
        </a:xfrm>
      </p:grpSpPr>
      <p:sp>
        <p:nvSpPr>
          <p:cNvPr id="403" name="Google Shape;403;p29">
            <a:extLst>
              <a:ext uri="{FF2B5EF4-FFF2-40B4-BE49-F238E27FC236}">
                <a16:creationId xmlns:a16="http://schemas.microsoft.com/office/drawing/2014/main" id="{FB55DD4D-8B47-E93A-337E-0C268E68E7D8}"/>
              </a:ext>
            </a:extLst>
          </p:cNvPr>
          <p:cNvSpPr txBox="1">
            <a:spLocks noGrp="1"/>
          </p:cNvSpPr>
          <p:nvPr>
            <p:ph type="ctrTitle" idx="2"/>
          </p:nvPr>
        </p:nvSpPr>
        <p:spPr>
          <a:xfrm>
            <a:off x="4680575" y="3337248"/>
            <a:ext cx="3743400" cy="738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it-IT" sz="3200" noProof="0" dirty="0">
                <a:solidFill>
                  <a:srgbClr val="FFFFFF"/>
                </a:solidFill>
              </a:rPr>
              <a:t>Dati</a:t>
            </a:r>
          </a:p>
        </p:txBody>
      </p:sp>
      <p:sp>
        <p:nvSpPr>
          <p:cNvPr id="404" name="Google Shape;404;p29">
            <a:extLst>
              <a:ext uri="{FF2B5EF4-FFF2-40B4-BE49-F238E27FC236}">
                <a16:creationId xmlns:a16="http://schemas.microsoft.com/office/drawing/2014/main" id="{1664F049-6749-3A2F-F7D3-DECCDA42CC39}"/>
              </a:ext>
            </a:extLst>
          </p:cNvPr>
          <p:cNvSpPr txBox="1">
            <a:spLocks noGrp="1"/>
          </p:cNvSpPr>
          <p:nvPr>
            <p:ph type="body" idx="4294967295"/>
          </p:nvPr>
        </p:nvSpPr>
        <p:spPr>
          <a:xfrm>
            <a:off x="4680575" y="4031650"/>
            <a:ext cx="3743400" cy="6432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it-IT" noProof="0" dirty="0">
                <a:solidFill>
                  <a:srgbClr val="FFFFFF"/>
                </a:solidFill>
              </a:rPr>
              <a:t>Selezione, analisi e pulizia.</a:t>
            </a:r>
          </a:p>
        </p:txBody>
      </p:sp>
      <p:sp>
        <p:nvSpPr>
          <p:cNvPr id="406" name="Google Shape;406;p29">
            <a:extLst>
              <a:ext uri="{FF2B5EF4-FFF2-40B4-BE49-F238E27FC236}">
                <a16:creationId xmlns:a16="http://schemas.microsoft.com/office/drawing/2014/main" id="{33124407-EA94-1365-626B-8F02949B55E5}"/>
              </a:ext>
            </a:extLst>
          </p:cNvPr>
          <p:cNvSpPr txBox="1">
            <a:spLocks noGrp="1"/>
          </p:cNvSpPr>
          <p:nvPr>
            <p:ph type="title"/>
          </p:nvPr>
        </p:nvSpPr>
        <p:spPr>
          <a:xfrm>
            <a:off x="4884578" y="2643273"/>
            <a:ext cx="614700" cy="45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sz="1600" noProof="0" dirty="0">
                <a:solidFill>
                  <a:srgbClr val="A8BBBF"/>
                </a:solidFill>
                <a:latin typeface="Roboto Slab Black"/>
                <a:ea typeface="Roboto Slab Black"/>
                <a:cs typeface="Roboto Slab Black"/>
                <a:sym typeface="Roboto Slab Black"/>
              </a:rPr>
              <a:t>02</a:t>
            </a:r>
          </a:p>
        </p:txBody>
      </p:sp>
      <p:pic>
        <p:nvPicPr>
          <p:cNvPr id="2" name="Immagine 1">
            <a:extLst>
              <a:ext uri="{FF2B5EF4-FFF2-40B4-BE49-F238E27FC236}">
                <a16:creationId xmlns:a16="http://schemas.microsoft.com/office/drawing/2014/main" id="{A2B6C890-5FAE-93B2-2520-F9D2542D0BD6}"/>
              </a:ext>
            </a:extLst>
          </p:cNvPr>
          <p:cNvPicPr>
            <a:picLocks noChangeAspect="1"/>
          </p:cNvPicPr>
          <p:nvPr/>
        </p:nvPicPr>
        <p:blipFill>
          <a:blip r:embed="rId3"/>
          <a:stretch/>
        </p:blipFill>
        <p:spPr>
          <a:xfrm>
            <a:off x="8176260" y="4410476"/>
            <a:ext cx="795744" cy="606699"/>
          </a:xfrm>
          <a:prstGeom prst="rect">
            <a:avLst/>
          </a:prstGeom>
        </p:spPr>
      </p:pic>
      <p:grpSp>
        <p:nvGrpSpPr>
          <p:cNvPr id="4" name="Google Shape;20645;p69">
            <a:extLst>
              <a:ext uri="{FF2B5EF4-FFF2-40B4-BE49-F238E27FC236}">
                <a16:creationId xmlns:a16="http://schemas.microsoft.com/office/drawing/2014/main" id="{89C3B0D0-CD67-8EB0-B5DF-BBC51892D30C}"/>
              </a:ext>
            </a:extLst>
          </p:cNvPr>
          <p:cNvGrpSpPr/>
          <p:nvPr/>
        </p:nvGrpSpPr>
        <p:grpSpPr>
          <a:xfrm>
            <a:off x="1684020" y="1611280"/>
            <a:ext cx="1617547" cy="1920940"/>
            <a:chOff x="1424125" y="1515680"/>
            <a:chExt cx="246762" cy="347139"/>
          </a:xfrm>
        </p:grpSpPr>
        <p:sp>
          <p:nvSpPr>
            <p:cNvPr id="5" name="Google Shape;20646;p69">
              <a:extLst>
                <a:ext uri="{FF2B5EF4-FFF2-40B4-BE49-F238E27FC236}">
                  <a16:creationId xmlns:a16="http://schemas.microsoft.com/office/drawing/2014/main" id="{15F27B4D-6DAD-B3E9-4BFF-3D78DBAA9446}"/>
                </a:ext>
              </a:extLst>
            </p:cNvPr>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 name="Google Shape;20647;p69">
              <a:extLst>
                <a:ext uri="{FF2B5EF4-FFF2-40B4-BE49-F238E27FC236}">
                  <a16:creationId xmlns:a16="http://schemas.microsoft.com/office/drawing/2014/main" id="{8131ED91-F424-7C1D-1F0E-6A71FC63AE5D}"/>
                </a:ext>
              </a:extLst>
            </p:cNvPr>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 name="Google Shape;20648;p69">
              <a:extLst>
                <a:ext uri="{FF2B5EF4-FFF2-40B4-BE49-F238E27FC236}">
                  <a16:creationId xmlns:a16="http://schemas.microsoft.com/office/drawing/2014/main" id="{CA80E14A-4BAF-FBA7-63A0-F877611386E9}"/>
                </a:ext>
              </a:extLst>
            </p:cNvPr>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 name="Google Shape;20649;p69">
              <a:extLst>
                <a:ext uri="{FF2B5EF4-FFF2-40B4-BE49-F238E27FC236}">
                  <a16:creationId xmlns:a16="http://schemas.microsoft.com/office/drawing/2014/main" id="{5862BC18-BB5B-EF79-4873-A7A0C294520A}"/>
                </a:ext>
              </a:extLst>
            </p:cNvPr>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 name="Google Shape;20650;p69">
              <a:extLst>
                <a:ext uri="{FF2B5EF4-FFF2-40B4-BE49-F238E27FC236}">
                  <a16:creationId xmlns:a16="http://schemas.microsoft.com/office/drawing/2014/main" id="{B873C845-B472-EF15-5B91-93EF9EA9F9C5}"/>
                </a:ext>
              </a:extLst>
            </p:cNvPr>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 name="Google Shape;20651;p69">
              <a:extLst>
                <a:ext uri="{FF2B5EF4-FFF2-40B4-BE49-F238E27FC236}">
                  <a16:creationId xmlns:a16="http://schemas.microsoft.com/office/drawing/2014/main" id="{BB3E9934-6E64-335D-881E-3659F0E13F3B}"/>
                </a:ext>
              </a:extLst>
            </p:cNvPr>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 name="Google Shape;20652;p69">
              <a:extLst>
                <a:ext uri="{FF2B5EF4-FFF2-40B4-BE49-F238E27FC236}">
                  <a16:creationId xmlns:a16="http://schemas.microsoft.com/office/drawing/2014/main" id="{BA708DDF-EC83-8CDE-0EFA-5A477C5B5D67}"/>
                </a:ext>
              </a:extLst>
            </p:cNvPr>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 name="Google Shape;20653;p69">
              <a:extLst>
                <a:ext uri="{FF2B5EF4-FFF2-40B4-BE49-F238E27FC236}">
                  <a16:creationId xmlns:a16="http://schemas.microsoft.com/office/drawing/2014/main" id="{40034215-A9EB-DCF2-7148-1E2677B330FB}"/>
                </a:ext>
              </a:extLst>
            </p:cNvPr>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 name="Google Shape;20654;p69">
              <a:extLst>
                <a:ext uri="{FF2B5EF4-FFF2-40B4-BE49-F238E27FC236}">
                  <a16:creationId xmlns:a16="http://schemas.microsoft.com/office/drawing/2014/main" id="{8C6E3E3A-7167-E61E-EA78-578285642421}"/>
                </a:ext>
              </a:extLst>
            </p:cNvPr>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 name="Google Shape;20655;p69">
              <a:extLst>
                <a:ext uri="{FF2B5EF4-FFF2-40B4-BE49-F238E27FC236}">
                  <a16:creationId xmlns:a16="http://schemas.microsoft.com/office/drawing/2014/main" id="{3D7A7B2F-8791-B6F2-272E-8B62FB248812}"/>
                </a:ext>
              </a:extLst>
            </p:cNvPr>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 name="Google Shape;20656;p69">
              <a:extLst>
                <a:ext uri="{FF2B5EF4-FFF2-40B4-BE49-F238E27FC236}">
                  <a16:creationId xmlns:a16="http://schemas.microsoft.com/office/drawing/2014/main" id="{C3FD0723-0E99-845E-1A8A-0A0FC47C309B}"/>
                </a:ext>
              </a:extLst>
            </p:cNvPr>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 name="Google Shape;20657;p69">
              <a:extLst>
                <a:ext uri="{FF2B5EF4-FFF2-40B4-BE49-F238E27FC236}">
                  <a16:creationId xmlns:a16="http://schemas.microsoft.com/office/drawing/2014/main" id="{D70ED8BB-4957-2B72-C4FE-64B62CF413C6}"/>
                </a:ext>
              </a:extLst>
            </p:cNvPr>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 name="Google Shape;20658;p69">
              <a:extLst>
                <a:ext uri="{FF2B5EF4-FFF2-40B4-BE49-F238E27FC236}">
                  <a16:creationId xmlns:a16="http://schemas.microsoft.com/office/drawing/2014/main" id="{F2087749-483C-9B61-9129-38385E528C87}"/>
                </a:ext>
              </a:extLst>
            </p:cNvPr>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 name="Google Shape;20659;p69">
              <a:extLst>
                <a:ext uri="{FF2B5EF4-FFF2-40B4-BE49-F238E27FC236}">
                  <a16:creationId xmlns:a16="http://schemas.microsoft.com/office/drawing/2014/main" id="{A1921F78-00BA-F266-5BB6-9AA2080AB327}"/>
                </a:ext>
              </a:extLst>
            </p:cNvPr>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 name="Google Shape;20660;p69">
              <a:extLst>
                <a:ext uri="{FF2B5EF4-FFF2-40B4-BE49-F238E27FC236}">
                  <a16:creationId xmlns:a16="http://schemas.microsoft.com/office/drawing/2014/main" id="{4F9EA464-0BE0-168F-6703-AC202F5219E6}"/>
                </a:ext>
              </a:extLst>
            </p:cNvPr>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 name="Google Shape;20661;p69">
              <a:extLst>
                <a:ext uri="{FF2B5EF4-FFF2-40B4-BE49-F238E27FC236}">
                  <a16:creationId xmlns:a16="http://schemas.microsoft.com/office/drawing/2014/main" id="{558C72F8-80D5-11CA-41D0-1FF40536D5CB}"/>
                </a:ext>
              </a:extLst>
            </p:cNvPr>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 name="Google Shape;20662;p69">
              <a:extLst>
                <a:ext uri="{FF2B5EF4-FFF2-40B4-BE49-F238E27FC236}">
                  <a16:creationId xmlns:a16="http://schemas.microsoft.com/office/drawing/2014/main" id="{C2380A72-FC2E-A11D-9428-971C534A8419}"/>
                </a:ext>
              </a:extLst>
            </p:cNvPr>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2" name="Google Shape;20663;p69">
              <a:extLst>
                <a:ext uri="{FF2B5EF4-FFF2-40B4-BE49-F238E27FC236}">
                  <a16:creationId xmlns:a16="http://schemas.microsoft.com/office/drawing/2014/main" id="{0D6A80D5-B991-64C3-7AF0-F092341CD7C2}"/>
                </a:ext>
              </a:extLst>
            </p:cNvPr>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3" name="Google Shape;20664;p69">
              <a:extLst>
                <a:ext uri="{FF2B5EF4-FFF2-40B4-BE49-F238E27FC236}">
                  <a16:creationId xmlns:a16="http://schemas.microsoft.com/office/drawing/2014/main" id="{47C04113-4B60-9923-FF6E-6EA9D1C4AAA1}"/>
                </a:ext>
              </a:extLst>
            </p:cNvPr>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4" name="Google Shape;20665;p69">
              <a:extLst>
                <a:ext uri="{FF2B5EF4-FFF2-40B4-BE49-F238E27FC236}">
                  <a16:creationId xmlns:a16="http://schemas.microsoft.com/office/drawing/2014/main" id="{8AB53C32-50CE-4FC2-125C-9E9007FD57EF}"/>
                </a:ext>
              </a:extLst>
            </p:cNvPr>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extLst>
      <p:ext uri="{BB962C8B-B14F-4D97-AF65-F5344CB8AC3E}">
        <p14:creationId xmlns:p14="http://schemas.microsoft.com/office/powerpoint/2010/main" val="203715946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2136B2-74F1-B446-8495-5213F90AA4A7}"/>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572FBF0B-A46C-268A-2A09-BBDFA7C6C87F}"/>
              </a:ext>
            </a:extLst>
          </p:cNvPr>
          <p:cNvSpPr>
            <a:spLocks noGrp="1"/>
          </p:cNvSpPr>
          <p:nvPr>
            <p:ph type="title"/>
          </p:nvPr>
        </p:nvSpPr>
        <p:spPr/>
        <p:txBody>
          <a:bodyPr/>
          <a:lstStyle/>
          <a:p>
            <a:r>
              <a:rPr lang="it-IT" b="1" dirty="0"/>
              <a:t>Metodologie</a:t>
            </a:r>
          </a:p>
        </p:txBody>
      </p:sp>
      <p:pic>
        <p:nvPicPr>
          <p:cNvPr id="7" name="Immagine 6">
            <a:extLst>
              <a:ext uri="{FF2B5EF4-FFF2-40B4-BE49-F238E27FC236}">
                <a16:creationId xmlns:a16="http://schemas.microsoft.com/office/drawing/2014/main" id="{32C1D6AD-F288-81B8-DCBE-6369A1F89E96}"/>
              </a:ext>
            </a:extLst>
          </p:cNvPr>
          <p:cNvPicPr>
            <a:picLocks noChangeAspect="1"/>
          </p:cNvPicPr>
          <p:nvPr/>
        </p:nvPicPr>
        <p:blipFill>
          <a:blip r:embed="rId2"/>
          <a:stretch/>
        </p:blipFill>
        <p:spPr>
          <a:xfrm>
            <a:off x="8176260" y="4410476"/>
            <a:ext cx="795744" cy="606699"/>
          </a:xfrm>
          <a:prstGeom prst="rect">
            <a:avLst/>
          </a:prstGeom>
        </p:spPr>
      </p:pic>
      <p:sp>
        <p:nvSpPr>
          <p:cNvPr id="23" name="Segnaposto testo 5">
            <a:extLst>
              <a:ext uri="{FF2B5EF4-FFF2-40B4-BE49-F238E27FC236}">
                <a16:creationId xmlns:a16="http://schemas.microsoft.com/office/drawing/2014/main" id="{5A2363B2-D60B-C437-4A14-FBE15578B8A5}"/>
              </a:ext>
            </a:extLst>
          </p:cNvPr>
          <p:cNvSpPr>
            <a:spLocks noGrp="1"/>
          </p:cNvSpPr>
          <p:nvPr>
            <p:ph type="body" idx="1"/>
          </p:nvPr>
        </p:nvSpPr>
        <p:spPr>
          <a:xfrm>
            <a:off x="565965" y="1620241"/>
            <a:ext cx="3815535" cy="519712"/>
          </a:xfrm>
        </p:spPr>
        <p:txBody>
          <a:bodyPr/>
          <a:lstStyle/>
          <a:p>
            <a:pPr marL="139700" indent="0" algn="just">
              <a:buNone/>
            </a:pPr>
            <a:r>
              <a:rPr lang="it-IT" b="1" dirty="0"/>
              <a:t>Knowledge: </a:t>
            </a:r>
            <a:r>
              <a:rPr lang="it-IT" dirty="0"/>
              <a:t>calcolo parametri in relazione allo</a:t>
            </a:r>
            <a:r>
              <a:rPr lang="it-IT" b="1" dirty="0"/>
              <a:t> stadio H&amp;Y</a:t>
            </a:r>
          </a:p>
          <a:p>
            <a:pPr marL="139700" indent="0">
              <a:buNone/>
            </a:pPr>
            <a:endParaRPr lang="it-IT" dirty="0"/>
          </a:p>
        </p:txBody>
      </p:sp>
      <p:grpSp>
        <p:nvGrpSpPr>
          <p:cNvPr id="32" name="Google Shape;8873;p59">
            <a:extLst>
              <a:ext uri="{FF2B5EF4-FFF2-40B4-BE49-F238E27FC236}">
                <a16:creationId xmlns:a16="http://schemas.microsoft.com/office/drawing/2014/main" id="{D48B03F5-BA62-5984-1216-52F2C3CD1B6F}"/>
              </a:ext>
            </a:extLst>
          </p:cNvPr>
          <p:cNvGrpSpPr/>
          <p:nvPr/>
        </p:nvGrpSpPr>
        <p:grpSpPr>
          <a:xfrm>
            <a:off x="5024360" y="1717055"/>
            <a:ext cx="2180809" cy="1918664"/>
            <a:chOff x="4471829" y="3547942"/>
            <a:chExt cx="1040700" cy="618779"/>
          </a:xfrm>
        </p:grpSpPr>
        <p:sp>
          <p:nvSpPr>
            <p:cNvPr id="41" name="Google Shape;8878;p59">
              <a:extLst>
                <a:ext uri="{FF2B5EF4-FFF2-40B4-BE49-F238E27FC236}">
                  <a16:creationId xmlns:a16="http://schemas.microsoft.com/office/drawing/2014/main" id="{4A6BE865-1A2F-FECA-BA32-97EEA424FBE9}"/>
                </a:ext>
              </a:extLst>
            </p:cNvPr>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9" name="Google Shape;8881;p59">
              <a:extLst>
                <a:ext uri="{FF2B5EF4-FFF2-40B4-BE49-F238E27FC236}">
                  <a16:creationId xmlns:a16="http://schemas.microsoft.com/office/drawing/2014/main" id="{2BE93580-59C4-0F8D-4718-4BC7122BBFBE}"/>
                </a:ext>
              </a:extLst>
            </p:cNvPr>
            <p:cNvSpPr/>
            <p:nvPr/>
          </p:nvSpPr>
          <p:spPr>
            <a:xfrm rot="10800000">
              <a:off x="4471829" y="3766581"/>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7" name="Google Shape;8884;p59">
              <a:extLst>
                <a:ext uri="{FF2B5EF4-FFF2-40B4-BE49-F238E27FC236}">
                  <a16:creationId xmlns:a16="http://schemas.microsoft.com/office/drawing/2014/main" id="{5698FF1B-1A20-8CE7-488D-186D27749C4E}"/>
                </a:ext>
              </a:extLst>
            </p:cNvPr>
            <p:cNvSpPr/>
            <p:nvPr/>
          </p:nvSpPr>
          <p:spPr>
            <a:xfrm rot="10800000">
              <a:off x="4471829"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6" name="CasellaDiTesto 45">
            <a:extLst>
              <a:ext uri="{FF2B5EF4-FFF2-40B4-BE49-F238E27FC236}">
                <a16:creationId xmlns:a16="http://schemas.microsoft.com/office/drawing/2014/main" id="{3A64ED20-081E-527B-A880-E3190FB019F8}"/>
              </a:ext>
            </a:extLst>
          </p:cNvPr>
          <p:cNvSpPr txBox="1"/>
          <p:nvPr/>
        </p:nvSpPr>
        <p:spPr>
          <a:xfrm>
            <a:off x="720000" y="3212817"/>
            <a:ext cx="3619788" cy="523220"/>
          </a:xfrm>
          <a:prstGeom prst="rect">
            <a:avLst/>
          </a:prstGeom>
          <a:noFill/>
        </p:spPr>
        <p:txBody>
          <a:bodyPr wrap="square">
            <a:spAutoFit/>
          </a:bodyPr>
          <a:lstStyle/>
          <a:p>
            <a:pPr algn="just"/>
            <a:r>
              <a:rPr lang="it-IT" b="1" dirty="0">
                <a:solidFill>
                  <a:schemeClr val="accent1"/>
                </a:solidFill>
                <a:latin typeface="Roboto"/>
                <a:ea typeface="Roboto"/>
                <a:cs typeface="Roboto"/>
                <a:sym typeface="Roboto"/>
              </a:rPr>
              <a:t>Data: </a:t>
            </a:r>
            <a:r>
              <a:rPr lang="it-IT" dirty="0">
                <a:solidFill>
                  <a:schemeClr val="accent1"/>
                </a:solidFill>
                <a:latin typeface="Roboto"/>
                <a:ea typeface="Roboto"/>
                <a:cs typeface="Roboto"/>
                <a:sym typeface="Roboto"/>
              </a:rPr>
              <a:t>acquisizione segnali grezzi e incrocio con metadati clinici.</a:t>
            </a:r>
          </a:p>
        </p:txBody>
      </p:sp>
      <p:sp>
        <p:nvSpPr>
          <p:cNvPr id="50" name="CasellaDiTesto 49">
            <a:extLst>
              <a:ext uri="{FF2B5EF4-FFF2-40B4-BE49-F238E27FC236}">
                <a16:creationId xmlns:a16="http://schemas.microsoft.com/office/drawing/2014/main" id="{36C17E60-AF6F-2D63-8C57-B87D59E5A6E4}"/>
              </a:ext>
            </a:extLst>
          </p:cNvPr>
          <p:cNvSpPr txBox="1"/>
          <p:nvPr/>
        </p:nvSpPr>
        <p:spPr>
          <a:xfrm>
            <a:off x="565965" y="2414775"/>
            <a:ext cx="3815535" cy="523220"/>
          </a:xfrm>
          <a:prstGeom prst="rect">
            <a:avLst/>
          </a:prstGeom>
          <a:noFill/>
        </p:spPr>
        <p:txBody>
          <a:bodyPr wrap="square">
            <a:spAutoFit/>
          </a:bodyPr>
          <a:lstStyle/>
          <a:p>
            <a:pPr marL="139700" indent="0" algn="just">
              <a:buNone/>
            </a:pPr>
            <a:r>
              <a:rPr lang="it-IT" b="1" dirty="0">
                <a:solidFill>
                  <a:schemeClr val="accent1"/>
                </a:solidFill>
                <a:latin typeface="Roboto"/>
                <a:ea typeface="Roboto"/>
                <a:cs typeface="Roboto"/>
              </a:rPr>
              <a:t>Informazione: </a:t>
            </a:r>
            <a:r>
              <a:rPr lang="it-IT" dirty="0">
                <a:solidFill>
                  <a:schemeClr val="accent1"/>
                </a:solidFill>
                <a:latin typeface="Roboto"/>
                <a:ea typeface="Roboto"/>
                <a:cs typeface="Roboto"/>
              </a:rPr>
              <a:t>normalizzazione database e matching univoco tramite </a:t>
            </a:r>
            <a:r>
              <a:rPr lang="it-IT" b="1" dirty="0" err="1">
                <a:solidFill>
                  <a:schemeClr val="accent1"/>
                </a:solidFill>
                <a:latin typeface="Roboto"/>
                <a:ea typeface="Roboto"/>
                <a:cs typeface="Roboto"/>
              </a:rPr>
              <a:t>patient</a:t>
            </a:r>
            <a:r>
              <a:rPr lang="it-IT" b="1" dirty="0">
                <a:solidFill>
                  <a:schemeClr val="accent1"/>
                </a:solidFill>
                <a:latin typeface="Roboto"/>
                <a:ea typeface="Roboto"/>
                <a:cs typeface="Roboto"/>
              </a:rPr>
              <a:t> ID</a:t>
            </a:r>
            <a:r>
              <a:rPr lang="it-IT" dirty="0">
                <a:solidFill>
                  <a:schemeClr val="accent1"/>
                </a:solidFill>
                <a:latin typeface="Roboto"/>
                <a:ea typeface="Roboto"/>
                <a:cs typeface="Roboto"/>
              </a:rPr>
              <a:t>.</a:t>
            </a:r>
          </a:p>
        </p:txBody>
      </p:sp>
    </p:spTree>
    <p:extLst>
      <p:ext uri="{BB962C8B-B14F-4D97-AF65-F5344CB8AC3E}">
        <p14:creationId xmlns:p14="http://schemas.microsoft.com/office/powerpoint/2010/main" val="259667150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89F2ED-EA6D-34E1-AF6A-4642D6AEF7B8}"/>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8913A8F5-4B38-6EDF-C548-8705C23CC696}"/>
              </a:ext>
            </a:extLst>
          </p:cNvPr>
          <p:cNvSpPr>
            <a:spLocks noGrp="1"/>
          </p:cNvSpPr>
          <p:nvPr>
            <p:ph type="title"/>
          </p:nvPr>
        </p:nvSpPr>
        <p:spPr>
          <a:xfrm>
            <a:off x="340858" y="596286"/>
            <a:ext cx="7708500" cy="572700"/>
          </a:xfrm>
        </p:spPr>
        <p:txBody>
          <a:bodyPr/>
          <a:lstStyle/>
          <a:p>
            <a:r>
              <a:rPr lang="it-IT" b="1" dirty="0"/>
              <a:t>Scelte Tecniche e Approccio ai Test</a:t>
            </a:r>
          </a:p>
        </p:txBody>
      </p:sp>
      <p:pic>
        <p:nvPicPr>
          <p:cNvPr id="3" name="Immagine 2">
            <a:extLst>
              <a:ext uri="{FF2B5EF4-FFF2-40B4-BE49-F238E27FC236}">
                <a16:creationId xmlns:a16="http://schemas.microsoft.com/office/drawing/2014/main" id="{73555EFB-ED31-D6BF-6EFA-82C7C4EAB01A}"/>
              </a:ext>
            </a:extLst>
          </p:cNvPr>
          <p:cNvPicPr>
            <a:picLocks noChangeAspect="1"/>
          </p:cNvPicPr>
          <p:nvPr/>
        </p:nvPicPr>
        <p:blipFill>
          <a:blip r:embed="rId2"/>
          <a:stretch/>
        </p:blipFill>
        <p:spPr>
          <a:xfrm>
            <a:off x="8176260" y="4410476"/>
            <a:ext cx="795744" cy="606699"/>
          </a:xfrm>
          <a:prstGeom prst="rect">
            <a:avLst/>
          </a:prstGeom>
        </p:spPr>
      </p:pic>
      <p:sp>
        <p:nvSpPr>
          <p:cNvPr id="8" name="Rettangolo con angoli arrotondati 7">
            <a:extLst>
              <a:ext uri="{FF2B5EF4-FFF2-40B4-BE49-F238E27FC236}">
                <a16:creationId xmlns:a16="http://schemas.microsoft.com/office/drawing/2014/main" id="{34161B62-F3C6-6A04-8667-49A3ED42E6CC}"/>
              </a:ext>
            </a:extLst>
          </p:cNvPr>
          <p:cNvSpPr/>
          <p:nvPr/>
        </p:nvSpPr>
        <p:spPr>
          <a:xfrm>
            <a:off x="340858" y="1613210"/>
            <a:ext cx="2372605" cy="2066692"/>
          </a:xfrm>
          <a:prstGeom prst="roundRect">
            <a:avLst>
              <a:gd name="adj" fmla="val 11631"/>
            </a:avLst>
          </a:prstGeom>
          <a:ln w="28575">
            <a:solidFill>
              <a:srgbClr val="4F6F8C"/>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it-IT"/>
          </a:p>
        </p:txBody>
      </p:sp>
      <p:sp>
        <p:nvSpPr>
          <p:cNvPr id="9" name="CasellaDiTesto 8">
            <a:extLst>
              <a:ext uri="{FF2B5EF4-FFF2-40B4-BE49-F238E27FC236}">
                <a16:creationId xmlns:a16="http://schemas.microsoft.com/office/drawing/2014/main" id="{B18A5D75-419A-1624-E11F-5B69E14F9C80}"/>
              </a:ext>
            </a:extLst>
          </p:cNvPr>
          <p:cNvSpPr txBox="1"/>
          <p:nvPr/>
        </p:nvSpPr>
        <p:spPr>
          <a:xfrm>
            <a:off x="538417" y="1835962"/>
            <a:ext cx="1977483" cy="307777"/>
          </a:xfrm>
          <a:prstGeom prst="rect">
            <a:avLst/>
          </a:prstGeom>
          <a:noFill/>
        </p:spPr>
        <p:txBody>
          <a:bodyPr wrap="square" rtlCol="0">
            <a:spAutoFit/>
          </a:bodyPr>
          <a:lstStyle/>
          <a:p>
            <a:pPr algn="ctr"/>
            <a:r>
              <a:rPr lang="it-IT" b="1" dirty="0">
                <a:solidFill>
                  <a:schemeClr val="accent1"/>
                </a:solidFill>
                <a:latin typeface="Roboto"/>
                <a:ea typeface="Roboto"/>
                <a:cs typeface="Roboto"/>
                <a:sym typeface="Roboto"/>
              </a:rPr>
              <a:t>TUG</a:t>
            </a:r>
          </a:p>
        </p:txBody>
      </p:sp>
      <p:sp>
        <p:nvSpPr>
          <p:cNvPr id="10" name="CasellaDiTesto 9">
            <a:extLst>
              <a:ext uri="{FF2B5EF4-FFF2-40B4-BE49-F238E27FC236}">
                <a16:creationId xmlns:a16="http://schemas.microsoft.com/office/drawing/2014/main" id="{B0AAE79D-13CB-44FB-75D7-DBD1B0E00A9A}"/>
              </a:ext>
            </a:extLst>
          </p:cNvPr>
          <p:cNvSpPr txBox="1"/>
          <p:nvPr/>
        </p:nvSpPr>
        <p:spPr>
          <a:xfrm>
            <a:off x="538418" y="2240657"/>
            <a:ext cx="1977483" cy="1169551"/>
          </a:xfrm>
          <a:prstGeom prst="rect">
            <a:avLst/>
          </a:prstGeom>
          <a:noFill/>
          <a:ln>
            <a:solidFill>
              <a:srgbClr val="4F6F8C"/>
            </a:solidFill>
          </a:ln>
        </p:spPr>
        <p:txBody>
          <a:bodyPr wrap="square" rtlCol="0">
            <a:spAutoFit/>
          </a:bodyPr>
          <a:lstStyle/>
          <a:p>
            <a:pPr algn="ctr"/>
            <a:r>
              <a:rPr lang="it-IT" dirty="0">
                <a:solidFill>
                  <a:schemeClr val="accent1"/>
                </a:solidFill>
                <a:latin typeface="Roboto"/>
                <a:ea typeface="Roboto"/>
                <a:cs typeface="Roboto"/>
              </a:rPr>
              <a:t>Osservazione della transizione statico-dinamica e pianificazione motoria iniziale.</a:t>
            </a:r>
          </a:p>
        </p:txBody>
      </p:sp>
      <p:sp>
        <p:nvSpPr>
          <p:cNvPr id="13" name="Rettangolo con angoli arrotondati 12">
            <a:extLst>
              <a:ext uri="{FF2B5EF4-FFF2-40B4-BE49-F238E27FC236}">
                <a16:creationId xmlns:a16="http://schemas.microsoft.com/office/drawing/2014/main" id="{0DD2F572-3C40-8329-8E96-3DF38EE135CA}"/>
              </a:ext>
            </a:extLst>
          </p:cNvPr>
          <p:cNvSpPr/>
          <p:nvPr/>
        </p:nvSpPr>
        <p:spPr>
          <a:xfrm>
            <a:off x="3286917" y="1613210"/>
            <a:ext cx="2372605" cy="2066692"/>
          </a:xfrm>
          <a:prstGeom prst="roundRect">
            <a:avLst>
              <a:gd name="adj" fmla="val 11631"/>
            </a:avLst>
          </a:prstGeom>
          <a:ln w="28575">
            <a:solidFill>
              <a:srgbClr val="4F6F8C"/>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it-IT"/>
          </a:p>
        </p:txBody>
      </p:sp>
      <p:sp>
        <p:nvSpPr>
          <p:cNvPr id="16" name="CasellaDiTesto 15">
            <a:extLst>
              <a:ext uri="{FF2B5EF4-FFF2-40B4-BE49-F238E27FC236}">
                <a16:creationId xmlns:a16="http://schemas.microsoft.com/office/drawing/2014/main" id="{66CF1CD3-3267-24D2-6952-9217A1176942}"/>
              </a:ext>
            </a:extLst>
          </p:cNvPr>
          <p:cNvSpPr txBox="1"/>
          <p:nvPr/>
        </p:nvSpPr>
        <p:spPr>
          <a:xfrm>
            <a:off x="3389412" y="1835962"/>
            <a:ext cx="1977483" cy="307777"/>
          </a:xfrm>
          <a:prstGeom prst="rect">
            <a:avLst/>
          </a:prstGeom>
          <a:noFill/>
        </p:spPr>
        <p:txBody>
          <a:bodyPr wrap="square" rtlCol="0">
            <a:spAutoFit/>
          </a:bodyPr>
          <a:lstStyle/>
          <a:p>
            <a:pPr algn="ctr"/>
            <a:r>
              <a:rPr lang="it-IT" b="1" dirty="0">
                <a:solidFill>
                  <a:schemeClr val="accent1"/>
                </a:solidFill>
                <a:latin typeface="Roboto"/>
                <a:ea typeface="Roboto"/>
                <a:cs typeface="Roboto"/>
                <a:sym typeface="Roboto"/>
              </a:rPr>
              <a:t>SELF-PACE</a:t>
            </a:r>
          </a:p>
        </p:txBody>
      </p:sp>
      <p:sp>
        <p:nvSpPr>
          <p:cNvPr id="18" name="CasellaDiTesto 17">
            <a:extLst>
              <a:ext uri="{FF2B5EF4-FFF2-40B4-BE49-F238E27FC236}">
                <a16:creationId xmlns:a16="http://schemas.microsoft.com/office/drawing/2014/main" id="{33436B2C-881A-14F0-0C2E-6EDE4F527803}"/>
              </a:ext>
            </a:extLst>
          </p:cNvPr>
          <p:cNvSpPr txBox="1"/>
          <p:nvPr/>
        </p:nvSpPr>
        <p:spPr>
          <a:xfrm>
            <a:off x="3484477" y="2348378"/>
            <a:ext cx="1977483" cy="954107"/>
          </a:xfrm>
          <a:prstGeom prst="rect">
            <a:avLst/>
          </a:prstGeom>
          <a:noFill/>
          <a:ln>
            <a:solidFill>
              <a:srgbClr val="4F6F8C"/>
            </a:solidFill>
          </a:ln>
        </p:spPr>
        <p:txBody>
          <a:bodyPr wrap="square" rtlCol="0">
            <a:spAutoFit/>
          </a:bodyPr>
          <a:lstStyle/>
          <a:p>
            <a:pPr algn="ctr"/>
            <a:r>
              <a:rPr lang="it-IT" dirty="0">
                <a:solidFill>
                  <a:schemeClr val="accent1"/>
                </a:solidFill>
                <a:latin typeface="Roboto"/>
                <a:ea typeface="Roboto"/>
                <a:cs typeface="Roboto"/>
              </a:rPr>
              <a:t>Valutazione di un test di camminata naturale e spontanea del paziente.</a:t>
            </a:r>
          </a:p>
        </p:txBody>
      </p:sp>
      <p:sp>
        <p:nvSpPr>
          <p:cNvPr id="19" name="Rettangolo con angoli arrotondati 18">
            <a:extLst>
              <a:ext uri="{FF2B5EF4-FFF2-40B4-BE49-F238E27FC236}">
                <a16:creationId xmlns:a16="http://schemas.microsoft.com/office/drawing/2014/main" id="{5BA169A0-53F1-059E-3C04-F86D65C896AB}"/>
              </a:ext>
            </a:extLst>
          </p:cNvPr>
          <p:cNvSpPr/>
          <p:nvPr/>
        </p:nvSpPr>
        <p:spPr>
          <a:xfrm>
            <a:off x="6237252" y="1613210"/>
            <a:ext cx="2372605" cy="2066692"/>
          </a:xfrm>
          <a:prstGeom prst="roundRect">
            <a:avLst>
              <a:gd name="adj" fmla="val 11631"/>
            </a:avLst>
          </a:prstGeom>
          <a:ln w="28575">
            <a:solidFill>
              <a:srgbClr val="4F6F8C"/>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it-IT"/>
          </a:p>
        </p:txBody>
      </p:sp>
      <p:sp>
        <p:nvSpPr>
          <p:cNvPr id="20" name="CasellaDiTesto 19">
            <a:extLst>
              <a:ext uri="{FF2B5EF4-FFF2-40B4-BE49-F238E27FC236}">
                <a16:creationId xmlns:a16="http://schemas.microsoft.com/office/drawing/2014/main" id="{79CAAEE0-2496-75A0-82EC-18D1431CC683}"/>
              </a:ext>
            </a:extLst>
          </p:cNvPr>
          <p:cNvSpPr txBox="1"/>
          <p:nvPr/>
        </p:nvSpPr>
        <p:spPr>
          <a:xfrm>
            <a:off x="6430536" y="1835962"/>
            <a:ext cx="1977483" cy="307777"/>
          </a:xfrm>
          <a:prstGeom prst="rect">
            <a:avLst/>
          </a:prstGeom>
          <a:noFill/>
        </p:spPr>
        <p:txBody>
          <a:bodyPr wrap="square" rtlCol="0">
            <a:spAutoFit/>
          </a:bodyPr>
          <a:lstStyle/>
          <a:p>
            <a:pPr algn="ctr"/>
            <a:r>
              <a:rPr lang="it-IT" b="1" dirty="0">
                <a:solidFill>
                  <a:schemeClr val="accent1"/>
                </a:solidFill>
                <a:latin typeface="Roboto"/>
                <a:ea typeface="Roboto"/>
                <a:cs typeface="Roboto"/>
                <a:sym typeface="Roboto"/>
              </a:rPr>
              <a:t>HURRIED-PACE</a:t>
            </a:r>
          </a:p>
        </p:txBody>
      </p:sp>
      <p:sp>
        <p:nvSpPr>
          <p:cNvPr id="24" name="CasellaDiTesto 23">
            <a:extLst>
              <a:ext uri="{FF2B5EF4-FFF2-40B4-BE49-F238E27FC236}">
                <a16:creationId xmlns:a16="http://schemas.microsoft.com/office/drawing/2014/main" id="{AD93C057-EC4E-5C89-8467-029F2A46B82A}"/>
              </a:ext>
            </a:extLst>
          </p:cNvPr>
          <p:cNvSpPr txBox="1"/>
          <p:nvPr/>
        </p:nvSpPr>
        <p:spPr>
          <a:xfrm>
            <a:off x="6430536" y="2348377"/>
            <a:ext cx="1977483" cy="954107"/>
          </a:xfrm>
          <a:prstGeom prst="rect">
            <a:avLst/>
          </a:prstGeom>
          <a:noFill/>
          <a:ln>
            <a:solidFill>
              <a:srgbClr val="4F6F8C"/>
            </a:solidFill>
          </a:ln>
        </p:spPr>
        <p:txBody>
          <a:bodyPr wrap="square" rtlCol="0">
            <a:spAutoFit/>
          </a:bodyPr>
          <a:lstStyle/>
          <a:p>
            <a:pPr algn="ctr"/>
            <a:r>
              <a:rPr lang="it-IT" dirty="0">
                <a:solidFill>
                  <a:schemeClr val="accent1"/>
                </a:solidFill>
                <a:latin typeface="Roboto"/>
                <a:ea typeface="Roboto"/>
                <a:cs typeface="Roboto"/>
              </a:rPr>
              <a:t>Cadenza elevata per far emergere deficit latenti e blocchi motori invisibili.</a:t>
            </a:r>
          </a:p>
        </p:txBody>
      </p:sp>
      <p:sp>
        <p:nvSpPr>
          <p:cNvPr id="28" name="CasellaDiTesto 27">
            <a:extLst>
              <a:ext uri="{FF2B5EF4-FFF2-40B4-BE49-F238E27FC236}">
                <a16:creationId xmlns:a16="http://schemas.microsoft.com/office/drawing/2014/main" id="{DF4DD8EB-A535-4EBD-8850-B1C127A74406}"/>
              </a:ext>
            </a:extLst>
          </p:cNvPr>
          <p:cNvSpPr txBox="1"/>
          <p:nvPr/>
        </p:nvSpPr>
        <p:spPr>
          <a:xfrm>
            <a:off x="344850" y="4168849"/>
            <a:ext cx="8066606" cy="276999"/>
          </a:xfrm>
          <a:prstGeom prst="rect">
            <a:avLst/>
          </a:prstGeom>
          <a:noFill/>
          <a:ln>
            <a:noFill/>
          </a:ln>
        </p:spPr>
        <p:txBody>
          <a:bodyPr wrap="square" rtlCol="0">
            <a:spAutoFit/>
          </a:bodyPr>
          <a:lstStyle/>
          <a:p>
            <a:pPr algn="ctr"/>
            <a:r>
              <a:rPr lang="it-IT" sz="1200" i="1" dirty="0">
                <a:solidFill>
                  <a:schemeClr val="accent1"/>
                </a:solidFill>
                <a:latin typeface="Roboto"/>
                <a:ea typeface="Roboto"/>
                <a:cs typeface="Roboto"/>
              </a:rPr>
              <a:t>Esclusi i test su pedane MAT per favorire prove che richiedano variazioni naturali nel passo senza interferenze esterne</a:t>
            </a:r>
          </a:p>
        </p:txBody>
      </p:sp>
    </p:spTree>
    <p:extLst>
      <p:ext uri="{BB962C8B-B14F-4D97-AF65-F5344CB8AC3E}">
        <p14:creationId xmlns:p14="http://schemas.microsoft.com/office/powerpoint/2010/main" val="376558282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634D89-4F32-B753-C54E-1A1F03A008B6}"/>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4D2B0767-A11D-004D-0847-BBB377BB56B2}"/>
              </a:ext>
            </a:extLst>
          </p:cNvPr>
          <p:cNvSpPr>
            <a:spLocks noGrp="1"/>
          </p:cNvSpPr>
          <p:nvPr>
            <p:ph type="title"/>
          </p:nvPr>
        </p:nvSpPr>
        <p:spPr>
          <a:xfrm>
            <a:off x="340858" y="395564"/>
            <a:ext cx="7708500" cy="572700"/>
          </a:xfrm>
        </p:spPr>
        <p:txBody>
          <a:bodyPr/>
          <a:lstStyle/>
          <a:p>
            <a:r>
              <a:rPr lang="it-IT" b="1" dirty="0"/>
              <a:t>Estrazione dei Metadati</a:t>
            </a:r>
          </a:p>
        </p:txBody>
      </p:sp>
      <p:pic>
        <p:nvPicPr>
          <p:cNvPr id="3" name="Immagine 2">
            <a:extLst>
              <a:ext uri="{FF2B5EF4-FFF2-40B4-BE49-F238E27FC236}">
                <a16:creationId xmlns:a16="http://schemas.microsoft.com/office/drawing/2014/main" id="{E57F88AF-F6F2-4869-E76A-8D1289DB3530}"/>
              </a:ext>
            </a:extLst>
          </p:cNvPr>
          <p:cNvPicPr>
            <a:picLocks noChangeAspect="1"/>
          </p:cNvPicPr>
          <p:nvPr/>
        </p:nvPicPr>
        <p:blipFill>
          <a:blip r:embed="rId2"/>
          <a:stretch/>
        </p:blipFill>
        <p:spPr>
          <a:xfrm>
            <a:off x="8176260" y="4410476"/>
            <a:ext cx="795744" cy="606699"/>
          </a:xfrm>
          <a:prstGeom prst="rect">
            <a:avLst/>
          </a:prstGeom>
        </p:spPr>
      </p:pic>
      <p:pic>
        <p:nvPicPr>
          <p:cNvPr id="2" name="Immagine 1">
            <a:extLst>
              <a:ext uri="{FF2B5EF4-FFF2-40B4-BE49-F238E27FC236}">
                <a16:creationId xmlns:a16="http://schemas.microsoft.com/office/drawing/2014/main" id="{0DD47B80-C94E-EC24-86DF-92E26E4620C2}"/>
              </a:ext>
            </a:extLst>
          </p:cNvPr>
          <p:cNvPicPr>
            <a:picLocks noChangeAspect="1"/>
          </p:cNvPicPr>
          <p:nvPr/>
        </p:nvPicPr>
        <p:blipFill>
          <a:blip r:embed="rId3"/>
          <a:stretch>
            <a:fillRect/>
          </a:stretch>
        </p:blipFill>
        <p:spPr>
          <a:xfrm>
            <a:off x="454039" y="1116523"/>
            <a:ext cx="7722221" cy="3631413"/>
          </a:xfrm>
          <a:prstGeom prst="rect">
            <a:avLst/>
          </a:prstGeom>
          <a:ln w="19050">
            <a:solidFill>
              <a:srgbClr val="4F6F8C"/>
            </a:solidFill>
          </a:ln>
        </p:spPr>
      </p:pic>
      <p:sp>
        <p:nvSpPr>
          <p:cNvPr id="5" name="CasellaDiTesto 4">
            <a:extLst>
              <a:ext uri="{FF2B5EF4-FFF2-40B4-BE49-F238E27FC236}">
                <a16:creationId xmlns:a16="http://schemas.microsoft.com/office/drawing/2014/main" id="{CCAC76A5-0074-717A-39E3-44CB83B6BB2F}"/>
              </a:ext>
            </a:extLst>
          </p:cNvPr>
          <p:cNvSpPr txBox="1"/>
          <p:nvPr/>
        </p:nvSpPr>
        <p:spPr>
          <a:xfrm>
            <a:off x="4980357" y="3025481"/>
            <a:ext cx="2830587" cy="1384995"/>
          </a:xfrm>
          <a:prstGeom prst="rect">
            <a:avLst/>
          </a:prstGeom>
          <a:noFill/>
          <a:ln>
            <a:solidFill>
              <a:srgbClr val="4F6F8C"/>
            </a:solidFill>
          </a:ln>
        </p:spPr>
        <p:txBody>
          <a:bodyPr wrap="square" rtlCol="0">
            <a:spAutoFit/>
          </a:bodyPr>
          <a:lstStyle/>
          <a:p>
            <a:pPr algn="just"/>
            <a:r>
              <a:rPr lang="it-IT" dirty="0">
                <a:solidFill>
                  <a:schemeClr val="accent1"/>
                </a:solidFill>
                <a:latin typeface="Roboto"/>
                <a:ea typeface="Roboto"/>
                <a:cs typeface="Roboto"/>
              </a:rPr>
              <a:t>Attraverso un programma mirato siamo andati ad estrarre tutti quei metadati necessari alla correlazione univoca tra ID paziente, situazione clinica e risultati trovati.</a:t>
            </a:r>
          </a:p>
        </p:txBody>
      </p:sp>
    </p:spTree>
    <p:extLst>
      <p:ext uri="{BB962C8B-B14F-4D97-AF65-F5344CB8AC3E}">
        <p14:creationId xmlns:p14="http://schemas.microsoft.com/office/powerpoint/2010/main" val="178208208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32C885-F5F1-F034-F2EC-25C0E4E2B5A3}"/>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DD569E68-9A15-91DC-EA4A-93C9BED539F0}"/>
              </a:ext>
            </a:extLst>
          </p:cNvPr>
          <p:cNvSpPr>
            <a:spLocks noGrp="1"/>
          </p:cNvSpPr>
          <p:nvPr>
            <p:ph type="title"/>
          </p:nvPr>
        </p:nvSpPr>
        <p:spPr>
          <a:xfrm>
            <a:off x="340858" y="395564"/>
            <a:ext cx="7708500" cy="572700"/>
          </a:xfrm>
        </p:spPr>
        <p:txBody>
          <a:bodyPr/>
          <a:lstStyle/>
          <a:p>
            <a:r>
              <a:rPr lang="it-IT" b="1" dirty="0"/>
              <a:t>Estrazione dei Metadati</a:t>
            </a:r>
          </a:p>
        </p:txBody>
      </p:sp>
      <p:pic>
        <p:nvPicPr>
          <p:cNvPr id="3" name="Immagine 2">
            <a:extLst>
              <a:ext uri="{FF2B5EF4-FFF2-40B4-BE49-F238E27FC236}">
                <a16:creationId xmlns:a16="http://schemas.microsoft.com/office/drawing/2014/main" id="{98B816F8-1868-DF9A-4DE8-FF975A5F3758}"/>
              </a:ext>
            </a:extLst>
          </p:cNvPr>
          <p:cNvPicPr>
            <a:picLocks noChangeAspect="1"/>
          </p:cNvPicPr>
          <p:nvPr/>
        </p:nvPicPr>
        <p:blipFill>
          <a:blip r:embed="rId2"/>
          <a:stretch/>
        </p:blipFill>
        <p:spPr>
          <a:xfrm>
            <a:off x="8176260" y="4410476"/>
            <a:ext cx="795744" cy="606699"/>
          </a:xfrm>
          <a:prstGeom prst="rect">
            <a:avLst/>
          </a:prstGeom>
        </p:spPr>
      </p:pic>
      <p:pic>
        <p:nvPicPr>
          <p:cNvPr id="6" name="Immagine 5">
            <a:extLst>
              <a:ext uri="{FF2B5EF4-FFF2-40B4-BE49-F238E27FC236}">
                <a16:creationId xmlns:a16="http://schemas.microsoft.com/office/drawing/2014/main" id="{492DE9DF-6506-4419-59EF-A96C962491A2}"/>
              </a:ext>
            </a:extLst>
          </p:cNvPr>
          <p:cNvPicPr>
            <a:picLocks noChangeAspect="1"/>
          </p:cNvPicPr>
          <p:nvPr/>
        </p:nvPicPr>
        <p:blipFill>
          <a:blip r:embed="rId3"/>
          <a:stretch>
            <a:fillRect/>
          </a:stretch>
        </p:blipFill>
        <p:spPr>
          <a:xfrm>
            <a:off x="550365" y="1568604"/>
            <a:ext cx="8043270" cy="2480635"/>
          </a:xfrm>
          <a:prstGeom prst="rect">
            <a:avLst/>
          </a:prstGeom>
          <a:ln w="19050">
            <a:solidFill>
              <a:srgbClr val="4F6F8C"/>
            </a:solidFill>
          </a:ln>
        </p:spPr>
      </p:pic>
    </p:spTree>
    <p:extLst>
      <p:ext uri="{BB962C8B-B14F-4D97-AF65-F5344CB8AC3E}">
        <p14:creationId xmlns:p14="http://schemas.microsoft.com/office/powerpoint/2010/main" val="13521037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0AB35-BEB1-1D7C-077F-C78FA6F635E1}"/>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648504CC-3167-39D0-2441-1DBCF94CF002}"/>
              </a:ext>
            </a:extLst>
          </p:cNvPr>
          <p:cNvSpPr>
            <a:spLocks noGrp="1"/>
          </p:cNvSpPr>
          <p:nvPr>
            <p:ph type="title"/>
          </p:nvPr>
        </p:nvSpPr>
        <p:spPr>
          <a:xfrm>
            <a:off x="340858" y="395564"/>
            <a:ext cx="7708500" cy="572700"/>
          </a:xfrm>
        </p:spPr>
        <p:txBody>
          <a:bodyPr/>
          <a:lstStyle/>
          <a:p>
            <a:r>
              <a:rPr lang="it-IT" b="1" dirty="0"/>
              <a:t>Estrazione dei Metadati</a:t>
            </a:r>
          </a:p>
        </p:txBody>
      </p:sp>
      <p:pic>
        <p:nvPicPr>
          <p:cNvPr id="3" name="Immagine 2">
            <a:extLst>
              <a:ext uri="{FF2B5EF4-FFF2-40B4-BE49-F238E27FC236}">
                <a16:creationId xmlns:a16="http://schemas.microsoft.com/office/drawing/2014/main" id="{C9034070-AAC5-D40F-DF58-A2CF5746D7F1}"/>
              </a:ext>
            </a:extLst>
          </p:cNvPr>
          <p:cNvPicPr>
            <a:picLocks noChangeAspect="1"/>
          </p:cNvPicPr>
          <p:nvPr/>
        </p:nvPicPr>
        <p:blipFill>
          <a:blip r:embed="rId2"/>
          <a:stretch/>
        </p:blipFill>
        <p:spPr>
          <a:xfrm>
            <a:off x="8176260" y="4410476"/>
            <a:ext cx="795744" cy="606699"/>
          </a:xfrm>
          <a:prstGeom prst="rect">
            <a:avLst/>
          </a:prstGeom>
        </p:spPr>
      </p:pic>
      <p:pic>
        <p:nvPicPr>
          <p:cNvPr id="2" name="Immagine 1">
            <a:extLst>
              <a:ext uri="{FF2B5EF4-FFF2-40B4-BE49-F238E27FC236}">
                <a16:creationId xmlns:a16="http://schemas.microsoft.com/office/drawing/2014/main" id="{961C56F8-6275-0E65-82E7-63606D536EB2}"/>
              </a:ext>
            </a:extLst>
          </p:cNvPr>
          <p:cNvPicPr>
            <a:picLocks noChangeAspect="1"/>
          </p:cNvPicPr>
          <p:nvPr/>
        </p:nvPicPr>
        <p:blipFill>
          <a:blip r:embed="rId3"/>
          <a:stretch>
            <a:fillRect/>
          </a:stretch>
        </p:blipFill>
        <p:spPr>
          <a:xfrm>
            <a:off x="938212" y="1437694"/>
            <a:ext cx="7267575" cy="2886075"/>
          </a:xfrm>
          <a:prstGeom prst="rect">
            <a:avLst/>
          </a:prstGeom>
          <a:ln w="19050">
            <a:solidFill>
              <a:srgbClr val="4F6F8C"/>
            </a:solidFill>
          </a:ln>
        </p:spPr>
      </p:pic>
    </p:spTree>
    <p:extLst>
      <p:ext uri="{BB962C8B-B14F-4D97-AF65-F5344CB8AC3E}">
        <p14:creationId xmlns:p14="http://schemas.microsoft.com/office/powerpoint/2010/main" val="399694917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C62536-104B-D88C-6B16-1F93160E4A29}"/>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F6E9D75A-05D1-6D71-2E35-C5205CB72191}"/>
              </a:ext>
            </a:extLst>
          </p:cNvPr>
          <p:cNvSpPr>
            <a:spLocks noGrp="1"/>
          </p:cNvSpPr>
          <p:nvPr>
            <p:ph type="title"/>
          </p:nvPr>
        </p:nvSpPr>
        <p:spPr>
          <a:xfrm>
            <a:off x="340858" y="395564"/>
            <a:ext cx="7708500" cy="572700"/>
          </a:xfrm>
        </p:spPr>
        <p:txBody>
          <a:bodyPr/>
          <a:lstStyle/>
          <a:p>
            <a:r>
              <a:rPr lang="it-IT" b="1" dirty="0"/>
              <a:t>Calcolo Velocità, Cadenza e Falcata </a:t>
            </a:r>
          </a:p>
        </p:txBody>
      </p:sp>
      <p:pic>
        <p:nvPicPr>
          <p:cNvPr id="3" name="Immagine 2">
            <a:extLst>
              <a:ext uri="{FF2B5EF4-FFF2-40B4-BE49-F238E27FC236}">
                <a16:creationId xmlns:a16="http://schemas.microsoft.com/office/drawing/2014/main" id="{2360A909-257C-446A-F02F-8E602BE9AA9D}"/>
              </a:ext>
            </a:extLst>
          </p:cNvPr>
          <p:cNvPicPr>
            <a:picLocks noChangeAspect="1"/>
          </p:cNvPicPr>
          <p:nvPr/>
        </p:nvPicPr>
        <p:blipFill>
          <a:blip r:embed="rId2"/>
          <a:stretch/>
        </p:blipFill>
        <p:spPr>
          <a:xfrm>
            <a:off x="8176260" y="4410476"/>
            <a:ext cx="795744" cy="606699"/>
          </a:xfrm>
          <a:prstGeom prst="rect">
            <a:avLst/>
          </a:prstGeom>
        </p:spPr>
      </p:pic>
      <mc:AlternateContent xmlns:mc="http://schemas.openxmlformats.org/markup-compatibility/2006" xmlns:a14="http://schemas.microsoft.com/office/drawing/2010/main">
        <mc:Choice Requires="a14">
          <p:sp>
            <p:nvSpPr>
              <p:cNvPr id="5" name="CasellaDiTesto 4">
                <a:extLst>
                  <a:ext uri="{FF2B5EF4-FFF2-40B4-BE49-F238E27FC236}">
                    <a16:creationId xmlns:a16="http://schemas.microsoft.com/office/drawing/2014/main" id="{38189AE7-6CCF-9B19-9D84-5C9DC668EB8C}"/>
                  </a:ext>
                </a:extLst>
              </p:cNvPr>
              <p:cNvSpPr txBox="1"/>
              <p:nvPr/>
            </p:nvSpPr>
            <p:spPr>
              <a:xfrm>
                <a:off x="4572000" y="1661695"/>
                <a:ext cx="631903" cy="421654"/>
              </a:xfrm>
              <a:prstGeom prst="rect">
                <a:avLst/>
              </a:prstGeom>
              <a:noFill/>
              <a:ln>
                <a:no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it-IT" sz="1600" b="0" i="1" smtClean="0">
                          <a:solidFill>
                            <a:srgbClr val="4F6F8C"/>
                          </a:solidFill>
                          <a:latin typeface="Cambria Math" panose="02040503050406030204" pitchFamily="18" charset="0"/>
                        </a:rPr>
                        <m:t>𝑣</m:t>
                      </m:r>
                      <m:r>
                        <a:rPr lang="it-IT" sz="1600" b="0" i="1" smtClean="0">
                          <a:solidFill>
                            <a:srgbClr val="4F6F8C"/>
                          </a:solidFill>
                          <a:latin typeface="Cambria Math" panose="02040503050406030204" pitchFamily="18" charset="0"/>
                        </a:rPr>
                        <m:t>=</m:t>
                      </m:r>
                      <m:f>
                        <m:fPr>
                          <m:ctrlPr>
                            <a:rPr lang="it-IT" sz="1600" b="0" i="1" smtClean="0">
                              <a:solidFill>
                                <a:srgbClr val="4F6F8C"/>
                              </a:solidFill>
                              <a:latin typeface="Cambria Math" panose="02040503050406030204" pitchFamily="18" charset="0"/>
                            </a:rPr>
                          </m:ctrlPr>
                        </m:fPr>
                        <m:num>
                          <m:r>
                            <a:rPr lang="it-IT" sz="1600" b="0" i="1" smtClean="0">
                              <a:solidFill>
                                <a:srgbClr val="4F6F8C"/>
                              </a:solidFill>
                              <a:latin typeface="Cambria Math" panose="02040503050406030204" pitchFamily="18" charset="0"/>
                            </a:rPr>
                            <m:t>𝑠</m:t>
                          </m:r>
                        </m:num>
                        <m:den>
                          <m:r>
                            <a:rPr lang="it-IT" sz="1600" b="0" i="1" smtClean="0">
                              <a:solidFill>
                                <a:srgbClr val="4F6F8C"/>
                              </a:solidFill>
                              <a:latin typeface="Cambria Math" panose="02040503050406030204" pitchFamily="18" charset="0"/>
                            </a:rPr>
                            <m:t>𝑡</m:t>
                          </m:r>
                        </m:den>
                      </m:f>
                    </m:oMath>
                  </m:oMathPara>
                </a14:m>
                <a:endParaRPr lang="it-IT" sz="1600" dirty="0">
                  <a:solidFill>
                    <a:srgbClr val="4F6F8C"/>
                  </a:solidFill>
                </a:endParaRPr>
              </a:p>
            </p:txBody>
          </p:sp>
        </mc:Choice>
        <mc:Fallback xmlns="">
          <p:sp>
            <p:nvSpPr>
              <p:cNvPr id="5" name="CasellaDiTesto 4">
                <a:extLst>
                  <a:ext uri="{FF2B5EF4-FFF2-40B4-BE49-F238E27FC236}">
                    <a16:creationId xmlns:a16="http://schemas.microsoft.com/office/drawing/2014/main" id="{38189AE7-6CCF-9B19-9D84-5C9DC668EB8C}"/>
                  </a:ext>
                </a:extLst>
              </p:cNvPr>
              <p:cNvSpPr txBox="1">
                <a:spLocks noRot="1" noChangeAspect="1" noMove="1" noResize="1" noEditPoints="1" noAdjustHandles="1" noChangeArrowheads="1" noChangeShapeType="1" noTextEdit="1"/>
              </p:cNvSpPr>
              <p:nvPr/>
            </p:nvSpPr>
            <p:spPr>
              <a:xfrm>
                <a:off x="4572000" y="1661695"/>
                <a:ext cx="631903" cy="421654"/>
              </a:xfrm>
              <a:prstGeom prst="rect">
                <a:avLst/>
              </a:prstGeom>
              <a:blipFill>
                <a:blip r:embed="rId3"/>
                <a:stretch>
                  <a:fillRect b="-13043"/>
                </a:stretch>
              </a:blipFill>
              <a:ln>
                <a:noFill/>
              </a:ln>
            </p:spPr>
            <p:txBody>
              <a:bodyPr/>
              <a:lstStyle/>
              <a:p>
                <a:r>
                  <a:rPr lang="it-IT">
                    <a:noFill/>
                  </a:rPr>
                  <a:t> </a:t>
                </a:r>
              </a:p>
            </p:txBody>
          </p:sp>
        </mc:Fallback>
      </mc:AlternateContent>
      <mc:AlternateContent xmlns:mc="http://schemas.openxmlformats.org/markup-compatibility/2006" xmlns:a14="http://schemas.microsoft.com/office/drawing/2010/main">
        <mc:Choice Requires="a14">
          <p:sp>
            <p:nvSpPr>
              <p:cNvPr id="6" name="CasellaDiTesto 5">
                <a:extLst>
                  <a:ext uri="{FF2B5EF4-FFF2-40B4-BE49-F238E27FC236}">
                    <a16:creationId xmlns:a16="http://schemas.microsoft.com/office/drawing/2014/main" id="{D789548D-C4C7-B566-38F0-A1CAB14F5A10}"/>
                  </a:ext>
                </a:extLst>
              </p:cNvPr>
              <p:cNvSpPr txBox="1"/>
              <p:nvPr/>
            </p:nvSpPr>
            <p:spPr>
              <a:xfrm>
                <a:off x="4572000" y="2416325"/>
                <a:ext cx="1332544" cy="508985"/>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it-IT" sz="1600" b="0" i="1" smtClean="0">
                          <a:solidFill>
                            <a:srgbClr val="4F6F8C"/>
                          </a:solidFill>
                          <a:latin typeface="Cambria Math" panose="02040503050406030204" pitchFamily="18" charset="0"/>
                        </a:rPr>
                        <m:t>𝑓𝑎𝑙𝑐</m:t>
                      </m:r>
                      <m:r>
                        <a:rPr lang="it-IT" sz="1600" b="0" i="1" smtClean="0">
                          <a:solidFill>
                            <a:srgbClr val="4F6F8C"/>
                          </a:solidFill>
                          <a:latin typeface="Cambria Math" panose="02040503050406030204" pitchFamily="18" charset="0"/>
                        </a:rPr>
                        <m:t>=</m:t>
                      </m:r>
                      <m:f>
                        <m:fPr>
                          <m:ctrlPr>
                            <a:rPr lang="it-IT" sz="1600" b="0" i="1" smtClean="0">
                              <a:solidFill>
                                <a:srgbClr val="4F6F8C"/>
                              </a:solidFill>
                              <a:latin typeface="Cambria Math" panose="02040503050406030204" pitchFamily="18" charset="0"/>
                            </a:rPr>
                          </m:ctrlPr>
                        </m:fPr>
                        <m:num>
                          <m:r>
                            <a:rPr lang="it-IT" sz="1600" b="0" i="1" smtClean="0">
                              <a:solidFill>
                                <a:srgbClr val="4F6F8C"/>
                              </a:solidFill>
                              <a:latin typeface="Cambria Math" panose="02040503050406030204" pitchFamily="18" charset="0"/>
                            </a:rPr>
                            <m:t>𝑑</m:t>
                          </m:r>
                        </m:num>
                        <m:den>
                          <m:r>
                            <a:rPr lang="it-IT" sz="1600" b="0" i="1" smtClean="0">
                              <a:solidFill>
                                <a:srgbClr val="4F6F8C"/>
                              </a:solidFill>
                              <a:latin typeface="Cambria Math" panose="02040503050406030204" pitchFamily="18" charset="0"/>
                            </a:rPr>
                            <m:t>#</m:t>
                          </m:r>
                          <m:r>
                            <a:rPr lang="it-IT" sz="1600" b="0" i="1" smtClean="0">
                              <a:solidFill>
                                <a:srgbClr val="4F6F8C"/>
                              </a:solidFill>
                              <a:latin typeface="Cambria Math" panose="02040503050406030204" pitchFamily="18" charset="0"/>
                            </a:rPr>
                            <m:t>𝑝𝑎𝑠𝑠𝑖</m:t>
                          </m:r>
                        </m:den>
                      </m:f>
                    </m:oMath>
                  </m:oMathPara>
                </a14:m>
                <a:endParaRPr lang="it-IT" sz="1600" dirty="0">
                  <a:solidFill>
                    <a:srgbClr val="4F6F8C"/>
                  </a:solidFill>
                </a:endParaRPr>
              </a:p>
            </p:txBody>
          </p:sp>
        </mc:Choice>
        <mc:Fallback xmlns="">
          <p:sp>
            <p:nvSpPr>
              <p:cNvPr id="6" name="CasellaDiTesto 5">
                <a:extLst>
                  <a:ext uri="{FF2B5EF4-FFF2-40B4-BE49-F238E27FC236}">
                    <a16:creationId xmlns:a16="http://schemas.microsoft.com/office/drawing/2014/main" id="{D789548D-C4C7-B566-38F0-A1CAB14F5A10}"/>
                  </a:ext>
                </a:extLst>
              </p:cNvPr>
              <p:cNvSpPr txBox="1">
                <a:spLocks noRot="1" noChangeAspect="1" noMove="1" noResize="1" noEditPoints="1" noAdjustHandles="1" noChangeArrowheads="1" noChangeShapeType="1" noTextEdit="1"/>
              </p:cNvSpPr>
              <p:nvPr/>
            </p:nvSpPr>
            <p:spPr>
              <a:xfrm>
                <a:off x="4572000" y="2416325"/>
                <a:ext cx="1332544" cy="508985"/>
              </a:xfrm>
              <a:prstGeom prst="rect">
                <a:avLst/>
              </a:prstGeom>
              <a:blipFill>
                <a:blip r:embed="rId4"/>
                <a:stretch>
                  <a:fillRect/>
                </a:stretch>
              </a:blipFill>
            </p:spPr>
            <p:txBody>
              <a:bodyPr/>
              <a:lstStyle/>
              <a:p>
                <a:r>
                  <a:rPr lang="it-IT">
                    <a:noFill/>
                  </a:rPr>
                  <a:t> </a:t>
                </a:r>
              </a:p>
            </p:txBody>
          </p:sp>
        </mc:Fallback>
      </mc:AlternateContent>
      <mc:AlternateContent xmlns:mc="http://schemas.openxmlformats.org/markup-compatibility/2006" xmlns:a14="http://schemas.microsoft.com/office/drawing/2010/main">
        <mc:Choice Requires="a14">
          <p:sp>
            <p:nvSpPr>
              <p:cNvPr id="7" name="CasellaDiTesto 6">
                <a:extLst>
                  <a:ext uri="{FF2B5EF4-FFF2-40B4-BE49-F238E27FC236}">
                    <a16:creationId xmlns:a16="http://schemas.microsoft.com/office/drawing/2014/main" id="{05E64039-5271-AF57-B050-4D38F0DA0C50}"/>
                  </a:ext>
                </a:extLst>
              </p:cNvPr>
              <p:cNvSpPr txBox="1"/>
              <p:nvPr/>
            </p:nvSpPr>
            <p:spPr>
              <a:xfrm>
                <a:off x="4566485" y="3238570"/>
                <a:ext cx="1274836" cy="46108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it-IT" sz="1600" b="0" i="1" smtClean="0">
                          <a:solidFill>
                            <a:srgbClr val="4F6F8C"/>
                          </a:solidFill>
                          <a:latin typeface="Cambria Math" panose="02040503050406030204" pitchFamily="18" charset="0"/>
                        </a:rPr>
                        <m:t>𝑐𝑎𝑑</m:t>
                      </m:r>
                      <m:r>
                        <a:rPr lang="it-IT" sz="1600" b="0" i="1" smtClean="0">
                          <a:solidFill>
                            <a:srgbClr val="4F6F8C"/>
                          </a:solidFill>
                          <a:latin typeface="Cambria Math" panose="02040503050406030204" pitchFamily="18" charset="0"/>
                        </a:rPr>
                        <m:t>=</m:t>
                      </m:r>
                      <m:f>
                        <m:fPr>
                          <m:ctrlPr>
                            <a:rPr lang="it-IT" sz="1600" b="0" i="1" smtClean="0">
                              <a:solidFill>
                                <a:srgbClr val="4F6F8C"/>
                              </a:solidFill>
                              <a:latin typeface="Cambria Math" panose="02040503050406030204" pitchFamily="18" charset="0"/>
                            </a:rPr>
                          </m:ctrlPr>
                        </m:fPr>
                        <m:num>
                          <m:r>
                            <a:rPr lang="it-IT" sz="1600" b="0" i="1" smtClean="0">
                              <a:solidFill>
                                <a:srgbClr val="4F6F8C"/>
                              </a:solidFill>
                              <a:latin typeface="Cambria Math" panose="02040503050406030204" pitchFamily="18" charset="0"/>
                            </a:rPr>
                            <m:t>#</m:t>
                          </m:r>
                          <m:r>
                            <a:rPr lang="it-IT" sz="1600" b="0" i="1" smtClean="0">
                              <a:solidFill>
                                <a:srgbClr val="4F6F8C"/>
                              </a:solidFill>
                              <a:latin typeface="Cambria Math" panose="02040503050406030204" pitchFamily="18" charset="0"/>
                            </a:rPr>
                            <m:t>𝑝𝑎𝑠𝑠𝑖</m:t>
                          </m:r>
                        </m:num>
                        <m:den>
                          <m:r>
                            <a:rPr lang="it-IT" sz="1600" b="0" i="1" smtClean="0">
                              <a:solidFill>
                                <a:srgbClr val="4F6F8C"/>
                              </a:solidFill>
                              <a:latin typeface="Cambria Math" panose="02040503050406030204" pitchFamily="18" charset="0"/>
                            </a:rPr>
                            <m:t>𝑡</m:t>
                          </m:r>
                        </m:den>
                      </m:f>
                    </m:oMath>
                  </m:oMathPara>
                </a14:m>
                <a:endParaRPr lang="it-IT" sz="1600" dirty="0">
                  <a:solidFill>
                    <a:srgbClr val="4F6F8C"/>
                  </a:solidFill>
                </a:endParaRPr>
              </a:p>
            </p:txBody>
          </p:sp>
        </mc:Choice>
        <mc:Fallback xmlns="">
          <p:sp>
            <p:nvSpPr>
              <p:cNvPr id="7" name="CasellaDiTesto 6">
                <a:extLst>
                  <a:ext uri="{FF2B5EF4-FFF2-40B4-BE49-F238E27FC236}">
                    <a16:creationId xmlns:a16="http://schemas.microsoft.com/office/drawing/2014/main" id="{05E64039-5271-AF57-B050-4D38F0DA0C50}"/>
                  </a:ext>
                </a:extLst>
              </p:cNvPr>
              <p:cNvSpPr txBox="1">
                <a:spLocks noRot="1" noChangeAspect="1" noMove="1" noResize="1" noEditPoints="1" noAdjustHandles="1" noChangeArrowheads="1" noChangeShapeType="1" noTextEdit="1"/>
              </p:cNvSpPr>
              <p:nvPr/>
            </p:nvSpPr>
            <p:spPr>
              <a:xfrm>
                <a:off x="4566485" y="3238570"/>
                <a:ext cx="1274836" cy="461088"/>
              </a:xfrm>
              <a:prstGeom prst="rect">
                <a:avLst/>
              </a:prstGeom>
              <a:blipFill>
                <a:blip r:embed="rId5"/>
                <a:stretch>
                  <a:fillRect/>
                </a:stretch>
              </a:blipFill>
            </p:spPr>
            <p:txBody>
              <a:bodyPr/>
              <a:lstStyle/>
              <a:p>
                <a:r>
                  <a:rPr lang="it-IT">
                    <a:noFill/>
                  </a:rPr>
                  <a:t> </a:t>
                </a:r>
              </a:p>
            </p:txBody>
          </p:sp>
        </mc:Fallback>
      </mc:AlternateContent>
      <p:sp>
        <p:nvSpPr>
          <p:cNvPr id="8" name="CasellaDiTesto 7">
            <a:extLst>
              <a:ext uri="{FF2B5EF4-FFF2-40B4-BE49-F238E27FC236}">
                <a16:creationId xmlns:a16="http://schemas.microsoft.com/office/drawing/2014/main" id="{0E881A42-295E-7B3B-3981-BD6A4F79A6F7}"/>
              </a:ext>
            </a:extLst>
          </p:cNvPr>
          <p:cNvSpPr txBox="1"/>
          <p:nvPr/>
        </p:nvSpPr>
        <p:spPr>
          <a:xfrm>
            <a:off x="2706029" y="1718634"/>
            <a:ext cx="892098" cy="307777"/>
          </a:xfrm>
          <a:prstGeom prst="rect">
            <a:avLst/>
          </a:prstGeom>
          <a:noFill/>
        </p:spPr>
        <p:txBody>
          <a:bodyPr wrap="square" rtlCol="0">
            <a:spAutoFit/>
          </a:bodyPr>
          <a:lstStyle/>
          <a:p>
            <a:r>
              <a:rPr lang="it-IT" b="1" dirty="0">
                <a:solidFill>
                  <a:srgbClr val="4F6F8C"/>
                </a:solidFill>
                <a:latin typeface="Roboto Slab"/>
                <a:ea typeface="Roboto Slab"/>
                <a:cs typeface="Roboto Slab"/>
                <a:sym typeface="Roboto Slab"/>
              </a:rPr>
              <a:t>Velocità</a:t>
            </a:r>
          </a:p>
        </p:txBody>
      </p:sp>
      <p:sp>
        <p:nvSpPr>
          <p:cNvPr id="10" name="CasellaDiTesto 9">
            <a:extLst>
              <a:ext uri="{FF2B5EF4-FFF2-40B4-BE49-F238E27FC236}">
                <a16:creationId xmlns:a16="http://schemas.microsoft.com/office/drawing/2014/main" id="{6BC6A5B9-13B1-7A76-C6DF-D03B60840140}"/>
              </a:ext>
            </a:extLst>
          </p:cNvPr>
          <p:cNvSpPr txBox="1"/>
          <p:nvPr/>
        </p:nvSpPr>
        <p:spPr>
          <a:xfrm>
            <a:off x="2706029" y="2516930"/>
            <a:ext cx="892098" cy="307777"/>
          </a:xfrm>
          <a:prstGeom prst="rect">
            <a:avLst/>
          </a:prstGeom>
          <a:noFill/>
        </p:spPr>
        <p:txBody>
          <a:bodyPr wrap="square" rtlCol="0">
            <a:spAutoFit/>
          </a:bodyPr>
          <a:lstStyle/>
          <a:p>
            <a:r>
              <a:rPr lang="it-IT" b="1" dirty="0">
                <a:solidFill>
                  <a:srgbClr val="4F6F8C"/>
                </a:solidFill>
                <a:latin typeface="Roboto Slab"/>
                <a:ea typeface="Roboto Slab"/>
                <a:cs typeface="Roboto Slab"/>
                <a:sym typeface="Roboto Slab"/>
              </a:rPr>
              <a:t>Falcata</a:t>
            </a:r>
          </a:p>
        </p:txBody>
      </p:sp>
      <p:sp>
        <p:nvSpPr>
          <p:cNvPr id="11" name="CasellaDiTesto 10">
            <a:extLst>
              <a:ext uri="{FF2B5EF4-FFF2-40B4-BE49-F238E27FC236}">
                <a16:creationId xmlns:a16="http://schemas.microsoft.com/office/drawing/2014/main" id="{4BB0DB97-AEC9-7FC5-0A0E-3443657B1A8C}"/>
              </a:ext>
            </a:extLst>
          </p:cNvPr>
          <p:cNvSpPr txBox="1"/>
          <p:nvPr/>
        </p:nvSpPr>
        <p:spPr>
          <a:xfrm>
            <a:off x="2706029" y="3315226"/>
            <a:ext cx="996176" cy="307777"/>
          </a:xfrm>
          <a:prstGeom prst="rect">
            <a:avLst/>
          </a:prstGeom>
          <a:noFill/>
        </p:spPr>
        <p:txBody>
          <a:bodyPr wrap="square" rtlCol="0">
            <a:spAutoFit/>
          </a:bodyPr>
          <a:lstStyle/>
          <a:p>
            <a:r>
              <a:rPr lang="it-IT" b="1" dirty="0">
                <a:solidFill>
                  <a:srgbClr val="4F6F8C"/>
                </a:solidFill>
                <a:latin typeface="Roboto Slab"/>
                <a:ea typeface="Roboto Slab"/>
                <a:cs typeface="Roboto Slab"/>
                <a:sym typeface="Roboto Slab"/>
              </a:rPr>
              <a:t>Cadenza</a:t>
            </a:r>
          </a:p>
        </p:txBody>
      </p:sp>
      <p:sp>
        <p:nvSpPr>
          <p:cNvPr id="12" name="Google Shape;4587;p54">
            <a:extLst>
              <a:ext uri="{FF2B5EF4-FFF2-40B4-BE49-F238E27FC236}">
                <a16:creationId xmlns:a16="http://schemas.microsoft.com/office/drawing/2014/main" id="{4F38E9B0-63A4-931B-BC4A-975817C49669}"/>
              </a:ext>
            </a:extLst>
          </p:cNvPr>
          <p:cNvSpPr/>
          <p:nvPr/>
        </p:nvSpPr>
        <p:spPr>
          <a:xfrm>
            <a:off x="3711698" y="1789393"/>
            <a:ext cx="746731" cy="166258"/>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 name="Google Shape;4587;p54">
            <a:extLst>
              <a:ext uri="{FF2B5EF4-FFF2-40B4-BE49-F238E27FC236}">
                <a16:creationId xmlns:a16="http://schemas.microsoft.com/office/drawing/2014/main" id="{988793DB-6AB2-FB22-A774-F239778CF61E}"/>
              </a:ext>
            </a:extLst>
          </p:cNvPr>
          <p:cNvSpPr/>
          <p:nvPr/>
        </p:nvSpPr>
        <p:spPr>
          <a:xfrm>
            <a:off x="3711698" y="2587688"/>
            <a:ext cx="746731" cy="166258"/>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 name="Google Shape;4587;p54">
            <a:extLst>
              <a:ext uri="{FF2B5EF4-FFF2-40B4-BE49-F238E27FC236}">
                <a16:creationId xmlns:a16="http://schemas.microsoft.com/office/drawing/2014/main" id="{2D4999B6-6AFD-BC85-5C82-B6D179653CD7}"/>
              </a:ext>
            </a:extLst>
          </p:cNvPr>
          <p:cNvSpPr/>
          <p:nvPr/>
        </p:nvSpPr>
        <p:spPr>
          <a:xfrm>
            <a:off x="3685278" y="3385983"/>
            <a:ext cx="746731" cy="166258"/>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 name="CasellaDiTesto 14">
            <a:extLst>
              <a:ext uri="{FF2B5EF4-FFF2-40B4-BE49-F238E27FC236}">
                <a16:creationId xmlns:a16="http://schemas.microsoft.com/office/drawing/2014/main" id="{A32DAC1F-564E-4D90-82AC-333E74DA52D7}"/>
              </a:ext>
            </a:extLst>
          </p:cNvPr>
          <p:cNvSpPr txBox="1"/>
          <p:nvPr/>
        </p:nvSpPr>
        <p:spPr>
          <a:xfrm>
            <a:off x="1916542" y="4065884"/>
            <a:ext cx="4557131" cy="461665"/>
          </a:xfrm>
          <a:prstGeom prst="rect">
            <a:avLst/>
          </a:prstGeom>
          <a:noFill/>
        </p:spPr>
        <p:txBody>
          <a:bodyPr wrap="square" rtlCol="0">
            <a:spAutoFit/>
          </a:bodyPr>
          <a:lstStyle/>
          <a:p>
            <a:pPr algn="ctr"/>
            <a:r>
              <a:rPr lang="it-IT" sz="1200" i="1" dirty="0">
                <a:solidFill>
                  <a:schemeClr val="accent1"/>
                </a:solidFill>
                <a:latin typeface="Roboto"/>
                <a:ea typeface="Roboto"/>
                <a:cs typeface="Roboto"/>
              </a:rPr>
              <a:t>Per calcolarle si rende necessario prima il calcolo di distanza </a:t>
            </a:r>
            <a:r>
              <a:rPr lang="it-IT" sz="1200" i="1" dirty="0" err="1">
                <a:solidFill>
                  <a:schemeClr val="accent1"/>
                </a:solidFill>
                <a:latin typeface="Roboto"/>
                <a:ea typeface="Roboto"/>
                <a:cs typeface="Roboto"/>
              </a:rPr>
              <a:t>n.passi</a:t>
            </a:r>
            <a:r>
              <a:rPr lang="it-IT" sz="1200" i="1" dirty="0">
                <a:solidFill>
                  <a:schemeClr val="accent1"/>
                </a:solidFill>
                <a:latin typeface="Roboto"/>
                <a:ea typeface="Roboto"/>
                <a:cs typeface="Roboto"/>
              </a:rPr>
              <a:t> e durata del test</a:t>
            </a:r>
            <a:endParaRPr lang="it-IT" sz="1200" i="1" dirty="0">
              <a:solidFill>
                <a:schemeClr val="accent1"/>
              </a:solidFill>
              <a:latin typeface="Roboto"/>
              <a:ea typeface="Roboto"/>
              <a:cs typeface="Roboto"/>
              <a:sym typeface="Roboto Slab"/>
            </a:endParaRPr>
          </a:p>
        </p:txBody>
      </p:sp>
    </p:spTree>
    <p:extLst>
      <p:ext uri="{BB962C8B-B14F-4D97-AF65-F5344CB8AC3E}">
        <p14:creationId xmlns:p14="http://schemas.microsoft.com/office/powerpoint/2010/main" val="365750480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E2E2CC-368A-8002-628B-045C921BDC86}"/>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575A6D11-98CD-174E-4018-D08970CC25C8}"/>
              </a:ext>
            </a:extLst>
          </p:cNvPr>
          <p:cNvSpPr>
            <a:spLocks noGrp="1"/>
          </p:cNvSpPr>
          <p:nvPr>
            <p:ph type="title"/>
          </p:nvPr>
        </p:nvSpPr>
        <p:spPr>
          <a:xfrm>
            <a:off x="340858" y="395564"/>
            <a:ext cx="7708500" cy="572700"/>
          </a:xfrm>
        </p:spPr>
        <p:txBody>
          <a:bodyPr/>
          <a:lstStyle/>
          <a:p>
            <a:r>
              <a:rPr lang="it-IT" b="1" dirty="0"/>
              <a:t>Programma</a:t>
            </a:r>
          </a:p>
        </p:txBody>
      </p:sp>
      <p:pic>
        <p:nvPicPr>
          <p:cNvPr id="3" name="Immagine 2">
            <a:extLst>
              <a:ext uri="{FF2B5EF4-FFF2-40B4-BE49-F238E27FC236}">
                <a16:creationId xmlns:a16="http://schemas.microsoft.com/office/drawing/2014/main" id="{10677306-4BED-4338-CF96-97B3401D6F04}"/>
              </a:ext>
            </a:extLst>
          </p:cNvPr>
          <p:cNvPicPr>
            <a:picLocks noChangeAspect="1"/>
          </p:cNvPicPr>
          <p:nvPr/>
        </p:nvPicPr>
        <p:blipFill>
          <a:blip r:embed="rId2"/>
          <a:stretch/>
        </p:blipFill>
        <p:spPr>
          <a:xfrm>
            <a:off x="8176260" y="4410476"/>
            <a:ext cx="795744" cy="606699"/>
          </a:xfrm>
          <a:prstGeom prst="rect">
            <a:avLst/>
          </a:prstGeom>
        </p:spPr>
      </p:pic>
    </p:spTree>
    <p:extLst>
      <p:ext uri="{BB962C8B-B14F-4D97-AF65-F5344CB8AC3E}">
        <p14:creationId xmlns:p14="http://schemas.microsoft.com/office/powerpoint/2010/main" val="108129727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97FD02-75C5-3E2B-FA51-70218AA1F622}"/>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314356D3-01C5-AC73-E54E-4AEB2C5561B5}"/>
              </a:ext>
            </a:extLst>
          </p:cNvPr>
          <p:cNvSpPr>
            <a:spLocks noGrp="1"/>
          </p:cNvSpPr>
          <p:nvPr>
            <p:ph type="title"/>
          </p:nvPr>
        </p:nvSpPr>
        <p:spPr>
          <a:xfrm>
            <a:off x="467760" y="395564"/>
            <a:ext cx="7708500" cy="572700"/>
          </a:xfrm>
        </p:spPr>
        <p:txBody>
          <a:bodyPr/>
          <a:lstStyle/>
          <a:p>
            <a:r>
              <a:rPr lang="it-IT" b="1" dirty="0"/>
              <a:t>Indice ASI (asimmetria)</a:t>
            </a:r>
          </a:p>
        </p:txBody>
      </p:sp>
      <p:pic>
        <p:nvPicPr>
          <p:cNvPr id="3" name="Immagine 2">
            <a:extLst>
              <a:ext uri="{FF2B5EF4-FFF2-40B4-BE49-F238E27FC236}">
                <a16:creationId xmlns:a16="http://schemas.microsoft.com/office/drawing/2014/main" id="{20F8FEE3-A2EF-FBBC-7E50-1CF78FD4DCC5}"/>
              </a:ext>
            </a:extLst>
          </p:cNvPr>
          <p:cNvPicPr>
            <a:picLocks noChangeAspect="1"/>
          </p:cNvPicPr>
          <p:nvPr/>
        </p:nvPicPr>
        <p:blipFill>
          <a:blip r:embed="rId2"/>
          <a:stretch/>
        </p:blipFill>
        <p:spPr>
          <a:xfrm>
            <a:off x="8176260" y="4410476"/>
            <a:ext cx="795744" cy="606699"/>
          </a:xfrm>
          <a:prstGeom prst="rect">
            <a:avLst/>
          </a:prstGeom>
        </p:spPr>
      </p:pic>
      <p:sp>
        <p:nvSpPr>
          <p:cNvPr id="2" name="CasellaDiTesto 1">
            <a:extLst>
              <a:ext uri="{FF2B5EF4-FFF2-40B4-BE49-F238E27FC236}">
                <a16:creationId xmlns:a16="http://schemas.microsoft.com/office/drawing/2014/main" id="{79ACB01A-9C9D-B3A2-A314-F397D1DE1110}"/>
              </a:ext>
            </a:extLst>
          </p:cNvPr>
          <p:cNvSpPr txBox="1"/>
          <p:nvPr/>
        </p:nvSpPr>
        <p:spPr>
          <a:xfrm>
            <a:off x="467760" y="1367884"/>
            <a:ext cx="4104240" cy="954107"/>
          </a:xfrm>
          <a:prstGeom prst="rect">
            <a:avLst/>
          </a:prstGeom>
          <a:noFill/>
        </p:spPr>
        <p:txBody>
          <a:bodyPr wrap="square" rtlCol="0">
            <a:spAutoFit/>
          </a:bodyPr>
          <a:lstStyle/>
          <a:p>
            <a:pPr algn="just"/>
            <a:r>
              <a:rPr lang="it-IT" dirty="0">
                <a:solidFill>
                  <a:schemeClr val="accent1"/>
                </a:solidFill>
                <a:latin typeface="Roboto"/>
                <a:ea typeface="Roboto"/>
                <a:cs typeface="Roboto"/>
                <a:sym typeface="Roboto"/>
              </a:rPr>
              <a:t>L’</a:t>
            </a:r>
            <a:r>
              <a:rPr lang="it-IT" b="1" dirty="0">
                <a:solidFill>
                  <a:schemeClr val="accent1"/>
                </a:solidFill>
                <a:latin typeface="Roboto"/>
                <a:ea typeface="Roboto"/>
                <a:cs typeface="Roboto"/>
                <a:sym typeface="Roboto"/>
              </a:rPr>
              <a:t>Arm Swing Index </a:t>
            </a:r>
            <a:r>
              <a:rPr lang="it-IT" dirty="0">
                <a:solidFill>
                  <a:schemeClr val="accent1"/>
                </a:solidFill>
                <a:latin typeface="Roboto"/>
                <a:ea typeface="Roboto"/>
                <a:cs typeface="Roboto"/>
                <a:sym typeface="Roboto"/>
              </a:rPr>
              <a:t>è un indicatore precoce del </a:t>
            </a:r>
            <a:r>
              <a:rPr lang="it-IT" dirty="0" err="1">
                <a:solidFill>
                  <a:schemeClr val="accent1"/>
                </a:solidFill>
                <a:latin typeface="Roboto"/>
                <a:ea typeface="Roboto"/>
                <a:cs typeface="Roboto"/>
                <a:sym typeface="Roboto"/>
              </a:rPr>
              <a:t>parkinson</a:t>
            </a:r>
            <a:r>
              <a:rPr lang="it-IT" dirty="0">
                <a:solidFill>
                  <a:schemeClr val="accent1"/>
                </a:solidFill>
                <a:latin typeface="Roboto"/>
                <a:ea typeface="Roboto"/>
                <a:cs typeface="Roboto"/>
                <a:sym typeface="Roboto"/>
              </a:rPr>
              <a:t>. Abbiamo isolato la rigorosità del movimento dei polsi distinguendo le fasi di </a:t>
            </a:r>
            <a:r>
              <a:rPr lang="it-IT" b="1" dirty="0">
                <a:solidFill>
                  <a:schemeClr val="accent1"/>
                </a:solidFill>
                <a:latin typeface="Roboto"/>
                <a:ea typeface="Roboto"/>
                <a:cs typeface="Roboto"/>
                <a:sym typeface="Roboto"/>
              </a:rPr>
              <a:t>Walk</a:t>
            </a:r>
            <a:r>
              <a:rPr lang="it-IT" dirty="0">
                <a:solidFill>
                  <a:schemeClr val="accent1"/>
                </a:solidFill>
                <a:latin typeface="Roboto"/>
                <a:ea typeface="Roboto"/>
                <a:cs typeface="Roboto"/>
                <a:sym typeface="Roboto"/>
              </a:rPr>
              <a:t> e di </a:t>
            </a:r>
            <a:r>
              <a:rPr lang="it-IT" b="1" dirty="0">
                <a:solidFill>
                  <a:schemeClr val="accent1"/>
                </a:solidFill>
                <a:latin typeface="Roboto"/>
                <a:ea typeface="Roboto"/>
                <a:cs typeface="Roboto"/>
                <a:sym typeface="Roboto"/>
              </a:rPr>
              <a:t>Turn</a:t>
            </a:r>
            <a:r>
              <a:rPr lang="it-IT" dirty="0">
                <a:solidFill>
                  <a:schemeClr val="accent1"/>
                </a:solidFill>
                <a:latin typeface="Roboto"/>
                <a:ea typeface="Roboto"/>
                <a:cs typeface="Roboto"/>
                <a:sym typeface="Roboto"/>
              </a:rPr>
              <a:t>.</a:t>
            </a:r>
          </a:p>
        </p:txBody>
      </p:sp>
      <p:cxnSp>
        <p:nvCxnSpPr>
          <p:cNvPr id="6" name="Connettore diritto 5">
            <a:extLst>
              <a:ext uri="{FF2B5EF4-FFF2-40B4-BE49-F238E27FC236}">
                <a16:creationId xmlns:a16="http://schemas.microsoft.com/office/drawing/2014/main" id="{B8F82DFD-EF69-74F0-4FED-027972B92AFF}"/>
              </a:ext>
            </a:extLst>
          </p:cNvPr>
          <p:cNvCxnSpPr/>
          <p:nvPr/>
        </p:nvCxnSpPr>
        <p:spPr>
          <a:xfrm>
            <a:off x="564996" y="2571750"/>
            <a:ext cx="0" cy="929733"/>
          </a:xfrm>
          <a:prstGeom prst="line">
            <a:avLst/>
          </a:prstGeom>
          <a:ln/>
        </p:spPr>
        <p:style>
          <a:lnRef idx="3">
            <a:schemeClr val="accent5"/>
          </a:lnRef>
          <a:fillRef idx="0">
            <a:schemeClr val="accent5"/>
          </a:fillRef>
          <a:effectRef idx="2">
            <a:schemeClr val="accent5"/>
          </a:effectRef>
          <a:fontRef idx="minor">
            <a:schemeClr val="tx1"/>
          </a:fontRef>
        </p:style>
      </p:cxnSp>
      <mc:AlternateContent xmlns:mc="http://schemas.openxmlformats.org/markup-compatibility/2006" xmlns:a14="http://schemas.microsoft.com/office/drawing/2010/main">
        <mc:Choice Requires="a14">
          <p:sp>
            <p:nvSpPr>
              <p:cNvPr id="7" name="CasellaDiTesto 6">
                <a:extLst>
                  <a:ext uri="{FF2B5EF4-FFF2-40B4-BE49-F238E27FC236}">
                    <a16:creationId xmlns:a16="http://schemas.microsoft.com/office/drawing/2014/main" id="{9C4BCC5F-D63D-F9C5-D53C-CCC64C3F71B1}"/>
                  </a:ext>
                </a:extLst>
              </p:cNvPr>
              <p:cNvSpPr txBox="1"/>
              <p:nvPr/>
            </p:nvSpPr>
            <p:spPr>
              <a:xfrm>
                <a:off x="766027" y="2721611"/>
                <a:ext cx="3637984" cy="5532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it-IT" sz="1600" b="0" i="1" smtClean="0">
                          <a:solidFill>
                            <a:srgbClr val="4F6F8C"/>
                          </a:solidFill>
                          <a:latin typeface="Cambria Math" panose="02040503050406030204" pitchFamily="18" charset="0"/>
                        </a:rPr>
                        <m:t>𝐼𝑛𝑑𝑖𝑐𝑒</m:t>
                      </m:r>
                      <m:r>
                        <a:rPr lang="it-IT" sz="1600" b="0" i="1" smtClean="0">
                          <a:solidFill>
                            <a:srgbClr val="4F6F8C"/>
                          </a:solidFill>
                          <a:latin typeface="Cambria Math" panose="02040503050406030204" pitchFamily="18" charset="0"/>
                        </a:rPr>
                        <m:t> </m:t>
                      </m:r>
                      <m:r>
                        <a:rPr lang="it-IT" sz="1600" b="0" i="1" smtClean="0">
                          <a:solidFill>
                            <a:srgbClr val="4F6F8C"/>
                          </a:solidFill>
                          <a:latin typeface="Cambria Math" panose="02040503050406030204" pitchFamily="18" charset="0"/>
                        </a:rPr>
                        <m:t>𝐴𝑆𝐼</m:t>
                      </m:r>
                      <m:r>
                        <a:rPr lang="it-IT" sz="1600" b="0" i="1" smtClean="0">
                          <a:solidFill>
                            <a:srgbClr val="4F6F8C"/>
                          </a:solidFill>
                          <a:latin typeface="Cambria Math" panose="02040503050406030204" pitchFamily="18" charset="0"/>
                        </a:rPr>
                        <m:t>=</m:t>
                      </m:r>
                      <m:r>
                        <a:rPr lang="it-IT" sz="1600" b="0" i="0" smtClean="0">
                          <a:solidFill>
                            <a:srgbClr val="4F6F8C"/>
                          </a:solidFill>
                          <a:latin typeface="Cambria Math" panose="02040503050406030204" pitchFamily="18" charset="0"/>
                        </a:rPr>
                        <m:t> </m:t>
                      </m:r>
                      <m:d>
                        <m:dPr>
                          <m:ctrlPr>
                            <a:rPr lang="it-IT" sz="1600" b="0" i="1" smtClean="0">
                              <a:solidFill>
                                <a:srgbClr val="4F6F8C"/>
                              </a:solidFill>
                              <a:latin typeface="Cambria Math" panose="02040503050406030204" pitchFamily="18" charset="0"/>
                            </a:rPr>
                          </m:ctrlPr>
                        </m:dPr>
                        <m:e>
                          <m:f>
                            <m:fPr>
                              <m:ctrlPr>
                                <a:rPr lang="it-IT" sz="1600" i="1">
                                  <a:solidFill>
                                    <a:srgbClr val="4F6F8C"/>
                                  </a:solidFill>
                                  <a:latin typeface="Cambria Math" panose="02040503050406030204" pitchFamily="18" charset="0"/>
                                </a:rPr>
                              </m:ctrlPr>
                            </m:fPr>
                            <m:num>
                              <m:d>
                                <m:dPr>
                                  <m:begChr m:val="|"/>
                                  <m:endChr m:val="|"/>
                                  <m:ctrlPr>
                                    <a:rPr lang="it-IT" sz="1600" i="1">
                                      <a:solidFill>
                                        <a:srgbClr val="4F6F8C"/>
                                      </a:solidFill>
                                      <a:latin typeface="Cambria Math" panose="02040503050406030204" pitchFamily="18" charset="0"/>
                                    </a:rPr>
                                  </m:ctrlPr>
                                </m:dPr>
                                <m:e>
                                  <m:r>
                                    <a:rPr lang="it-IT" sz="1600" i="1">
                                      <a:solidFill>
                                        <a:srgbClr val="4F6F8C"/>
                                      </a:solidFill>
                                      <a:latin typeface="Cambria Math" panose="02040503050406030204" pitchFamily="18" charset="0"/>
                                    </a:rPr>
                                    <m:t>𝑠𝑡𝑑𝐿</m:t>
                                  </m:r>
                                  <m:r>
                                    <a:rPr lang="it-IT" sz="1600" i="1">
                                      <a:solidFill>
                                        <a:srgbClr val="4F6F8C"/>
                                      </a:solidFill>
                                      <a:latin typeface="Cambria Math" panose="02040503050406030204" pitchFamily="18" charset="0"/>
                                    </a:rPr>
                                    <m:t> −</m:t>
                                  </m:r>
                                  <m:r>
                                    <a:rPr lang="it-IT" sz="1600" i="1">
                                      <a:solidFill>
                                        <a:srgbClr val="4F6F8C"/>
                                      </a:solidFill>
                                      <a:latin typeface="Cambria Math" panose="02040503050406030204" pitchFamily="18" charset="0"/>
                                    </a:rPr>
                                    <m:t>𝑠𝑡𝑑𝑅</m:t>
                                  </m:r>
                                </m:e>
                              </m:d>
                            </m:num>
                            <m:den>
                              <m:r>
                                <m:rPr>
                                  <m:sty m:val="p"/>
                                </m:rPr>
                                <a:rPr lang="it-IT" sz="1600">
                                  <a:solidFill>
                                    <a:srgbClr val="4F6F8C"/>
                                  </a:solidFill>
                                  <a:latin typeface="Cambria Math" panose="02040503050406030204" pitchFamily="18" charset="0"/>
                                </a:rPr>
                                <m:t>max</m:t>
                              </m:r>
                              <m:r>
                                <a:rPr lang="it-IT" sz="1600" i="1">
                                  <a:solidFill>
                                    <a:srgbClr val="4F6F8C"/>
                                  </a:solidFill>
                                  <a:latin typeface="Cambria Math" panose="02040503050406030204" pitchFamily="18" charset="0"/>
                                </a:rPr>
                                <m:t>⁡(</m:t>
                              </m:r>
                              <m:r>
                                <a:rPr lang="it-IT" sz="1600" i="1">
                                  <a:solidFill>
                                    <a:srgbClr val="4F6F8C"/>
                                  </a:solidFill>
                                  <a:latin typeface="Cambria Math" panose="02040503050406030204" pitchFamily="18" charset="0"/>
                                </a:rPr>
                                <m:t>𝑠𝑡𝑑𝐿</m:t>
                              </m:r>
                              <m:r>
                                <a:rPr lang="it-IT" sz="1600" i="1">
                                  <a:solidFill>
                                    <a:srgbClr val="4F6F8C"/>
                                  </a:solidFill>
                                  <a:latin typeface="Cambria Math" panose="02040503050406030204" pitchFamily="18" charset="0"/>
                                </a:rPr>
                                <m:t>,</m:t>
                              </m:r>
                              <m:r>
                                <a:rPr lang="it-IT" sz="1600" i="1">
                                  <a:solidFill>
                                    <a:srgbClr val="4F6F8C"/>
                                  </a:solidFill>
                                  <a:latin typeface="Cambria Math" panose="02040503050406030204" pitchFamily="18" charset="0"/>
                                </a:rPr>
                                <m:t>𝑠𝑡𝑑𝑅</m:t>
                              </m:r>
                              <m:r>
                                <a:rPr lang="it-IT" sz="1600" i="1">
                                  <a:solidFill>
                                    <a:srgbClr val="4F6F8C"/>
                                  </a:solidFill>
                                  <a:latin typeface="Cambria Math" panose="02040503050406030204" pitchFamily="18" charset="0"/>
                                </a:rPr>
                                <m:t>)</m:t>
                              </m:r>
                            </m:den>
                          </m:f>
                        </m:e>
                      </m:d>
                      <m:r>
                        <a:rPr lang="it-IT" sz="1600" b="0" i="0" smtClean="0">
                          <a:solidFill>
                            <a:srgbClr val="4F6F8C"/>
                          </a:solidFill>
                          <a:latin typeface="Cambria Math" panose="02040503050406030204" pitchFamily="18" charset="0"/>
                        </a:rPr>
                        <m:t> </m:t>
                      </m:r>
                      <m:r>
                        <a:rPr lang="it-IT" sz="1600" b="0" i="1" smtClean="0">
                          <a:solidFill>
                            <a:srgbClr val="4F6F8C"/>
                          </a:solidFill>
                          <a:latin typeface="Cambria Math" panose="02040503050406030204" pitchFamily="18" charset="0"/>
                          <a:ea typeface="Cambria Math" panose="02040503050406030204" pitchFamily="18" charset="0"/>
                        </a:rPr>
                        <m:t>×100</m:t>
                      </m:r>
                    </m:oMath>
                  </m:oMathPara>
                </a14:m>
                <a:endParaRPr lang="it-IT" sz="1600" dirty="0">
                  <a:solidFill>
                    <a:srgbClr val="4F6F8C"/>
                  </a:solidFill>
                </a:endParaRPr>
              </a:p>
            </p:txBody>
          </p:sp>
        </mc:Choice>
        <mc:Fallback xmlns="">
          <p:sp>
            <p:nvSpPr>
              <p:cNvPr id="7" name="CasellaDiTesto 6">
                <a:extLst>
                  <a:ext uri="{FF2B5EF4-FFF2-40B4-BE49-F238E27FC236}">
                    <a16:creationId xmlns:a16="http://schemas.microsoft.com/office/drawing/2014/main" id="{9C4BCC5F-D63D-F9C5-D53C-CCC64C3F71B1}"/>
                  </a:ext>
                </a:extLst>
              </p:cNvPr>
              <p:cNvSpPr txBox="1">
                <a:spLocks noRot="1" noChangeAspect="1" noMove="1" noResize="1" noEditPoints="1" noAdjustHandles="1" noChangeArrowheads="1" noChangeShapeType="1" noTextEdit="1"/>
              </p:cNvSpPr>
              <p:nvPr/>
            </p:nvSpPr>
            <p:spPr>
              <a:xfrm>
                <a:off x="766027" y="2721611"/>
                <a:ext cx="3637984" cy="553228"/>
              </a:xfrm>
              <a:prstGeom prst="rect">
                <a:avLst/>
              </a:prstGeom>
              <a:blipFill>
                <a:blip r:embed="rId3"/>
                <a:stretch>
                  <a:fillRect b="-1099"/>
                </a:stretch>
              </a:blipFill>
            </p:spPr>
            <p:txBody>
              <a:bodyPr/>
              <a:lstStyle/>
              <a:p>
                <a:r>
                  <a:rPr lang="it-IT">
                    <a:noFill/>
                  </a:rPr>
                  <a:t> </a:t>
                </a:r>
              </a:p>
            </p:txBody>
          </p:sp>
        </mc:Fallback>
      </mc:AlternateContent>
      <p:sp>
        <p:nvSpPr>
          <p:cNvPr id="8" name="CasellaDiTesto 7">
            <a:extLst>
              <a:ext uri="{FF2B5EF4-FFF2-40B4-BE49-F238E27FC236}">
                <a16:creationId xmlns:a16="http://schemas.microsoft.com/office/drawing/2014/main" id="{934611C7-86ED-12B9-061C-C8C6479E2268}"/>
              </a:ext>
            </a:extLst>
          </p:cNvPr>
          <p:cNvSpPr txBox="1"/>
          <p:nvPr/>
        </p:nvSpPr>
        <p:spPr>
          <a:xfrm>
            <a:off x="467759" y="3901103"/>
            <a:ext cx="4104239" cy="738664"/>
          </a:xfrm>
          <a:prstGeom prst="rect">
            <a:avLst/>
          </a:prstGeom>
          <a:noFill/>
        </p:spPr>
        <p:txBody>
          <a:bodyPr wrap="square" rtlCol="0">
            <a:spAutoFit/>
          </a:bodyPr>
          <a:lstStyle/>
          <a:p>
            <a:pPr algn="just"/>
            <a:r>
              <a:rPr lang="it-IT" dirty="0">
                <a:solidFill>
                  <a:schemeClr val="accent1"/>
                </a:solidFill>
                <a:latin typeface="Roboto"/>
                <a:ea typeface="Roboto"/>
                <a:cs typeface="Roboto"/>
                <a:sym typeface="Roboto"/>
              </a:rPr>
              <a:t>Il monitoraggio dell’</a:t>
            </a:r>
            <a:r>
              <a:rPr lang="it-IT" b="1" dirty="0">
                <a:solidFill>
                  <a:schemeClr val="accent1"/>
                </a:solidFill>
                <a:latin typeface="Roboto"/>
                <a:ea typeface="Roboto"/>
                <a:cs typeface="Roboto"/>
                <a:sym typeface="Roboto"/>
              </a:rPr>
              <a:t>ASI </a:t>
            </a:r>
            <a:r>
              <a:rPr lang="it-IT" dirty="0">
                <a:solidFill>
                  <a:schemeClr val="accent1"/>
                </a:solidFill>
                <a:latin typeface="Roboto"/>
                <a:ea typeface="Roboto"/>
                <a:cs typeface="Roboto"/>
                <a:sym typeface="Roboto"/>
              </a:rPr>
              <a:t> permette di osservare come la simmetria motoria decada con la progressione della patologia.</a:t>
            </a:r>
          </a:p>
        </p:txBody>
      </p:sp>
      <p:pic>
        <p:nvPicPr>
          <p:cNvPr id="10" name="Immagine 9">
            <a:extLst>
              <a:ext uri="{FF2B5EF4-FFF2-40B4-BE49-F238E27FC236}">
                <a16:creationId xmlns:a16="http://schemas.microsoft.com/office/drawing/2014/main" id="{CECE7BDD-220B-8EF9-56C2-028A5613AEEA}"/>
              </a:ext>
            </a:extLst>
          </p:cNvPr>
          <p:cNvPicPr>
            <a:picLocks noChangeAspect="1"/>
          </p:cNvPicPr>
          <p:nvPr/>
        </p:nvPicPr>
        <p:blipFill>
          <a:blip r:embed="rId4"/>
          <a:stretch/>
        </p:blipFill>
        <p:spPr>
          <a:xfrm>
            <a:off x="5360639" y="1401568"/>
            <a:ext cx="3017334" cy="3270095"/>
          </a:xfrm>
          <a:prstGeom prst="rect">
            <a:avLst/>
          </a:prstGeom>
        </p:spPr>
      </p:pic>
    </p:spTree>
    <p:extLst>
      <p:ext uri="{BB962C8B-B14F-4D97-AF65-F5344CB8AC3E}">
        <p14:creationId xmlns:p14="http://schemas.microsoft.com/office/powerpoint/2010/main" val="3261760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441B97-717F-68E6-2F6B-29E7A715AB5B}"/>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82462BB9-21C2-5560-87D6-0C828687B063}"/>
              </a:ext>
            </a:extLst>
          </p:cNvPr>
          <p:cNvSpPr>
            <a:spLocks noGrp="1"/>
          </p:cNvSpPr>
          <p:nvPr>
            <p:ph type="title"/>
          </p:nvPr>
        </p:nvSpPr>
        <p:spPr>
          <a:xfrm>
            <a:off x="340858" y="395564"/>
            <a:ext cx="7708500" cy="572700"/>
          </a:xfrm>
        </p:spPr>
        <p:txBody>
          <a:bodyPr/>
          <a:lstStyle/>
          <a:p>
            <a:r>
              <a:rPr lang="it-IT" b="1" dirty="0"/>
              <a:t>Programma</a:t>
            </a:r>
          </a:p>
        </p:txBody>
      </p:sp>
      <p:pic>
        <p:nvPicPr>
          <p:cNvPr id="3" name="Immagine 2">
            <a:extLst>
              <a:ext uri="{FF2B5EF4-FFF2-40B4-BE49-F238E27FC236}">
                <a16:creationId xmlns:a16="http://schemas.microsoft.com/office/drawing/2014/main" id="{C57F6AF2-F66F-8551-A5B2-8882520B05D4}"/>
              </a:ext>
            </a:extLst>
          </p:cNvPr>
          <p:cNvPicPr>
            <a:picLocks noChangeAspect="1"/>
          </p:cNvPicPr>
          <p:nvPr/>
        </p:nvPicPr>
        <p:blipFill>
          <a:blip r:embed="rId2"/>
          <a:stretch/>
        </p:blipFill>
        <p:spPr>
          <a:xfrm>
            <a:off x="8176260" y="4410476"/>
            <a:ext cx="795744" cy="606699"/>
          </a:xfrm>
          <a:prstGeom prst="rect">
            <a:avLst/>
          </a:prstGeom>
        </p:spPr>
      </p:pic>
    </p:spTree>
    <p:extLst>
      <p:ext uri="{BB962C8B-B14F-4D97-AF65-F5344CB8AC3E}">
        <p14:creationId xmlns:p14="http://schemas.microsoft.com/office/powerpoint/2010/main" val="337108422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FB7359-1711-F731-82B8-972D93FF5742}"/>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76D2CE21-0BF4-FB17-A7A5-4BFA8474FCE5}"/>
              </a:ext>
            </a:extLst>
          </p:cNvPr>
          <p:cNvSpPr>
            <a:spLocks noGrp="1"/>
          </p:cNvSpPr>
          <p:nvPr>
            <p:ph type="title"/>
          </p:nvPr>
        </p:nvSpPr>
        <p:spPr>
          <a:xfrm>
            <a:off x="340858" y="395564"/>
            <a:ext cx="7708500" cy="572700"/>
          </a:xfrm>
        </p:spPr>
        <p:txBody>
          <a:bodyPr/>
          <a:lstStyle/>
          <a:p>
            <a:r>
              <a:rPr lang="it-IT" b="1" dirty="0"/>
              <a:t>Link</a:t>
            </a:r>
          </a:p>
        </p:txBody>
      </p:sp>
      <p:pic>
        <p:nvPicPr>
          <p:cNvPr id="3" name="Immagine 2">
            <a:extLst>
              <a:ext uri="{FF2B5EF4-FFF2-40B4-BE49-F238E27FC236}">
                <a16:creationId xmlns:a16="http://schemas.microsoft.com/office/drawing/2014/main" id="{890984B2-BDBB-AAC6-E929-CF1E18256341}"/>
              </a:ext>
            </a:extLst>
          </p:cNvPr>
          <p:cNvPicPr>
            <a:picLocks noChangeAspect="1"/>
          </p:cNvPicPr>
          <p:nvPr/>
        </p:nvPicPr>
        <p:blipFill>
          <a:blip r:embed="rId2"/>
          <a:stretch/>
        </p:blipFill>
        <p:spPr>
          <a:xfrm>
            <a:off x="8176260" y="4410476"/>
            <a:ext cx="795744" cy="606699"/>
          </a:xfrm>
          <a:prstGeom prst="rect">
            <a:avLst/>
          </a:prstGeom>
        </p:spPr>
      </p:pic>
    </p:spTree>
    <p:extLst>
      <p:ext uri="{BB962C8B-B14F-4D97-AF65-F5344CB8AC3E}">
        <p14:creationId xmlns:p14="http://schemas.microsoft.com/office/powerpoint/2010/main" val="401688504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402">
          <a:extLst>
            <a:ext uri="{FF2B5EF4-FFF2-40B4-BE49-F238E27FC236}">
              <a16:creationId xmlns:a16="http://schemas.microsoft.com/office/drawing/2014/main" id="{C00AC1FE-DA10-0154-B184-0603A8E5FB52}"/>
            </a:ext>
          </a:extLst>
        </p:cNvPr>
        <p:cNvGrpSpPr/>
        <p:nvPr/>
      </p:nvGrpSpPr>
      <p:grpSpPr>
        <a:xfrm>
          <a:off x="0" y="0"/>
          <a:ext cx="0" cy="0"/>
          <a:chOff x="0" y="0"/>
          <a:chExt cx="0" cy="0"/>
        </a:xfrm>
      </p:grpSpPr>
      <p:sp>
        <p:nvSpPr>
          <p:cNvPr id="403" name="Google Shape;403;p29">
            <a:extLst>
              <a:ext uri="{FF2B5EF4-FFF2-40B4-BE49-F238E27FC236}">
                <a16:creationId xmlns:a16="http://schemas.microsoft.com/office/drawing/2014/main" id="{26E29D70-555F-D42B-F932-1C49A6E095CD}"/>
              </a:ext>
            </a:extLst>
          </p:cNvPr>
          <p:cNvSpPr txBox="1">
            <a:spLocks noGrp="1"/>
          </p:cNvSpPr>
          <p:nvPr>
            <p:ph type="ctrTitle" idx="2"/>
          </p:nvPr>
        </p:nvSpPr>
        <p:spPr>
          <a:xfrm>
            <a:off x="4680574" y="3236893"/>
            <a:ext cx="3868693" cy="738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it-IT" sz="3200" noProof="0" dirty="0">
                <a:solidFill>
                  <a:srgbClr val="FFFFFF"/>
                </a:solidFill>
              </a:rPr>
              <a:t>Machine-Learning</a:t>
            </a:r>
          </a:p>
        </p:txBody>
      </p:sp>
      <p:sp>
        <p:nvSpPr>
          <p:cNvPr id="404" name="Google Shape;404;p29">
            <a:extLst>
              <a:ext uri="{FF2B5EF4-FFF2-40B4-BE49-F238E27FC236}">
                <a16:creationId xmlns:a16="http://schemas.microsoft.com/office/drawing/2014/main" id="{93F3B5C8-D80F-DE43-0A11-37767344AD53}"/>
              </a:ext>
            </a:extLst>
          </p:cNvPr>
          <p:cNvSpPr txBox="1">
            <a:spLocks noGrp="1"/>
          </p:cNvSpPr>
          <p:nvPr>
            <p:ph type="body" idx="4294967295"/>
          </p:nvPr>
        </p:nvSpPr>
        <p:spPr>
          <a:xfrm>
            <a:off x="4680574" y="3974893"/>
            <a:ext cx="3743400" cy="643200"/>
          </a:xfrm>
          <a:prstGeom prst="rect">
            <a:avLst/>
          </a:prstGeom>
        </p:spPr>
        <p:txBody>
          <a:bodyPr spcFirstLastPara="1" wrap="square" lIns="91425" tIns="91425" rIns="91425" bIns="91425" anchor="t" anchorCtr="0">
            <a:noAutofit/>
          </a:bodyPr>
          <a:lstStyle/>
          <a:p>
            <a:pPr marL="0" indent="0">
              <a:spcAft>
                <a:spcPts val="1600"/>
              </a:spcAft>
              <a:buNone/>
            </a:pPr>
            <a:r>
              <a:rPr lang="it-IT" dirty="0">
                <a:solidFill>
                  <a:schemeClr val="bg1"/>
                </a:solidFill>
              </a:rPr>
              <a:t>Analisi Biomeccanica e Modelli Predittivi di Machine Learning</a:t>
            </a:r>
          </a:p>
          <a:p>
            <a:pPr marL="0" indent="0">
              <a:spcAft>
                <a:spcPts val="1600"/>
              </a:spcAft>
              <a:buNone/>
            </a:pPr>
            <a:endParaRPr lang="it-IT" dirty="0">
              <a:solidFill>
                <a:schemeClr val="bg1"/>
              </a:solidFill>
            </a:endParaRPr>
          </a:p>
          <a:p>
            <a:pPr marL="0" lvl="0" indent="0" algn="l" rtl="0">
              <a:spcBef>
                <a:spcPts val="0"/>
              </a:spcBef>
              <a:spcAft>
                <a:spcPts val="1600"/>
              </a:spcAft>
              <a:buNone/>
            </a:pPr>
            <a:endParaRPr lang="it-IT" noProof="0" dirty="0">
              <a:solidFill>
                <a:srgbClr val="FFFFFF"/>
              </a:solidFill>
            </a:endParaRPr>
          </a:p>
        </p:txBody>
      </p:sp>
      <p:sp>
        <p:nvSpPr>
          <p:cNvPr id="406" name="Google Shape;406;p29">
            <a:extLst>
              <a:ext uri="{FF2B5EF4-FFF2-40B4-BE49-F238E27FC236}">
                <a16:creationId xmlns:a16="http://schemas.microsoft.com/office/drawing/2014/main" id="{16C5F5DE-5C81-EE44-F200-C577CA3D76E6}"/>
              </a:ext>
            </a:extLst>
          </p:cNvPr>
          <p:cNvSpPr txBox="1">
            <a:spLocks noGrp="1"/>
          </p:cNvSpPr>
          <p:nvPr>
            <p:ph type="title"/>
          </p:nvPr>
        </p:nvSpPr>
        <p:spPr>
          <a:xfrm>
            <a:off x="4884578" y="2643273"/>
            <a:ext cx="614700" cy="45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sz="1600" noProof="0" dirty="0">
                <a:solidFill>
                  <a:srgbClr val="A8BBBF"/>
                </a:solidFill>
                <a:latin typeface="Roboto Slab Black"/>
                <a:ea typeface="Roboto Slab Black"/>
                <a:cs typeface="Roboto Slab Black"/>
                <a:sym typeface="Roboto Slab Black"/>
              </a:rPr>
              <a:t>03</a:t>
            </a:r>
          </a:p>
        </p:txBody>
      </p:sp>
      <p:pic>
        <p:nvPicPr>
          <p:cNvPr id="2" name="Immagine 1">
            <a:extLst>
              <a:ext uri="{FF2B5EF4-FFF2-40B4-BE49-F238E27FC236}">
                <a16:creationId xmlns:a16="http://schemas.microsoft.com/office/drawing/2014/main" id="{E0D49C1F-C7BE-AF25-6DA0-912D23C1A773}"/>
              </a:ext>
            </a:extLst>
          </p:cNvPr>
          <p:cNvPicPr>
            <a:picLocks noChangeAspect="1"/>
          </p:cNvPicPr>
          <p:nvPr/>
        </p:nvPicPr>
        <p:blipFill>
          <a:blip r:embed="rId3"/>
          <a:stretch/>
        </p:blipFill>
        <p:spPr>
          <a:xfrm>
            <a:off x="8176260" y="4410476"/>
            <a:ext cx="795744" cy="606699"/>
          </a:xfrm>
          <a:prstGeom prst="rect">
            <a:avLst/>
          </a:prstGeom>
        </p:spPr>
      </p:pic>
      <p:grpSp>
        <p:nvGrpSpPr>
          <p:cNvPr id="4" name="Google Shape;15840;p66">
            <a:extLst>
              <a:ext uri="{FF2B5EF4-FFF2-40B4-BE49-F238E27FC236}">
                <a16:creationId xmlns:a16="http://schemas.microsoft.com/office/drawing/2014/main" id="{5CA9875E-3A36-6902-B0E5-EED5E57C2926}"/>
              </a:ext>
            </a:extLst>
          </p:cNvPr>
          <p:cNvGrpSpPr/>
          <p:nvPr/>
        </p:nvGrpSpPr>
        <p:grpSpPr>
          <a:xfrm>
            <a:off x="1338146" y="1153566"/>
            <a:ext cx="1895708" cy="2836368"/>
            <a:chOff x="2689440" y="2882162"/>
            <a:chExt cx="222337" cy="366721"/>
          </a:xfrm>
        </p:grpSpPr>
        <p:sp>
          <p:nvSpPr>
            <p:cNvPr id="5" name="Google Shape;15841;p66">
              <a:extLst>
                <a:ext uri="{FF2B5EF4-FFF2-40B4-BE49-F238E27FC236}">
                  <a16:creationId xmlns:a16="http://schemas.microsoft.com/office/drawing/2014/main" id="{5A90D895-5172-0D84-5DE8-C0EB1CCE9831}"/>
                </a:ext>
              </a:extLst>
            </p:cNvPr>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 name="Google Shape;15842;p66">
              <a:extLst>
                <a:ext uri="{FF2B5EF4-FFF2-40B4-BE49-F238E27FC236}">
                  <a16:creationId xmlns:a16="http://schemas.microsoft.com/office/drawing/2014/main" id="{724D06EC-8C5F-C391-80B9-8C7AB0987934}"/>
                </a:ext>
              </a:extLst>
            </p:cNvPr>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 name="Google Shape;15843;p66">
              <a:extLst>
                <a:ext uri="{FF2B5EF4-FFF2-40B4-BE49-F238E27FC236}">
                  <a16:creationId xmlns:a16="http://schemas.microsoft.com/office/drawing/2014/main" id="{319A6B03-F5D0-A4D5-ED94-6FF214C880DD}"/>
                </a:ext>
              </a:extLst>
            </p:cNvPr>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 name="Google Shape;15844;p66">
              <a:extLst>
                <a:ext uri="{FF2B5EF4-FFF2-40B4-BE49-F238E27FC236}">
                  <a16:creationId xmlns:a16="http://schemas.microsoft.com/office/drawing/2014/main" id="{3F17C78E-881D-78E5-5171-0585D2B1BB06}"/>
                </a:ext>
              </a:extLst>
            </p:cNvPr>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 name="Google Shape;15845;p66">
              <a:extLst>
                <a:ext uri="{FF2B5EF4-FFF2-40B4-BE49-F238E27FC236}">
                  <a16:creationId xmlns:a16="http://schemas.microsoft.com/office/drawing/2014/main" id="{CE3EDA3F-68BF-8259-AF3A-4273EE965794}"/>
                </a:ext>
              </a:extLst>
            </p:cNvPr>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 name="Google Shape;15846;p66">
              <a:extLst>
                <a:ext uri="{FF2B5EF4-FFF2-40B4-BE49-F238E27FC236}">
                  <a16:creationId xmlns:a16="http://schemas.microsoft.com/office/drawing/2014/main" id="{4DF21325-34C5-9540-45AA-91C5E38D9EA9}"/>
                </a:ext>
              </a:extLst>
            </p:cNvPr>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 name="Google Shape;15847;p66">
              <a:extLst>
                <a:ext uri="{FF2B5EF4-FFF2-40B4-BE49-F238E27FC236}">
                  <a16:creationId xmlns:a16="http://schemas.microsoft.com/office/drawing/2014/main" id="{50FEAF1A-C36C-0ACE-B625-1A133FC22262}"/>
                </a:ext>
              </a:extLst>
            </p:cNvPr>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 name="Google Shape;15848;p66">
              <a:extLst>
                <a:ext uri="{FF2B5EF4-FFF2-40B4-BE49-F238E27FC236}">
                  <a16:creationId xmlns:a16="http://schemas.microsoft.com/office/drawing/2014/main" id="{83C21907-FAA7-CA1A-44E6-BCA32BA4D848}"/>
                </a:ext>
              </a:extLst>
            </p:cNvPr>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 name="Google Shape;15849;p66">
              <a:extLst>
                <a:ext uri="{FF2B5EF4-FFF2-40B4-BE49-F238E27FC236}">
                  <a16:creationId xmlns:a16="http://schemas.microsoft.com/office/drawing/2014/main" id="{986292C5-3AC3-2380-70A5-0E4C1FA1F437}"/>
                </a:ext>
              </a:extLst>
            </p:cNvPr>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extLst>
      <p:ext uri="{BB962C8B-B14F-4D97-AF65-F5344CB8AC3E}">
        <p14:creationId xmlns:p14="http://schemas.microsoft.com/office/powerpoint/2010/main" val="395320552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63E4C9-16A6-376B-C3DD-94620B63293C}"/>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4F0B1D75-7766-42A1-7370-E6A1BE3F1AA0}"/>
              </a:ext>
            </a:extLst>
          </p:cNvPr>
          <p:cNvSpPr>
            <a:spLocks noGrp="1"/>
          </p:cNvSpPr>
          <p:nvPr>
            <p:ph type="title"/>
          </p:nvPr>
        </p:nvSpPr>
        <p:spPr/>
        <p:txBody>
          <a:bodyPr/>
          <a:lstStyle/>
          <a:p>
            <a:r>
              <a:rPr lang="it-IT" b="1" dirty="0"/>
              <a:t>Data Scientist</a:t>
            </a:r>
            <a:br>
              <a:rPr lang="it-IT" dirty="0"/>
            </a:br>
            <a:br>
              <a:rPr lang="it-IT" dirty="0"/>
            </a:br>
            <a:endParaRPr lang="it-IT" dirty="0"/>
          </a:p>
        </p:txBody>
      </p:sp>
      <p:pic>
        <p:nvPicPr>
          <p:cNvPr id="3" name="Immagine 2">
            <a:extLst>
              <a:ext uri="{FF2B5EF4-FFF2-40B4-BE49-F238E27FC236}">
                <a16:creationId xmlns:a16="http://schemas.microsoft.com/office/drawing/2014/main" id="{1E40C2B3-0FA1-3F99-7422-0D5BC2446B17}"/>
              </a:ext>
            </a:extLst>
          </p:cNvPr>
          <p:cNvPicPr>
            <a:picLocks noChangeAspect="1"/>
          </p:cNvPicPr>
          <p:nvPr/>
        </p:nvPicPr>
        <p:blipFill>
          <a:blip r:embed="rId2"/>
          <a:stretch/>
        </p:blipFill>
        <p:spPr>
          <a:xfrm>
            <a:off x="8176260" y="4410476"/>
            <a:ext cx="795744" cy="606699"/>
          </a:xfrm>
          <a:prstGeom prst="rect">
            <a:avLst/>
          </a:prstGeom>
        </p:spPr>
      </p:pic>
      <p:sp>
        <p:nvSpPr>
          <p:cNvPr id="6" name="Segnaposto testo 5">
            <a:extLst>
              <a:ext uri="{FF2B5EF4-FFF2-40B4-BE49-F238E27FC236}">
                <a16:creationId xmlns:a16="http://schemas.microsoft.com/office/drawing/2014/main" id="{C6D0A16A-128F-9D4A-BAF7-62188F5DDE49}"/>
              </a:ext>
            </a:extLst>
          </p:cNvPr>
          <p:cNvSpPr>
            <a:spLocks noGrp="1"/>
          </p:cNvSpPr>
          <p:nvPr>
            <p:ph type="body" idx="1"/>
          </p:nvPr>
        </p:nvSpPr>
        <p:spPr>
          <a:xfrm>
            <a:off x="620771" y="1432872"/>
            <a:ext cx="3638993" cy="1138878"/>
          </a:xfrm>
        </p:spPr>
        <p:txBody>
          <a:bodyPr/>
          <a:lstStyle/>
          <a:p>
            <a:pPr marL="139700" indent="0" algn="just">
              <a:buNone/>
            </a:pPr>
            <a:r>
              <a:rPr lang="it-IT" b="1" dirty="0"/>
              <a:t>Ruolo: </a:t>
            </a:r>
            <a:r>
              <a:rPr lang="it-IT" dirty="0"/>
              <a:t>utilizzare matematica, statistica e programmazione per insegnare a un computer a riconoscere schemi clinici complessi.</a:t>
            </a:r>
          </a:p>
          <a:p>
            <a:pPr marL="139700" indent="0">
              <a:buNone/>
            </a:pPr>
            <a:endParaRPr lang="it-IT" dirty="0"/>
          </a:p>
        </p:txBody>
      </p:sp>
      <p:sp>
        <p:nvSpPr>
          <p:cNvPr id="2" name="Segnaposto testo 5">
            <a:extLst>
              <a:ext uri="{FF2B5EF4-FFF2-40B4-BE49-F238E27FC236}">
                <a16:creationId xmlns:a16="http://schemas.microsoft.com/office/drawing/2014/main" id="{338C63BA-DD8A-10D1-E90B-999BAE8DC169}"/>
              </a:ext>
            </a:extLst>
          </p:cNvPr>
          <p:cNvSpPr txBox="1">
            <a:spLocks/>
          </p:cNvSpPr>
          <p:nvPr/>
        </p:nvSpPr>
        <p:spPr>
          <a:xfrm>
            <a:off x="620771" y="3058717"/>
            <a:ext cx="3638993" cy="11283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fontAlgn="base">
              <a:buNone/>
            </a:pPr>
            <a:r>
              <a:rPr lang="it-IT" b="1" dirty="0"/>
              <a:t>Obbiettivo progetto: </a:t>
            </a:r>
            <a:r>
              <a:rPr lang="it-IT" dirty="0"/>
              <a:t>sviluppare un modello capace di valutare se un paziente è affetto da Parkinson basandosi esclusivamente sull'analisi della marcia.</a:t>
            </a:r>
          </a:p>
          <a:p>
            <a:pPr marL="139700" indent="0">
              <a:buFont typeface="Roboto"/>
              <a:buNone/>
            </a:pPr>
            <a:endParaRPr lang="it-IT" dirty="0"/>
          </a:p>
        </p:txBody>
      </p:sp>
      <p:sp>
        <p:nvSpPr>
          <p:cNvPr id="9" name="CasellaDiTesto 8">
            <a:extLst>
              <a:ext uri="{FF2B5EF4-FFF2-40B4-BE49-F238E27FC236}">
                <a16:creationId xmlns:a16="http://schemas.microsoft.com/office/drawing/2014/main" id="{DC86EF98-8C95-25C3-039F-DD5E6BDFEB8A}"/>
              </a:ext>
            </a:extLst>
          </p:cNvPr>
          <p:cNvSpPr txBox="1"/>
          <p:nvPr/>
        </p:nvSpPr>
        <p:spPr>
          <a:xfrm>
            <a:off x="4572000" y="1441593"/>
            <a:ext cx="3443868" cy="307777"/>
          </a:xfrm>
          <a:prstGeom prst="rect">
            <a:avLst/>
          </a:prstGeom>
          <a:noFill/>
        </p:spPr>
        <p:txBody>
          <a:bodyPr wrap="square">
            <a:spAutoFit/>
          </a:bodyPr>
          <a:lstStyle/>
          <a:p>
            <a:pPr marL="457200" algn="ctr" rtl="0" fontAlgn="base">
              <a:spcBef>
                <a:spcPts val="1200"/>
              </a:spcBef>
              <a:spcAft>
                <a:spcPts val="1200"/>
              </a:spcAft>
            </a:pPr>
            <a:r>
              <a:rPr lang="it-IT" b="1" dirty="0">
                <a:solidFill>
                  <a:schemeClr val="accent1"/>
                </a:solidFill>
                <a:latin typeface="Roboto"/>
                <a:ea typeface="Roboto"/>
                <a:cs typeface="Roboto"/>
                <a:sym typeface="Roboto"/>
              </a:rPr>
              <a:t>f(x) = P(Parkinson | Biomeccanica)</a:t>
            </a:r>
          </a:p>
        </p:txBody>
      </p:sp>
      <p:pic>
        <p:nvPicPr>
          <p:cNvPr id="10" name="Immagine 9">
            <a:extLst>
              <a:ext uri="{FF2B5EF4-FFF2-40B4-BE49-F238E27FC236}">
                <a16:creationId xmlns:a16="http://schemas.microsoft.com/office/drawing/2014/main" id="{94C69D32-B35E-6C59-B204-F0F1D21B5F12}"/>
              </a:ext>
            </a:extLst>
          </p:cNvPr>
          <p:cNvPicPr>
            <a:picLocks noChangeAspect="1"/>
          </p:cNvPicPr>
          <p:nvPr/>
        </p:nvPicPr>
        <p:blipFill>
          <a:blip r:embed="rId3"/>
          <a:srcRect t="11007" b="1783"/>
          <a:stretch>
            <a:fillRect/>
          </a:stretch>
        </p:blipFill>
        <p:spPr>
          <a:xfrm>
            <a:off x="4884237" y="2079367"/>
            <a:ext cx="3180885" cy="2107726"/>
          </a:xfrm>
          <a:prstGeom prst="rect">
            <a:avLst/>
          </a:prstGeom>
        </p:spPr>
      </p:pic>
    </p:spTree>
    <p:extLst>
      <p:ext uri="{BB962C8B-B14F-4D97-AF65-F5344CB8AC3E}">
        <p14:creationId xmlns:p14="http://schemas.microsoft.com/office/powerpoint/2010/main" val="208231573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8D42F1-A401-7403-F7F3-689681C38063}"/>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FD6BD387-AF5A-CF04-CE7D-64FD0473CD97}"/>
              </a:ext>
            </a:extLst>
          </p:cNvPr>
          <p:cNvSpPr>
            <a:spLocks noGrp="1"/>
          </p:cNvSpPr>
          <p:nvPr>
            <p:ph type="title"/>
          </p:nvPr>
        </p:nvSpPr>
        <p:spPr/>
        <p:txBody>
          <a:bodyPr/>
          <a:lstStyle/>
          <a:p>
            <a:r>
              <a:rPr lang="it-IT" b="1" dirty="0"/>
              <a:t>Regressione Logistica</a:t>
            </a:r>
            <a:endParaRPr lang="it-IT" dirty="0"/>
          </a:p>
        </p:txBody>
      </p:sp>
      <p:pic>
        <p:nvPicPr>
          <p:cNvPr id="3" name="Immagine 2">
            <a:extLst>
              <a:ext uri="{FF2B5EF4-FFF2-40B4-BE49-F238E27FC236}">
                <a16:creationId xmlns:a16="http://schemas.microsoft.com/office/drawing/2014/main" id="{107D9A9D-4D92-4E16-C9DB-547E1BD12F4D}"/>
              </a:ext>
            </a:extLst>
          </p:cNvPr>
          <p:cNvPicPr>
            <a:picLocks noChangeAspect="1"/>
          </p:cNvPicPr>
          <p:nvPr/>
        </p:nvPicPr>
        <p:blipFill>
          <a:blip r:embed="rId2"/>
          <a:stretch/>
        </p:blipFill>
        <p:spPr>
          <a:xfrm>
            <a:off x="8176260" y="4410476"/>
            <a:ext cx="795744" cy="606699"/>
          </a:xfrm>
          <a:prstGeom prst="rect">
            <a:avLst/>
          </a:prstGeom>
        </p:spPr>
      </p:pic>
      <p:pic>
        <p:nvPicPr>
          <p:cNvPr id="5" name="Immagine 4">
            <a:extLst>
              <a:ext uri="{FF2B5EF4-FFF2-40B4-BE49-F238E27FC236}">
                <a16:creationId xmlns:a16="http://schemas.microsoft.com/office/drawing/2014/main" id="{470061A4-488D-FE31-D1AC-278E48DFB078}"/>
              </a:ext>
            </a:extLst>
          </p:cNvPr>
          <p:cNvPicPr>
            <a:picLocks noChangeAspect="1"/>
          </p:cNvPicPr>
          <p:nvPr/>
        </p:nvPicPr>
        <p:blipFill>
          <a:blip r:embed="rId3"/>
          <a:stretch/>
        </p:blipFill>
        <p:spPr>
          <a:xfrm>
            <a:off x="6857267" y="1251750"/>
            <a:ext cx="1716865" cy="917742"/>
          </a:xfrm>
          <a:prstGeom prst="rect">
            <a:avLst/>
          </a:prstGeom>
        </p:spPr>
      </p:pic>
      <p:sp>
        <p:nvSpPr>
          <p:cNvPr id="8" name="Segnaposto testo 7">
            <a:extLst>
              <a:ext uri="{FF2B5EF4-FFF2-40B4-BE49-F238E27FC236}">
                <a16:creationId xmlns:a16="http://schemas.microsoft.com/office/drawing/2014/main" id="{1DCAF512-B017-AD96-E159-E1FD36A3D8BE}"/>
              </a:ext>
            </a:extLst>
          </p:cNvPr>
          <p:cNvSpPr>
            <a:spLocks noGrp="1"/>
          </p:cNvSpPr>
          <p:nvPr>
            <p:ph type="body" idx="1"/>
          </p:nvPr>
        </p:nvSpPr>
        <p:spPr>
          <a:xfrm>
            <a:off x="720000" y="1251751"/>
            <a:ext cx="5286790" cy="1781382"/>
          </a:xfrm>
        </p:spPr>
        <p:txBody>
          <a:bodyPr/>
          <a:lstStyle/>
          <a:p>
            <a:pPr marL="139700" indent="0" algn="just">
              <a:buNone/>
            </a:pPr>
            <a:r>
              <a:rPr lang="it-IT" dirty="0"/>
              <a:t>La </a:t>
            </a:r>
            <a:r>
              <a:rPr lang="it-IT" b="1" dirty="0"/>
              <a:t>Regressione Logistica</a:t>
            </a:r>
            <a:r>
              <a:rPr lang="it-IT" dirty="0"/>
              <a:t> è un modello lineare ed è il </a:t>
            </a:r>
            <a:r>
              <a:rPr lang="it-IT" dirty="0" err="1"/>
              <a:t>gold</a:t>
            </a:r>
            <a:r>
              <a:rPr lang="it-IT" dirty="0"/>
              <a:t> standard per la classificazione binaria medica:</a:t>
            </a:r>
          </a:p>
          <a:p>
            <a:pPr lvl="1" algn="just">
              <a:buFont typeface="Arial" panose="020B0604020202020204" pitchFamily="34" charset="0"/>
              <a:buChar char="•"/>
            </a:pPr>
            <a:r>
              <a:rPr lang="it-IT" b="1" dirty="0"/>
              <a:t>Prevenzione </a:t>
            </a:r>
            <a:r>
              <a:rPr lang="it-IT" b="1" dirty="0" err="1"/>
              <a:t>Overfitting</a:t>
            </a:r>
            <a:r>
              <a:rPr lang="it-IT" b="1" dirty="0"/>
              <a:t>:</a:t>
            </a:r>
            <a:r>
              <a:rPr lang="it-IT" dirty="0"/>
              <a:t> cruciale per campioni di dati relativamente piccoli.</a:t>
            </a:r>
          </a:p>
          <a:p>
            <a:pPr lvl="1" algn="just">
              <a:buFont typeface="Arial" panose="020B0604020202020204" pitchFamily="34" charset="0"/>
              <a:buChar char="•"/>
            </a:pPr>
            <a:r>
              <a:rPr lang="it-IT" b="1" dirty="0" err="1"/>
              <a:t>Explainability</a:t>
            </a:r>
            <a:r>
              <a:rPr lang="it-IT" b="1" dirty="0"/>
              <a:t>:</a:t>
            </a:r>
            <a:r>
              <a:rPr lang="it-IT" dirty="0"/>
              <a:t> permette di estrarre i pesi statistici per spiegare quali parametri influenzano la diagnosi.</a:t>
            </a:r>
          </a:p>
          <a:p>
            <a:pPr marL="139700" indent="0" algn="just">
              <a:buNone/>
            </a:pPr>
            <a:endParaRPr lang="it-IT" dirty="0"/>
          </a:p>
          <a:p>
            <a:pPr marL="139700" indent="0">
              <a:buNone/>
            </a:pPr>
            <a:endParaRPr lang="it-IT" dirty="0"/>
          </a:p>
        </p:txBody>
      </p:sp>
      <p:sp>
        <p:nvSpPr>
          <p:cNvPr id="9" name="Segnaposto testo 7">
            <a:extLst>
              <a:ext uri="{FF2B5EF4-FFF2-40B4-BE49-F238E27FC236}">
                <a16:creationId xmlns:a16="http://schemas.microsoft.com/office/drawing/2014/main" id="{6C9604B7-2B9F-3BC6-C42B-E269F6587C18}"/>
              </a:ext>
            </a:extLst>
          </p:cNvPr>
          <p:cNvSpPr txBox="1">
            <a:spLocks/>
          </p:cNvSpPr>
          <p:nvPr/>
        </p:nvSpPr>
        <p:spPr>
          <a:xfrm>
            <a:off x="719999" y="3378536"/>
            <a:ext cx="6654673" cy="206387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a:buFont typeface="Roboto"/>
              <a:buNone/>
            </a:pPr>
            <a:r>
              <a:rPr lang="it-IT" dirty="0"/>
              <a:t>Nel progetto:</a:t>
            </a:r>
          </a:p>
          <a:p>
            <a:pPr lvl="1" algn="just" fontAlgn="base">
              <a:buFont typeface="Arial" panose="020B0604020202020204" pitchFamily="34" charset="0"/>
              <a:buChar char="•"/>
            </a:pPr>
            <a:r>
              <a:rPr lang="it-IT" b="1" dirty="0"/>
              <a:t>Target di Classe:</a:t>
            </a:r>
            <a:r>
              <a:rPr lang="it-IT" dirty="0"/>
              <a:t> categoria 0 (Sano) vs Categoria 1 (Affetto).</a:t>
            </a:r>
          </a:p>
          <a:p>
            <a:pPr lvl="1" algn="just" fontAlgn="base">
              <a:buFont typeface="Arial" panose="020B0604020202020204" pitchFamily="34" charset="0"/>
              <a:buChar char="•"/>
            </a:pPr>
            <a:r>
              <a:rPr lang="it-IT" b="1" dirty="0"/>
              <a:t>Output:</a:t>
            </a:r>
            <a:r>
              <a:rPr lang="it-IT" dirty="0"/>
              <a:t> previsione probabilistica integrata nel referto HL7 CDA.</a:t>
            </a:r>
          </a:p>
          <a:p>
            <a:pPr lvl="1" algn="just" fontAlgn="base">
              <a:buFont typeface="Arial" panose="020B0604020202020204" pitchFamily="34" charset="0"/>
              <a:buChar char="•"/>
            </a:pPr>
            <a:endParaRPr lang="it-IT" dirty="0"/>
          </a:p>
          <a:p>
            <a:pPr lvl="1">
              <a:buFont typeface="Arial" panose="020B0604020202020204" pitchFamily="34" charset="0"/>
              <a:buChar char="•"/>
            </a:pPr>
            <a:endParaRPr lang="it-IT" dirty="0"/>
          </a:p>
          <a:p>
            <a:pPr marL="139700" indent="0">
              <a:buFont typeface="Roboto"/>
              <a:buNone/>
            </a:pPr>
            <a:endParaRPr lang="it-IT" dirty="0"/>
          </a:p>
          <a:p>
            <a:pPr marL="139700" indent="0">
              <a:buFont typeface="Roboto"/>
              <a:buNone/>
            </a:pPr>
            <a:endParaRPr lang="it-IT" dirty="0"/>
          </a:p>
        </p:txBody>
      </p:sp>
      <p:pic>
        <p:nvPicPr>
          <p:cNvPr id="10" name="Immagine 9">
            <a:extLst>
              <a:ext uri="{FF2B5EF4-FFF2-40B4-BE49-F238E27FC236}">
                <a16:creationId xmlns:a16="http://schemas.microsoft.com/office/drawing/2014/main" id="{D30EE2A6-3B7E-7BBB-CBBD-AE38B311CB8F}"/>
              </a:ext>
            </a:extLst>
          </p:cNvPr>
          <p:cNvPicPr>
            <a:picLocks noChangeAspect="1"/>
          </p:cNvPicPr>
          <p:nvPr/>
        </p:nvPicPr>
        <p:blipFill>
          <a:blip r:embed="rId4"/>
          <a:stretch>
            <a:fillRect/>
          </a:stretch>
        </p:blipFill>
        <p:spPr>
          <a:xfrm>
            <a:off x="6857267" y="2854765"/>
            <a:ext cx="1716865" cy="1385540"/>
          </a:xfrm>
          <a:prstGeom prst="rect">
            <a:avLst/>
          </a:prstGeom>
        </p:spPr>
      </p:pic>
    </p:spTree>
    <p:extLst>
      <p:ext uri="{BB962C8B-B14F-4D97-AF65-F5344CB8AC3E}">
        <p14:creationId xmlns:p14="http://schemas.microsoft.com/office/powerpoint/2010/main" val="239074863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C4920C-4BC1-3C1B-843E-2B4D93DF7DC9}"/>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948F7121-00EA-6428-1A03-DF1746ACBD0C}"/>
              </a:ext>
            </a:extLst>
          </p:cNvPr>
          <p:cNvSpPr>
            <a:spLocks noGrp="1"/>
          </p:cNvSpPr>
          <p:nvPr>
            <p:ph type="title"/>
          </p:nvPr>
        </p:nvSpPr>
        <p:spPr/>
        <p:txBody>
          <a:bodyPr/>
          <a:lstStyle/>
          <a:p>
            <a:r>
              <a:rPr lang="it-IT" b="1" dirty="0"/>
              <a:t>Altri Modelli Lineari: PLS</a:t>
            </a:r>
            <a:endParaRPr lang="it-IT" dirty="0"/>
          </a:p>
        </p:txBody>
      </p:sp>
      <p:pic>
        <p:nvPicPr>
          <p:cNvPr id="3" name="Immagine 2">
            <a:extLst>
              <a:ext uri="{FF2B5EF4-FFF2-40B4-BE49-F238E27FC236}">
                <a16:creationId xmlns:a16="http://schemas.microsoft.com/office/drawing/2014/main" id="{D91A3247-7FE6-E685-63E4-D8B64FAEB40A}"/>
              </a:ext>
            </a:extLst>
          </p:cNvPr>
          <p:cNvPicPr>
            <a:picLocks noChangeAspect="1"/>
          </p:cNvPicPr>
          <p:nvPr/>
        </p:nvPicPr>
        <p:blipFill>
          <a:blip r:embed="rId2"/>
          <a:stretch/>
        </p:blipFill>
        <p:spPr>
          <a:xfrm>
            <a:off x="8176260" y="4410476"/>
            <a:ext cx="795744" cy="606699"/>
          </a:xfrm>
          <a:prstGeom prst="rect">
            <a:avLst/>
          </a:prstGeom>
        </p:spPr>
      </p:pic>
      <p:sp>
        <p:nvSpPr>
          <p:cNvPr id="12" name="Segnaposto testo 7">
            <a:extLst>
              <a:ext uri="{FF2B5EF4-FFF2-40B4-BE49-F238E27FC236}">
                <a16:creationId xmlns:a16="http://schemas.microsoft.com/office/drawing/2014/main" id="{1CF8C99B-1837-67B3-DBCE-0F6B925DB3C8}"/>
              </a:ext>
            </a:extLst>
          </p:cNvPr>
          <p:cNvSpPr>
            <a:spLocks noGrp="1"/>
          </p:cNvSpPr>
          <p:nvPr>
            <p:ph type="body" idx="1"/>
          </p:nvPr>
        </p:nvSpPr>
        <p:spPr>
          <a:xfrm>
            <a:off x="599754" y="1412947"/>
            <a:ext cx="3221397" cy="768603"/>
          </a:xfrm>
        </p:spPr>
        <p:txBody>
          <a:bodyPr/>
          <a:lstStyle/>
          <a:p>
            <a:pPr marL="139700" indent="0" algn="just">
              <a:buNone/>
            </a:pPr>
            <a:r>
              <a:rPr lang="it-IT" dirty="0"/>
              <a:t>La </a:t>
            </a:r>
            <a:r>
              <a:rPr lang="it-IT" b="1" dirty="0"/>
              <a:t>Regressione Logistica</a:t>
            </a:r>
            <a:r>
              <a:rPr lang="it-IT" dirty="0"/>
              <a:t> va in crisi quando le variabili sono troppo simili. Il PLS, comprime le variabili correlate in componenti pure.</a:t>
            </a:r>
          </a:p>
        </p:txBody>
      </p:sp>
      <p:sp>
        <p:nvSpPr>
          <p:cNvPr id="13" name="Segnaposto testo 7">
            <a:extLst>
              <a:ext uri="{FF2B5EF4-FFF2-40B4-BE49-F238E27FC236}">
                <a16:creationId xmlns:a16="http://schemas.microsoft.com/office/drawing/2014/main" id="{8EC8C6BC-0514-AA59-ABF5-AE3345D3737D}"/>
              </a:ext>
            </a:extLst>
          </p:cNvPr>
          <p:cNvSpPr txBox="1">
            <a:spLocks/>
          </p:cNvSpPr>
          <p:nvPr/>
        </p:nvSpPr>
        <p:spPr>
          <a:xfrm>
            <a:off x="4353998" y="1441036"/>
            <a:ext cx="4418295" cy="13200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a:buNone/>
            </a:pPr>
            <a:r>
              <a:rPr lang="it-IT" b="1" dirty="0"/>
              <a:t>PLS </a:t>
            </a:r>
            <a:r>
              <a:rPr lang="it-IT" dirty="0"/>
              <a:t>o </a:t>
            </a:r>
            <a:r>
              <a:rPr lang="it-IT" b="1" dirty="0"/>
              <a:t>metodo dei minimi quadrati: </a:t>
            </a:r>
            <a:r>
              <a:rPr lang="it-IT" dirty="0"/>
              <a:t>misura la discrepanza tra il valore osservato (reale) e quello previsto dalla retta (teorico), calcolando il quadrato di questa differenza </a:t>
            </a:r>
            <a:endParaRPr lang="it-IT" b="1" dirty="0"/>
          </a:p>
          <a:p>
            <a:pPr marL="139700" indent="0">
              <a:buFont typeface="Roboto"/>
              <a:buNone/>
            </a:pPr>
            <a:endParaRPr lang="it-IT" dirty="0"/>
          </a:p>
          <a:p>
            <a:pPr marL="139700" indent="0">
              <a:buFont typeface="Roboto"/>
              <a:buNone/>
            </a:pPr>
            <a:endParaRPr lang="it-IT" dirty="0"/>
          </a:p>
          <a:p>
            <a:pPr marL="139700" indent="0">
              <a:buFont typeface="Roboto"/>
              <a:buNone/>
            </a:pPr>
            <a:endParaRPr lang="it-IT" dirty="0"/>
          </a:p>
        </p:txBody>
      </p:sp>
      <p:pic>
        <p:nvPicPr>
          <p:cNvPr id="14" name="Immagine 13">
            <a:extLst>
              <a:ext uri="{FF2B5EF4-FFF2-40B4-BE49-F238E27FC236}">
                <a16:creationId xmlns:a16="http://schemas.microsoft.com/office/drawing/2014/main" id="{83164379-A7D6-0655-6F5A-90F099CEF759}"/>
              </a:ext>
            </a:extLst>
          </p:cNvPr>
          <p:cNvPicPr>
            <a:picLocks noChangeAspect="1"/>
          </p:cNvPicPr>
          <p:nvPr/>
        </p:nvPicPr>
        <p:blipFill>
          <a:blip r:embed="rId3"/>
          <a:stretch/>
        </p:blipFill>
        <p:spPr>
          <a:xfrm>
            <a:off x="6247808" y="2896308"/>
            <a:ext cx="1557872" cy="1817517"/>
          </a:xfrm>
          <a:prstGeom prst="rect">
            <a:avLst/>
          </a:prstGeom>
        </p:spPr>
      </p:pic>
      <p:pic>
        <p:nvPicPr>
          <p:cNvPr id="15" name="Immagine 14">
            <a:extLst>
              <a:ext uri="{FF2B5EF4-FFF2-40B4-BE49-F238E27FC236}">
                <a16:creationId xmlns:a16="http://schemas.microsoft.com/office/drawing/2014/main" id="{B2F8F880-9814-C460-A6C7-4B9AC97A9E99}"/>
              </a:ext>
            </a:extLst>
          </p:cNvPr>
          <p:cNvPicPr>
            <a:picLocks noChangeAspect="1"/>
          </p:cNvPicPr>
          <p:nvPr/>
        </p:nvPicPr>
        <p:blipFill>
          <a:blip r:embed="rId4"/>
          <a:stretch>
            <a:fillRect/>
          </a:stretch>
        </p:blipFill>
        <p:spPr>
          <a:xfrm>
            <a:off x="802685" y="2975920"/>
            <a:ext cx="4902757" cy="1628684"/>
          </a:xfrm>
          <a:prstGeom prst="rect">
            <a:avLst/>
          </a:prstGeom>
          <a:ln w="19050">
            <a:solidFill>
              <a:schemeClr val="accent1"/>
            </a:solidFill>
          </a:ln>
        </p:spPr>
      </p:pic>
    </p:spTree>
    <p:extLst>
      <p:ext uri="{BB962C8B-B14F-4D97-AF65-F5344CB8AC3E}">
        <p14:creationId xmlns:p14="http://schemas.microsoft.com/office/powerpoint/2010/main" val="172353633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29C21A-F067-C4F7-9B6C-961CC94F6210}"/>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C626485D-1947-70C9-5A2E-FC2DC6293574}"/>
              </a:ext>
            </a:extLst>
          </p:cNvPr>
          <p:cNvSpPr>
            <a:spLocks noGrp="1"/>
          </p:cNvSpPr>
          <p:nvPr>
            <p:ph type="title"/>
          </p:nvPr>
        </p:nvSpPr>
        <p:spPr/>
        <p:txBody>
          <a:bodyPr/>
          <a:lstStyle/>
          <a:p>
            <a:r>
              <a:rPr lang="it-IT" b="1" dirty="0"/>
              <a:t>Pulizia e Standardizzazione Dati</a:t>
            </a:r>
            <a:br>
              <a:rPr lang="it-IT" dirty="0"/>
            </a:br>
            <a:br>
              <a:rPr lang="it-IT" dirty="0"/>
            </a:br>
            <a:endParaRPr lang="it-IT" dirty="0"/>
          </a:p>
        </p:txBody>
      </p:sp>
      <p:pic>
        <p:nvPicPr>
          <p:cNvPr id="3" name="Immagine 2">
            <a:extLst>
              <a:ext uri="{FF2B5EF4-FFF2-40B4-BE49-F238E27FC236}">
                <a16:creationId xmlns:a16="http://schemas.microsoft.com/office/drawing/2014/main" id="{B9213941-358C-E44D-2093-10598C867723}"/>
              </a:ext>
            </a:extLst>
          </p:cNvPr>
          <p:cNvPicPr>
            <a:picLocks noChangeAspect="1"/>
          </p:cNvPicPr>
          <p:nvPr/>
        </p:nvPicPr>
        <p:blipFill>
          <a:blip r:embed="rId2"/>
          <a:stretch/>
        </p:blipFill>
        <p:spPr>
          <a:xfrm>
            <a:off x="8176260" y="4410476"/>
            <a:ext cx="795744" cy="606699"/>
          </a:xfrm>
          <a:prstGeom prst="rect">
            <a:avLst/>
          </a:prstGeom>
        </p:spPr>
      </p:pic>
      <p:sp>
        <p:nvSpPr>
          <p:cNvPr id="7" name="Segnaposto testo 7">
            <a:extLst>
              <a:ext uri="{FF2B5EF4-FFF2-40B4-BE49-F238E27FC236}">
                <a16:creationId xmlns:a16="http://schemas.microsoft.com/office/drawing/2014/main" id="{16FEB18D-233B-1CA9-4FDE-95B776FD08D1}"/>
              </a:ext>
            </a:extLst>
          </p:cNvPr>
          <p:cNvSpPr>
            <a:spLocks noGrp="1"/>
          </p:cNvSpPr>
          <p:nvPr>
            <p:ph type="body" idx="1"/>
          </p:nvPr>
        </p:nvSpPr>
        <p:spPr>
          <a:xfrm>
            <a:off x="601610" y="1539810"/>
            <a:ext cx="7940780" cy="2063879"/>
          </a:xfrm>
        </p:spPr>
        <p:txBody>
          <a:bodyPr/>
          <a:lstStyle/>
          <a:p>
            <a:pPr algn="just">
              <a:lnSpc>
                <a:spcPct val="150000"/>
              </a:lnSpc>
              <a:buFont typeface="Arial" panose="020B0604020202020204" pitchFamily="34" charset="0"/>
              <a:buChar char="•"/>
            </a:pPr>
            <a:r>
              <a:rPr lang="it-IT" b="1" dirty="0"/>
              <a:t>Problema (</a:t>
            </a:r>
            <a:r>
              <a:rPr lang="it-IT" b="1" dirty="0" err="1"/>
              <a:t>UnicodeDecodeError</a:t>
            </a:r>
            <a:r>
              <a:rPr lang="it-IT" b="1" dirty="0"/>
              <a:t>)</a:t>
            </a:r>
            <a:r>
              <a:rPr lang="it-IT" dirty="0"/>
              <a:t>: il file Excel originario (Windows-1252) bloccava la lettura di </a:t>
            </a:r>
            <a:r>
              <a:rPr lang="it-IT" dirty="0" err="1"/>
              <a:t>Pandas</a:t>
            </a:r>
            <a:r>
              <a:rPr lang="it-IT" dirty="0"/>
              <a:t> (UTF-8) su caratteri speciali.</a:t>
            </a:r>
          </a:p>
          <a:p>
            <a:pPr algn="just">
              <a:lnSpc>
                <a:spcPct val="150000"/>
              </a:lnSpc>
              <a:buFont typeface="Arial" panose="020B0604020202020204" pitchFamily="34" charset="0"/>
              <a:buChar char="•"/>
            </a:pPr>
            <a:r>
              <a:rPr lang="it-IT" b="1" i="1" dirty="0"/>
              <a:t>Esclusione Variabili (ID, Sesso, Stadio Hoehn &amp; Yahr):</a:t>
            </a:r>
            <a:r>
              <a:rPr lang="it-IT" b="1" dirty="0"/>
              <a:t> </a:t>
            </a:r>
            <a:r>
              <a:rPr lang="it-IT" dirty="0"/>
              <a:t>evitare Data Leakage e </a:t>
            </a:r>
            <a:r>
              <a:rPr lang="it-IT" dirty="0" err="1"/>
              <a:t>bias</a:t>
            </a:r>
            <a:r>
              <a:rPr lang="it-IT" dirty="0"/>
              <a:t> biologici.</a:t>
            </a:r>
          </a:p>
          <a:p>
            <a:pPr algn="just">
              <a:lnSpc>
                <a:spcPct val="150000"/>
              </a:lnSpc>
              <a:buFont typeface="Arial" panose="020B0604020202020204" pitchFamily="34" charset="0"/>
              <a:buChar char="•"/>
            </a:pPr>
            <a:r>
              <a:rPr lang="it-IT" b="1" i="1" dirty="0"/>
              <a:t>Scaling (StandardScaler):</a:t>
            </a:r>
            <a:r>
              <a:rPr lang="it-IT" b="1" dirty="0"/>
              <a:t> </a:t>
            </a:r>
            <a:r>
              <a:rPr lang="it-IT" dirty="0"/>
              <a:t>azzerare differenze di scala tra metri, secondi e %.</a:t>
            </a:r>
          </a:p>
          <a:p>
            <a:pPr algn="just">
              <a:lnSpc>
                <a:spcPct val="150000"/>
              </a:lnSpc>
              <a:buFont typeface="Arial" panose="020B0604020202020204" pitchFamily="34" charset="0"/>
              <a:buChar char="•"/>
            </a:pPr>
            <a:r>
              <a:rPr lang="it-IT" b="1" i="1" dirty="0"/>
              <a:t>Split Dataset (70/30):</a:t>
            </a:r>
            <a:r>
              <a:rPr lang="it-IT" b="1" dirty="0"/>
              <a:t> </a:t>
            </a:r>
            <a:r>
              <a:rPr lang="it-IT" dirty="0"/>
              <a:t>creazione di Train Set e Test Set separati.</a:t>
            </a:r>
          </a:p>
          <a:p>
            <a:pPr algn="just">
              <a:lnSpc>
                <a:spcPct val="150000"/>
              </a:lnSpc>
              <a:buFont typeface="Arial" panose="020B0604020202020204" pitchFamily="34" charset="0"/>
              <a:buChar char="•"/>
            </a:pPr>
            <a:r>
              <a:rPr lang="it-IT" b="1" i="1" dirty="0"/>
              <a:t>Class Weights ('</a:t>
            </a:r>
            <a:r>
              <a:rPr lang="it-IT" b="1" i="1" dirty="0" err="1"/>
              <a:t>balanced</a:t>
            </a:r>
            <a:r>
              <a:rPr lang="it-IT" b="1" i="1" dirty="0"/>
              <a:t>’):</a:t>
            </a:r>
            <a:r>
              <a:rPr lang="it-IT" b="1" dirty="0"/>
              <a:t> </a:t>
            </a:r>
            <a:r>
              <a:rPr lang="it-IT" dirty="0"/>
              <a:t>correggere asimmetrie tra controlli e patologici.</a:t>
            </a:r>
          </a:p>
          <a:p>
            <a:pPr algn="just">
              <a:buFont typeface="Arial" panose="020B0604020202020204" pitchFamily="34" charset="0"/>
              <a:buChar char="•"/>
            </a:pPr>
            <a:endParaRPr lang="it-IT" dirty="0"/>
          </a:p>
          <a:p>
            <a:pPr>
              <a:buFont typeface="Arial" panose="020B0604020202020204" pitchFamily="34" charset="0"/>
              <a:buChar char="•"/>
            </a:pPr>
            <a:endParaRPr lang="it-IT" dirty="0"/>
          </a:p>
          <a:p>
            <a:pPr>
              <a:buFont typeface="Arial" panose="020B0604020202020204" pitchFamily="34" charset="0"/>
              <a:buChar char="•"/>
            </a:pPr>
            <a:endParaRPr lang="it-IT" dirty="0"/>
          </a:p>
          <a:p>
            <a:pPr>
              <a:buFont typeface="Arial" panose="020B0604020202020204" pitchFamily="34" charset="0"/>
              <a:buChar char="•"/>
            </a:pPr>
            <a:endParaRPr lang="it-IT" dirty="0"/>
          </a:p>
          <a:p>
            <a:pPr marL="139700" indent="0">
              <a:buNone/>
            </a:pPr>
            <a:endParaRPr lang="it-IT" dirty="0"/>
          </a:p>
        </p:txBody>
      </p:sp>
    </p:spTree>
    <p:extLst>
      <p:ext uri="{BB962C8B-B14F-4D97-AF65-F5344CB8AC3E}">
        <p14:creationId xmlns:p14="http://schemas.microsoft.com/office/powerpoint/2010/main" val="160824485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5852C9-B61C-DB24-96E5-334A4D599E37}"/>
            </a:ext>
          </a:extLst>
        </p:cNvPr>
        <p:cNvGrpSpPr/>
        <p:nvPr/>
      </p:nvGrpSpPr>
      <p:grpSpPr>
        <a:xfrm>
          <a:off x="0" y="0"/>
          <a:ext cx="0" cy="0"/>
          <a:chOff x="0" y="0"/>
          <a:chExt cx="0" cy="0"/>
        </a:xfrm>
      </p:grpSpPr>
      <p:pic>
        <p:nvPicPr>
          <p:cNvPr id="3" name="Immagine 2">
            <a:extLst>
              <a:ext uri="{FF2B5EF4-FFF2-40B4-BE49-F238E27FC236}">
                <a16:creationId xmlns:a16="http://schemas.microsoft.com/office/drawing/2014/main" id="{2EE1D324-8FB7-21E9-6DD6-7690227106DD}"/>
              </a:ext>
            </a:extLst>
          </p:cNvPr>
          <p:cNvPicPr>
            <a:picLocks noChangeAspect="1"/>
          </p:cNvPicPr>
          <p:nvPr/>
        </p:nvPicPr>
        <p:blipFill>
          <a:blip r:embed="rId2"/>
          <a:stretch/>
        </p:blipFill>
        <p:spPr>
          <a:xfrm>
            <a:off x="8176260" y="4410476"/>
            <a:ext cx="795744" cy="606699"/>
          </a:xfrm>
          <a:prstGeom prst="rect">
            <a:avLst/>
          </a:prstGeom>
        </p:spPr>
      </p:pic>
      <p:sp>
        <p:nvSpPr>
          <p:cNvPr id="11" name="Titolo 3">
            <a:extLst>
              <a:ext uri="{FF2B5EF4-FFF2-40B4-BE49-F238E27FC236}">
                <a16:creationId xmlns:a16="http://schemas.microsoft.com/office/drawing/2014/main" id="{716B3E0E-646B-2861-CB7B-2D343EE3319C}"/>
              </a:ext>
            </a:extLst>
          </p:cNvPr>
          <p:cNvSpPr>
            <a:spLocks noGrp="1"/>
          </p:cNvSpPr>
          <p:nvPr>
            <p:ph type="title"/>
          </p:nvPr>
        </p:nvSpPr>
        <p:spPr>
          <a:xfrm>
            <a:off x="720000" y="538896"/>
            <a:ext cx="7708500" cy="572700"/>
          </a:xfrm>
        </p:spPr>
        <p:txBody>
          <a:bodyPr/>
          <a:lstStyle/>
          <a:p>
            <a:r>
              <a:rPr lang="it-IT" b="1" dirty="0"/>
              <a:t>Pulizia e Standardizzazione Dati</a:t>
            </a:r>
            <a:br>
              <a:rPr lang="it-IT" dirty="0"/>
            </a:br>
            <a:br>
              <a:rPr lang="it-IT" dirty="0"/>
            </a:br>
            <a:endParaRPr lang="it-IT" dirty="0"/>
          </a:p>
        </p:txBody>
      </p:sp>
      <p:pic>
        <p:nvPicPr>
          <p:cNvPr id="12" name="Immagine 11">
            <a:extLst>
              <a:ext uri="{FF2B5EF4-FFF2-40B4-BE49-F238E27FC236}">
                <a16:creationId xmlns:a16="http://schemas.microsoft.com/office/drawing/2014/main" id="{DD747111-5E81-F121-7487-BA1AA7A6AC1C}"/>
              </a:ext>
            </a:extLst>
          </p:cNvPr>
          <p:cNvPicPr>
            <a:picLocks noChangeAspect="1"/>
          </p:cNvPicPr>
          <p:nvPr/>
        </p:nvPicPr>
        <p:blipFill>
          <a:blip r:embed="rId3"/>
          <a:stretch>
            <a:fillRect/>
          </a:stretch>
        </p:blipFill>
        <p:spPr>
          <a:xfrm>
            <a:off x="706279" y="1536443"/>
            <a:ext cx="7722221" cy="2449186"/>
          </a:xfrm>
          <a:prstGeom prst="rect">
            <a:avLst/>
          </a:prstGeom>
          <a:ln w="19050">
            <a:solidFill>
              <a:schemeClr val="accent1"/>
            </a:solidFill>
          </a:ln>
        </p:spPr>
      </p:pic>
    </p:spTree>
    <p:extLst>
      <p:ext uri="{BB962C8B-B14F-4D97-AF65-F5344CB8AC3E}">
        <p14:creationId xmlns:p14="http://schemas.microsoft.com/office/powerpoint/2010/main" val="93618743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6B33B6-CD78-23C5-ABFB-1F85E25C88AB}"/>
            </a:ext>
          </a:extLst>
        </p:cNvPr>
        <p:cNvGrpSpPr/>
        <p:nvPr/>
      </p:nvGrpSpPr>
      <p:grpSpPr>
        <a:xfrm>
          <a:off x="0" y="0"/>
          <a:ext cx="0" cy="0"/>
          <a:chOff x="0" y="0"/>
          <a:chExt cx="0" cy="0"/>
        </a:xfrm>
      </p:grpSpPr>
      <p:pic>
        <p:nvPicPr>
          <p:cNvPr id="3" name="Immagine 2">
            <a:extLst>
              <a:ext uri="{FF2B5EF4-FFF2-40B4-BE49-F238E27FC236}">
                <a16:creationId xmlns:a16="http://schemas.microsoft.com/office/drawing/2014/main" id="{20B3F7A4-A81E-959E-7236-943AE4461CDC}"/>
              </a:ext>
            </a:extLst>
          </p:cNvPr>
          <p:cNvPicPr>
            <a:picLocks noChangeAspect="1"/>
          </p:cNvPicPr>
          <p:nvPr/>
        </p:nvPicPr>
        <p:blipFill>
          <a:blip r:embed="rId2"/>
          <a:stretch/>
        </p:blipFill>
        <p:spPr>
          <a:xfrm>
            <a:off x="8176260" y="4410476"/>
            <a:ext cx="795744" cy="606699"/>
          </a:xfrm>
          <a:prstGeom prst="rect">
            <a:avLst/>
          </a:prstGeom>
        </p:spPr>
      </p:pic>
      <p:sp>
        <p:nvSpPr>
          <p:cNvPr id="10" name="Titolo 3">
            <a:extLst>
              <a:ext uri="{FF2B5EF4-FFF2-40B4-BE49-F238E27FC236}">
                <a16:creationId xmlns:a16="http://schemas.microsoft.com/office/drawing/2014/main" id="{528AF360-6D4E-E074-563D-FCB4FB925DFE}"/>
              </a:ext>
            </a:extLst>
          </p:cNvPr>
          <p:cNvSpPr>
            <a:spLocks noGrp="1"/>
          </p:cNvSpPr>
          <p:nvPr>
            <p:ph type="title"/>
          </p:nvPr>
        </p:nvSpPr>
        <p:spPr>
          <a:xfrm>
            <a:off x="720000" y="538896"/>
            <a:ext cx="7708500" cy="572700"/>
          </a:xfrm>
        </p:spPr>
        <p:txBody>
          <a:bodyPr/>
          <a:lstStyle/>
          <a:p>
            <a:r>
              <a:rPr lang="it-IT" b="1" dirty="0"/>
              <a:t>Pulizia e Standardizzazione Dati</a:t>
            </a:r>
            <a:br>
              <a:rPr lang="it-IT" dirty="0"/>
            </a:br>
            <a:br>
              <a:rPr lang="it-IT" dirty="0"/>
            </a:br>
            <a:endParaRPr lang="it-IT" dirty="0"/>
          </a:p>
        </p:txBody>
      </p:sp>
      <p:grpSp>
        <p:nvGrpSpPr>
          <p:cNvPr id="13" name="Gruppo 12">
            <a:extLst>
              <a:ext uri="{FF2B5EF4-FFF2-40B4-BE49-F238E27FC236}">
                <a16:creationId xmlns:a16="http://schemas.microsoft.com/office/drawing/2014/main" id="{E7B2C03E-EB61-2DA4-48A8-22DA61991F56}"/>
              </a:ext>
            </a:extLst>
          </p:cNvPr>
          <p:cNvGrpSpPr/>
          <p:nvPr/>
        </p:nvGrpSpPr>
        <p:grpSpPr>
          <a:xfrm>
            <a:off x="1428750" y="1503736"/>
            <a:ext cx="6286500" cy="2514600"/>
            <a:chOff x="1428750" y="1503736"/>
            <a:chExt cx="6286500" cy="2514600"/>
          </a:xfrm>
        </p:grpSpPr>
        <p:pic>
          <p:nvPicPr>
            <p:cNvPr id="11" name="Immagine 10">
              <a:extLst>
                <a:ext uri="{FF2B5EF4-FFF2-40B4-BE49-F238E27FC236}">
                  <a16:creationId xmlns:a16="http://schemas.microsoft.com/office/drawing/2014/main" id="{08ACDD9F-269A-37EE-090D-C545F29B7636}"/>
                </a:ext>
              </a:extLst>
            </p:cNvPr>
            <p:cNvPicPr>
              <a:picLocks noChangeAspect="1"/>
            </p:cNvPicPr>
            <p:nvPr/>
          </p:nvPicPr>
          <p:blipFill>
            <a:blip r:embed="rId3"/>
            <a:stretch>
              <a:fillRect/>
            </a:stretch>
          </p:blipFill>
          <p:spPr>
            <a:xfrm>
              <a:off x="1428750" y="1503736"/>
              <a:ext cx="6286500" cy="2514600"/>
            </a:xfrm>
            <a:prstGeom prst="rect">
              <a:avLst/>
            </a:prstGeom>
            <a:ln w="19050">
              <a:solidFill>
                <a:srgbClr val="4F6F8C"/>
              </a:solidFill>
            </a:ln>
          </p:spPr>
        </p:pic>
        <p:sp>
          <p:nvSpPr>
            <p:cNvPr id="12" name="Rettangolo 11">
              <a:extLst>
                <a:ext uri="{FF2B5EF4-FFF2-40B4-BE49-F238E27FC236}">
                  <a16:creationId xmlns:a16="http://schemas.microsoft.com/office/drawing/2014/main" id="{25B193DE-4447-7176-608B-6884202F36F3}"/>
                </a:ext>
              </a:extLst>
            </p:cNvPr>
            <p:cNvSpPr/>
            <p:nvPr/>
          </p:nvSpPr>
          <p:spPr>
            <a:xfrm>
              <a:off x="3865756" y="3828585"/>
              <a:ext cx="3605561" cy="170986"/>
            </a:xfrm>
            <a:prstGeom prst="rect">
              <a:avLst/>
            </a:prstGeom>
            <a:solidFill>
              <a:srgbClr val="F5F5F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grpSp>
    </p:spTree>
    <p:extLst>
      <p:ext uri="{BB962C8B-B14F-4D97-AF65-F5344CB8AC3E}">
        <p14:creationId xmlns:p14="http://schemas.microsoft.com/office/powerpoint/2010/main" val="37999145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605373-36E2-E78F-2E1C-9ABC3417BE4F}"/>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8F536DCB-E7C8-F6EA-13B2-8059B5F9BDD5}"/>
              </a:ext>
            </a:extLst>
          </p:cNvPr>
          <p:cNvSpPr>
            <a:spLocks noGrp="1"/>
          </p:cNvSpPr>
          <p:nvPr>
            <p:ph type="title"/>
          </p:nvPr>
        </p:nvSpPr>
        <p:spPr/>
        <p:txBody>
          <a:bodyPr/>
          <a:lstStyle/>
          <a:p>
            <a:r>
              <a:rPr lang="it-IT" b="1" dirty="0"/>
              <a:t>Risultati Regressione Logistica</a:t>
            </a:r>
            <a:endParaRPr lang="it-IT" dirty="0"/>
          </a:p>
        </p:txBody>
      </p:sp>
      <p:pic>
        <p:nvPicPr>
          <p:cNvPr id="3" name="Immagine 2">
            <a:extLst>
              <a:ext uri="{FF2B5EF4-FFF2-40B4-BE49-F238E27FC236}">
                <a16:creationId xmlns:a16="http://schemas.microsoft.com/office/drawing/2014/main" id="{9443B58A-DE42-2B8D-84F3-4EF2DB682D3C}"/>
              </a:ext>
            </a:extLst>
          </p:cNvPr>
          <p:cNvPicPr>
            <a:picLocks noChangeAspect="1"/>
          </p:cNvPicPr>
          <p:nvPr/>
        </p:nvPicPr>
        <p:blipFill>
          <a:blip r:embed="rId2"/>
          <a:stretch/>
        </p:blipFill>
        <p:spPr>
          <a:xfrm>
            <a:off x="8176260" y="4410476"/>
            <a:ext cx="795744" cy="606699"/>
          </a:xfrm>
          <a:prstGeom prst="rect">
            <a:avLst/>
          </a:prstGeom>
        </p:spPr>
      </p:pic>
      <p:sp>
        <p:nvSpPr>
          <p:cNvPr id="2" name="Segnaposto testo 7">
            <a:extLst>
              <a:ext uri="{FF2B5EF4-FFF2-40B4-BE49-F238E27FC236}">
                <a16:creationId xmlns:a16="http://schemas.microsoft.com/office/drawing/2014/main" id="{DB0AEFA0-F78C-4283-C8AC-B06036CA2BC2}"/>
              </a:ext>
            </a:extLst>
          </p:cNvPr>
          <p:cNvSpPr>
            <a:spLocks noGrp="1"/>
          </p:cNvSpPr>
          <p:nvPr>
            <p:ph type="body" idx="1"/>
          </p:nvPr>
        </p:nvSpPr>
        <p:spPr>
          <a:xfrm>
            <a:off x="400888" y="1413429"/>
            <a:ext cx="4877356" cy="1656873"/>
          </a:xfrm>
        </p:spPr>
        <p:txBody>
          <a:bodyPr/>
          <a:lstStyle/>
          <a:p>
            <a:pPr marL="139700" indent="0" algn="just">
              <a:buNone/>
            </a:pPr>
            <a:r>
              <a:rPr lang="it-IT" b="1" dirty="0"/>
              <a:t>Identificazione dei Biomarcatori :</a:t>
            </a:r>
          </a:p>
          <a:p>
            <a:pPr algn="just">
              <a:buFont typeface="Arial" panose="020B0604020202020204" pitchFamily="34" charset="0"/>
              <a:buChar char="•"/>
            </a:pPr>
            <a:r>
              <a:rPr lang="it-IT" b="1" dirty="0"/>
              <a:t>Ranking dei Parametri: </a:t>
            </a:r>
            <a:r>
              <a:rPr lang="it-IT" dirty="0"/>
              <a:t>in base a dominanza d’esame e focus biomeccanico.</a:t>
            </a:r>
          </a:p>
          <a:p>
            <a:pPr algn="just">
              <a:buFont typeface="Arial" panose="020B0604020202020204" pitchFamily="34" charset="0"/>
              <a:buChar char="•"/>
            </a:pPr>
            <a:r>
              <a:rPr lang="it-IT" b="1" dirty="0"/>
              <a:t>Sicurezza Diagnostica: </a:t>
            </a:r>
            <a:r>
              <a:rPr lang="it-IT" dirty="0"/>
              <a:t>monitoraggio e abbattimento dei Falsi Negativi, l'errore più critico in ambito medico.</a:t>
            </a:r>
          </a:p>
          <a:p>
            <a:pPr>
              <a:buFont typeface="Arial" panose="020B0604020202020204" pitchFamily="34" charset="0"/>
              <a:buChar char="•"/>
            </a:pPr>
            <a:endParaRPr lang="it-IT" dirty="0"/>
          </a:p>
          <a:p>
            <a:pPr>
              <a:buFont typeface="Arial" panose="020B0604020202020204" pitchFamily="34" charset="0"/>
              <a:buChar char="•"/>
            </a:pPr>
            <a:endParaRPr lang="it-IT" dirty="0"/>
          </a:p>
          <a:p>
            <a:pPr>
              <a:buFont typeface="Arial" panose="020B0604020202020204" pitchFamily="34" charset="0"/>
              <a:buChar char="•"/>
            </a:pPr>
            <a:endParaRPr lang="it-IT" dirty="0"/>
          </a:p>
          <a:p>
            <a:pPr marL="139700" indent="0">
              <a:buNone/>
            </a:pPr>
            <a:endParaRPr lang="it-IT" dirty="0"/>
          </a:p>
        </p:txBody>
      </p:sp>
      <p:sp>
        <p:nvSpPr>
          <p:cNvPr id="5" name="Segnaposto testo 7">
            <a:extLst>
              <a:ext uri="{FF2B5EF4-FFF2-40B4-BE49-F238E27FC236}">
                <a16:creationId xmlns:a16="http://schemas.microsoft.com/office/drawing/2014/main" id="{EB3D1AA4-003E-5E3F-60BA-4FFED7C3EA55}"/>
              </a:ext>
            </a:extLst>
          </p:cNvPr>
          <p:cNvSpPr txBox="1">
            <a:spLocks/>
          </p:cNvSpPr>
          <p:nvPr/>
        </p:nvSpPr>
        <p:spPr>
          <a:xfrm>
            <a:off x="400888" y="3070302"/>
            <a:ext cx="4877356" cy="165687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a:buNone/>
            </a:pPr>
            <a:r>
              <a:rPr lang="it-IT" b="1" dirty="0"/>
              <a:t>Stima Probabilistica per ogni paziente</a:t>
            </a:r>
          </a:p>
          <a:p>
            <a:pPr algn="just" fontAlgn="base">
              <a:buFont typeface="Arial" panose="020B0604020202020204" pitchFamily="34" charset="0"/>
              <a:buChar char="•"/>
            </a:pPr>
            <a:r>
              <a:rPr lang="it-IT" b="1" dirty="0"/>
              <a:t>Funzione </a:t>
            </a:r>
            <a:r>
              <a:rPr lang="it-IT" b="1" dirty="0" err="1"/>
              <a:t>predict_proba</a:t>
            </a:r>
            <a:r>
              <a:rPr lang="it-IT" b="1" dirty="0"/>
              <a:t>:</a:t>
            </a:r>
            <a:r>
              <a:rPr lang="it-IT" dirty="0"/>
              <a:t> il modello non fornisce solo un esito binario, ma una </a:t>
            </a:r>
            <a:r>
              <a:rPr lang="it-IT" b="1" dirty="0"/>
              <a:t>stima probabilistica individuale.</a:t>
            </a:r>
            <a:endParaRPr lang="it-IT" dirty="0"/>
          </a:p>
          <a:p>
            <a:pPr algn="just" fontAlgn="base">
              <a:buFont typeface="Arial" panose="020B0604020202020204" pitchFamily="34" charset="0"/>
              <a:buChar char="•"/>
            </a:pPr>
            <a:r>
              <a:rPr lang="it-IT" b="1" dirty="0"/>
              <a:t>Traiettoria Clinica:</a:t>
            </a:r>
            <a:r>
              <a:rPr lang="it-IT" dirty="0"/>
              <a:t> mappatura del profilo di rischio per ogni singolo soggetto.</a:t>
            </a:r>
          </a:p>
          <a:p>
            <a:pPr marL="139700" indent="0">
              <a:buNone/>
            </a:pPr>
            <a:endParaRPr lang="it-IT" dirty="0"/>
          </a:p>
          <a:p>
            <a:pPr>
              <a:buFont typeface="Arial" panose="020B0604020202020204" pitchFamily="34" charset="0"/>
              <a:buChar char="•"/>
            </a:pPr>
            <a:endParaRPr lang="it-IT" dirty="0"/>
          </a:p>
          <a:p>
            <a:pPr>
              <a:buFont typeface="Arial" panose="020B0604020202020204" pitchFamily="34" charset="0"/>
              <a:buChar char="•"/>
            </a:pPr>
            <a:endParaRPr lang="it-IT" dirty="0"/>
          </a:p>
          <a:p>
            <a:pPr marL="139700" indent="0">
              <a:buFont typeface="Roboto"/>
              <a:buNone/>
            </a:pPr>
            <a:endParaRPr lang="it-IT" dirty="0"/>
          </a:p>
        </p:txBody>
      </p:sp>
      <p:pic>
        <p:nvPicPr>
          <p:cNvPr id="7" name="Immagine 6">
            <a:extLst>
              <a:ext uri="{FF2B5EF4-FFF2-40B4-BE49-F238E27FC236}">
                <a16:creationId xmlns:a16="http://schemas.microsoft.com/office/drawing/2014/main" id="{5931433A-2B10-78C1-CA83-1F620594E058}"/>
              </a:ext>
            </a:extLst>
          </p:cNvPr>
          <p:cNvPicPr>
            <a:picLocks noChangeAspect="1"/>
          </p:cNvPicPr>
          <p:nvPr/>
        </p:nvPicPr>
        <p:blipFill>
          <a:blip r:embed="rId3"/>
          <a:stretch>
            <a:fillRect/>
          </a:stretch>
        </p:blipFill>
        <p:spPr>
          <a:xfrm>
            <a:off x="5281500" y="1669604"/>
            <a:ext cx="3690504" cy="2801396"/>
          </a:xfrm>
          <a:prstGeom prst="rect">
            <a:avLst/>
          </a:prstGeom>
        </p:spPr>
      </p:pic>
    </p:spTree>
    <p:extLst>
      <p:ext uri="{BB962C8B-B14F-4D97-AF65-F5344CB8AC3E}">
        <p14:creationId xmlns:p14="http://schemas.microsoft.com/office/powerpoint/2010/main" val="330879708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59F41B-68DA-B1DC-2689-CDC83B98F8DE}"/>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4DEC6E80-94FF-1F00-9FCE-AEE283290F73}"/>
              </a:ext>
            </a:extLst>
          </p:cNvPr>
          <p:cNvSpPr>
            <a:spLocks noGrp="1"/>
          </p:cNvSpPr>
          <p:nvPr>
            <p:ph type="title"/>
          </p:nvPr>
        </p:nvSpPr>
        <p:spPr/>
        <p:txBody>
          <a:bodyPr/>
          <a:lstStyle/>
          <a:p>
            <a:r>
              <a:rPr lang="it-IT" b="1" dirty="0"/>
              <a:t>Risultati RL e PLS</a:t>
            </a:r>
            <a:endParaRPr lang="it-IT" dirty="0"/>
          </a:p>
        </p:txBody>
      </p:sp>
      <p:pic>
        <p:nvPicPr>
          <p:cNvPr id="3" name="Immagine 2">
            <a:extLst>
              <a:ext uri="{FF2B5EF4-FFF2-40B4-BE49-F238E27FC236}">
                <a16:creationId xmlns:a16="http://schemas.microsoft.com/office/drawing/2014/main" id="{003449A5-F6BC-FE0F-E882-311BA7F27154}"/>
              </a:ext>
            </a:extLst>
          </p:cNvPr>
          <p:cNvPicPr>
            <a:picLocks noChangeAspect="1"/>
          </p:cNvPicPr>
          <p:nvPr/>
        </p:nvPicPr>
        <p:blipFill>
          <a:blip r:embed="rId2"/>
          <a:stretch/>
        </p:blipFill>
        <p:spPr>
          <a:xfrm>
            <a:off x="8176260" y="4410476"/>
            <a:ext cx="795744" cy="606699"/>
          </a:xfrm>
          <a:prstGeom prst="rect">
            <a:avLst/>
          </a:prstGeom>
        </p:spPr>
      </p:pic>
      <p:pic>
        <p:nvPicPr>
          <p:cNvPr id="2" name="Immagine 1">
            <a:extLst>
              <a:ext uri="{FF2B5EF4-FFF2-40B4-BE49-F238E27FC236}">
                <a16:creationId xmlns:a16="http://schemas.microsoft.com/office/drawing/2014/main" id="{2078BED9-D079-85B6-A62C-3F49DCE5B58C}"/>
              </a:ext>
            </a:extLst>
          </p:cNvPr>
          <p:cNvPicPr>
            <a:picLocks noChangeAspect="1"/>
          </p:cNvPicPr>
          <p:nvPr/>
        </p:nvPicPr>
        <p:blipFill>
          <a:blip r:embed="rId3"/>
          <a:stretch>
            <a:fillRect/>
          </a:stretch>
        </p:blipFill>
        <p:spPr>
          <a:xfrm>
            <a:off x="4473288" y="1111596"/>
            <a:ext cx="3778615" cy="1982959"/>
          </a:xfrm>
          <a:prstGeom prst="rect">
            <a:avLst/>
          </a:prstGeom>
        </p:spPr>
      </p:pic>
      <p:sp>
        <p:nvSpPr>
          <p:cNvPr id="7" name="Segnaposto testo 7">
            <a:extLst>
              <a:ext uri="{FF2B5EF4-FFF2-40B4-BE49-F238E27FC236}">
                <a16:creationId xmlns:a16="http://schemas.microsoft.com/office/drawing/2014/main" id="{BB0258E7-6C4F-7AAF-35E0-0D2C295181D6}"/>
              </a:ext>
            </a:extLst>
          </p:cNvPr>
          <p:cNvSpPr>
            <a:spLocks noGrp="1"/>
          </p:cNvSpPr>
          <p:nvPr>
            <p:ph type="body" idx="1"/>
          </p:nvPr>
        </p:nvSpPr>
        <p:spPr>
          <a:xfrm>
            <a:off x="1360448" y="3873295"/>
            <a:ext cx="1911131" cy="463788"/>
          </a:xfrm>
        </p:spPr>
        <p:txBody>
          <a:bodyPr/>
          <a:lstStyle/>
          <a:p>
            <a:pPr marL="139700" indent="0">
              <a:buNone/>
            </a:pPr>
            <a:r>
              <a:rPr lang="it-IT" sz="2000" b="1" dirty="0"/>
              <a:t>SOLUZIONE</a:t>
            </a:r>
            <a:r>
              <a:rPr lang="it-IT" b="1" dirty="0"/>
              <a:t> </a:t>
            </a:r>
          </a:p>
          <a:p>
            <a:pPr marL="139700" indent="0">
              <a:buNone/>
            </a:pPr>
            <a:endParaRPr lang="it-IT" dirty="0"/>
          </a:p>
        </p:txBody>
      </p:sp>
      <p:sp>
        <p:nvSpPr>
          <p:cNvPr id="8" name="Google Shape;4588;p54">
            <a:extLst>
              <a:ext uri="{FF2B5EF4-FFF2-40B4-BE49-F238E27FC236}">
                <a16:creationId xmlns:a16="http://schemas.microsoft.com/office/drawing/2014/main" id="{2168114B-1A35-8D82-92F4-D32CEC41FCC0}"/>
              </a:ext>
            </a:extLst>
          </p:cNvPr>
          <p:cNvSpPr/>
          <p:nvPr/>
        </p:nvSpPr>
        <p:spPr>
          <a:xfrm>
            <a:off x="3278735" y="3951301"/>
            <a:ext cx="527824" cy="307776"/>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 name="Segnaposto testo 7">
            <a:extLst>
              <a:ext uri="{FF2B5EF4-FFF2-40B4-BE49-F238E27FC236}">
                <a16:creationId xmlns:a16="http://schemas.microsoft.com/office/drawing/2014/main" id="{DEC1F609-467E-1867-54A0-2651351A7B38}"/>
              </a:ext>
            </a:extLst>
          </p:cNvPr>
          <p:cNvSpPr txBox="1">
            <a:spLocks/>
          </p:cNvSpPr>
          <p:nvPr/>
        </p:nvSpPr>
        <p:spPr>
          <a:xfrm>
            <a:off x="3813716" y="3873295"/>
            <a:ext cx="3590693" cy="46378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buFont typeface="Roboto"/>
              <a:buNone/>
            </a:pPr>
            <a:r>
              <a:rPr lang="it-IT" sz="2000" b="1" dirty="0"/>
              <a:t>RANDOM FOREST e SMOTE</a:t>
            </a:r>
            <a:r>
              <a:rPr lang="it-IT" b="1" dirty="0"/>
              <a:t> </a:t>
            </a:r>
          </a:p>
          <a:p>
            <a:pPr marL="139700" indent="0">
              <a:buFont typeface="Roboto"/>
              <a:buNone/>
            </a:pPr>
            <a:endParaRPr lang="it-IT" dirty="0"/>
          </a:p>
        </p:txBody>
      </p:sp>
      <p:sp>
        <p:nvSpPr>
          <p:cNvPr id="11" name="Segnaposto testo 7">
            <a:extLst>
              <a:ext uri="{FF2B5EF4-FFF2-40B4-BE49-F238E27FC236}">
                <a16:creationId xmlns:a16="http://schemas.microsoft.com/office/drawing/2014/main" id="{3D7424CC-6882-37E8-9CAE-259E31FA0306}"/>
              </a:ext>
            </a:extLst>
          </p:cNvPr>
          <p:cNvSpPr txBox="1">
            <a:spLocks/>
          </p:cNvSpPr>
          <p:nvPr/>
        </p:nvSpPr>
        <p:spPr>
          <a:xfrm>
            <a:off x="590595" y="1437682"/>
            <a:ext cx="3778616" cy="165687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fontAlgn="base">
              <a:buNone/>
            </a:pPr>
            <a:r>
              <a:rPr lang="it-IT" dirty="0"/>
              <a:t>I modelli lineari analizzati riportano un’accuratezza simile.</a:t>
            </a:r>
          </a:p>
          <a:p>
            <a:pPr marL="139700" indent="0" algn="just" fontAlgn="base">
              <a:buNone/>
            </a:pPr>
            <a:endParaRPr lang="it-IT" dirty="0"/>
          </a:p>
          <a:p>
            <a:pPr marL="139700" indent="0" algn="just" fontAlgn="base">
              <a:buNone/>
            </a:pPr>
            <a:r>
              <a:rPr lang="it-IT" b="1" dirty="0"/>
              <a:t>Problema: </a:t>
            </a:r>
            <a:r>
              <a:rPr lang="it-IT" dirty="0"/>
              <a:t>lo sbilanciamento delle classi, porta spesso l’algoritmo a favorire la classe maggioritaria.</a:t>
            </a:r>
          </a:p>
          <a:p>
            <a:pPr marL="139700" indent="0">
              <a:buNone/>
            </a:pPr>
            <a:endParaRPr lang="it-IT" dirty="0"/>
          </a:p>
          <a:p>
            <a:pPr>
              <a:buFont typeface="Arial" panose="020B0604020202020204" pitchFamily="34" charset="0"/>
              <a:buChar char="•"/>
            </a:pPr>
            <a:endParaRPr lang="it-IT" dirty="0"/>
          </a:p>
          <a:p>
            <a:pPr marL="139700" indent="0">
              <a:buNone/>
            </a:pPr>
            <a:endParaRPr lang="it-IT" dirty="0"/>
          </a:p>
          <a:p>
            <a:pPr marL="139700" indent="0">
              <a:buFont typeface="Roboto"/>
              <a:buNone/>
            </a:pPr>
            <a:endParaRPr lang="it-IT" dirty="0"/>
          </a:p>
        </p:txBody>
      </p:sp>
    </p:spTree>
    <p:extLst>
      <p:ext uri="{BB962C8B-B14F-4D97-AF65-F5344CB8AC3E}">
        <p14:creationId xmlns:p14="http://schemas.microsoft.com/office/powerpoint/2010/main" val="76720943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ABBA39-C503-6024-02ED-416B38302E7C}"/>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27D68C77-D7BD-F8CD-2A4C-28BE2B0367A4}"/>
              </a:ext>
            </a:extLst>
          </p:cNvPr>
          <p:cNvSpPr>
            <a:spLocks noGrp="1"/>
          </p:cNvSpPr>
          <p:nvPr>
            <p:ph type="title"/>
          </p:nvPr>
        </p:nvSpPr>
        <p:spPr/>
        <p:txBody>
          <a:bodyPr/>
          <a:lstStyle/>
          <a:p>
            <a:r>
              <a:rPr lang="it-IT" b="1" dirty="0"/>
              <a:t>Random Forest e SMOTE</a:t>
            </a:r>
            <a:endParaRPr lang="it-IT" dirty="0"/>
          </a:p>
        </p:txBody>
      </p:sp>
      <p:pic>
        <p:nvPicPr>
          <p:cNvPr id="3" name="Immagine 2">
            <a:extLst>
              <a:ext uri="{FF2B5EF4-FFF2-40B4-BE49-F238E27FC236}">
                <a16:creationId xmlns:a16="http://schemas.microsoft.com/office/drawing/2014/main" id="{64DE2980-C859-30BF-43ED-6EC9B8C1DF2E}"/>
              </a:ext>
            </a:extLst>
          </p:cNvPr>
          <p:cNvPicPr>
            <a:picLocks noChangeAspect="1"/>
          </p:cNvPicPr>
          <p:nvPr/>
        </p:nvPicPr>
        <p:blipFill>
          <a:blip r:embed="rId2"/>
          <a:stretch/>
        </p:blipFill>
        <p:spPr>
          <a:xfrm>
            <a:off x="8176260" y="4410476"/>
            <a:ext cx="795744" cy="606699"/>
          </a:xfrm>
          <a:prstGeom prst="rect">
            <a:avLst/>
          </a:prstGeom>
        </p:spPr>
      </p:pic>
      <p:sp>
        <p:nvSpPr>
          <p:cNvPr id="9" name="Segnaposto testo 7">
            <a:extLst>
              <a:ext uri="{FF2B5EF4-FFF2-40B4-BE49-F238E27FC236}">
                <a16:creationId xmlns:a16="http://schemas.microsoft.com/office/drawing/2014/main" id="{0FBC73A4-B04D-844A-665A-7B7028436DB3}"/>
              </a:ext>
            </a:extLst>
          </p:cNvPr>
          <p:cNvSpPr txBox="1">
            <a:spLocks/>
          </p:cNvSpPr>
          <p:nvPr/>
        </p:nvSpPr>
        <p:spPr>
          <a:xfrm>
            <a:off x="627420" y="4096282"/>
            <a:ext cx="6956613" cy="165687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fontAlgn="base">
              <a:buNone/>
            </a:pPr>
            <a:r>
              <a:rPr lang="it-IT" b="1" dirty="0"/>
              <a:t>SMOTE: </a:t>
            </a:r>
            <a:r>
              <a:rPr lang="it-IT" dirty="0"/>
              <a:t>(</a:t>
            </a:r>
            <a:r>
              <a:rPr lang="it-IT" dirty="0" err="1"/>
              <a:t>Synthetic</a:t>
            </a:r>
            <a:r>
              <a:rPr lang="it-IT" dirty="0"/>
              <a:t> </a:t>
            </a:r>
            <a:r>
              <a:rPr lang="it-IT" dirty="0" err="1"/>
              <a:t>Minority</a:t>
            </a:r>
            <a:r>
              <a:rPr lang="it-IT" dirty="0"/>
              <a:t> Over-sampling Technique) viene utilizzato con il modello RANDOM FOREST per affrontare i problemi di classificazione con dati sbilanciati generando dati sintetici per la classe minoritaria. </a:t>
            </a:r>
          </a:p>
          <a:p>
            <a:pPr marL="139700" indent="0">
              <a:buNone/>
            </a:pPr>
            <a:endParaRPr lang="it-IT" dirty="0"/>
          </a:p>
          <a:p>
            <a:pPr>
              <a:buFont typeface="Arial" panose="020B0604020202020204" pitchFamily="34" charset="0"/>
              <a:buChar char="•"/>
            </a:pPr>
            <a:endParaRPr lang="it-IT" dirty="0"/>
          </a:p>
          <a:p>
            <a:pPr marL="139700" indent="0">
              <a:buNone/>
            </a:pPr>
            <a:endParaRPr lang="it-IT" dirty="0"/>
          </a:p>
          <a:p>
            <a:pPr marL="139700" indent="0">
              <a:buFont typeface="Roboto"/>
              <a:buNone/>
            </a:pPr>
            <a:endParaRPr lang="it-IT" dirty="0"/>
          </a:p>
        </p:txBody>
      </p:sp>
      <p:sp>
        <p:nvSpPr>
          <p:cNvPr id="14" name="Segnaposto testo 7">
            <a:extLst>
              <a:ext uri="{FF2B5EF4-FFF2-40B4-BE49-F238E27FC236}">
                <a16:creationId xmlns:a16="http://schemas.microsoft.com/office/drawing/2014/main" id="{180815E7-5238-6805-17D3-258616FDEDA3}"/>
              </a:ext>
            </a:extLst>
          </p:cNvPr>
          <p:cNvSpPr txBox="1">
            <a:spLocks/>
          </p:cNvSpPr>
          <p:nvPr/>
        </p:nvSpPr>
        <p:spPr>
          <a:xfrm>
            <a:off x="627420" y="1368393"/>
            <a:ext cx="3778616" cy="165687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fontAlgn="base">
              <a:buNone/>
            </a:pPr>
            <a:r>
              <a:rPr lang="it-IT" b="1" dirty="0"/>
              <a:t>RANDOM FOREST: </a:t>
            </a:r>
            <a:r>
              <a:rPr lang="it-IT" dirty="0"/>
              <a:t>è un algoritmo di Machine Learning supervisionato. Combina centinaia di alberi individuali per creare un modello unico, robusto ed accurato. Evita che il modello si fissi su anomalie specifiche dei dati di partenza.</a:t>
            </a:r>
          </a:p>
          <a:p>
            <a:pPr algn="just" fontAlgn="base">
              <a:buFont typeface="Arial" panose="020B0604020202020204" pitchFamily="34" charset="0"/>
              <a:buChar char="•"/>
            </a:pPr>
            <a:r>
              <a:rPr lang="it-IT" dirty="0"/>
              <a:t>può gestire grandi quantità di dati anche in presenza di informazioni mancanti.</a:t>
            </a:r>
          </a:p>
          <a:p>
            <a:pPr algn="just" fontAlgn="base">
              <a:buFont typeface="Arial" panose="020B0604020202020204" pitchFamily="34" charset="0"/>
              <a:buChar char="•"/>
            </a:pPr>
            <a:r>
              <a:rPr lang="it-IT" dirty="0"/>
              <a:t>richiede poca preparazione e pulizia preventiva dei dati. </a:t>
            </a:r>
          </a:p>
          <a:p>
            <a:pPr marL="139700" indent="0" algn="just" fontAlgn="base">
              <a:buNone/>
            </a:pPr>
            <a:endParaRPr lang="it-IT" dirty="0"/>
          </a:p>
          <a:p>
            <a:pPr marL="139700" indent="0">
              <a:buNone/>
            </a:pPr>
            <a:endParaRPr lang="it-IT" dirty="0"/>
          </a:p>
          <a:p>
            <a:pPr>
              <a:buFont typeface="Arial" panose="020B0604020202020204" pitchFamily="34" charset="0"/>
              <a:buChar char="•"/>
            </a:pPr>
            <a:endParaRPr lang="it-IT" dirty="0"/>
          </a:p>
          <a:p>
            <a:pPr marL="139700" indent="0">
              <a:buNone/>
            </a:pPr>
            <a:endParaRPr lang="it-IT" dirty="0"/>
          </a:p>
          <a:p>
            <a:pPr marL="139700" indent="0">
              <a:buFont typeface="Roboto"/>
              <a:buNone/>
            </a:pPr>
            <a:endParaRPr lang="it-IT" dirty="0"/>
          </a:p>
        </p:txBody>
      </p:sp>
      <p:pic>
        <p:nvPicPr>
          <p:cNvPr id="15" name="Immagine 14">
            <a:extLst>
              <a:ext uri="{FF2B5EF4-FFF2-40B4-BE49-F238E27FC236}">
                <a16:creationId xmlns:a16="http://schemas.microsoft.com/office/drawing/2014/main" id="{A3FC20ED-9D91-F605-F59A-4469293E5242}"/>
              </a:ext>
            </a:extLst>
          </p:cNvPr>
          <p:cNvPicPr>
            <a:picLocks noChangeAspect="1"/>
          </p:cNvPicPr>
          <p:nvPr/>
        </p:nvPicPr>
        <p:blipFill>
          <a:blip r:embed="rId3"/>
          <a:srcRect t="16964"/>
          <a:stretch>
            <a:fillRect/>
          </a:stretch>
        </p:blipFill>
        <p:spPr>
          <a:xfrm>
            <a:off x="4737966" y="1406028"/>
            <a:ext cx="3369462" cy="2395822"/>
          </a:xfrm>
          <a:prstGeom prst="rect">
            <a:avLst/>
          </a:prstGeom>
        </p:spPr>
      </p:pic>
    </p:spTree>
    <p:extLst>
      <p:ext uri="{BB962C8B-B14F-4D97-AF65-F5344CB8AC3E}">
        <p14:creationId xmlns:p14="http://schemas.microsoft.com/office/powerpoint/2010/main" val="419837027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5BB87B-6B56-187C-1EA3-D8EC8318BEAB}"/>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68F2F948-EC18-2D75-7B8D-03B1FAF00669}"/>
              </a:ext>
            </a:extLst>
          </p:cNvPr>
          <p:cNvSpPr>
            <a:spLocks noGrp="1"/>
          </p:cNvSpPr>
          <p:nvPr>
            <p:ph type="title"/>
          </p:nvPr>
        </p:nvSpPr>
        <p:spPr/>
        <p:txBody>
          <a:bodyPr/>
          <a:lstStyle/>
          <a:p>
            <a:r>
              <a:rPr lang="it-IT" b="1" dirty="0"/>
              <a:t>Curva ROC e Robustezza</a:t>
            </a:r>
            <a:endParaRPr lang="it-IT" dirty="0"/>
          </a:p>
        </p:txBody>
      </p:sp>
      <p:pic>
        <p:nvPicPr>
          <p:cNvPr id="3" name="Immagine 2">
            <a:extLst>
              <a:ext uri="{FF2B5EF4-FFF2-40B4-BE49-F238E27FC236}">
                <a16:creationId xmlns:a16="http://schemas.microsoft.com/office/drawing/2014/main" id="{16298083-B6BD-80AD-3D77-B53BFD2E5403}"/>
              </a:ext>
            </a:extLst>
          </p:cNvPr>
          <p:cNvPicPr>
            <a:picLocks noChangeAspect="1"/>
          </p:cNvPicPr>
          <p:nvPr/>
        </p:nvPicPr>
        <p:blipFill>
          <a:blip r:embed="rId2"/>
          <a:stretch/>
        </p:blipFill>
        <p:spPr>
          <a:xfrm>
            <a:off x="8176260" y="4410476"/>
            <a:ext cx="795744" cy="606699"/>
          </a:xfrm>
          <a:prstGeom prst="rect">
            <a:avLst/>
          </a:prstGeom>
        </p:spPr>
      </p:pic>
      <p:sp>
        <p:nvSpPr>
          <p:cNvPr id="5" name="Segnaposto testo 7">
            <a:extLst>
              <a:ext uri="{FF2B5EF4-FFF2-40B4-BE49-F238E27FC236}">
                <a16:creationId xmlns:a16="http://schemas.microsoft.com/office/drawing/2014/main" id="{9E91C93A-D2B2-003E-0729-2AB19498378C}"/>
              </a:ext>
            </a:extLst>
          </p:cNvPr>
          <p:cNvSpPr txBox="1">
            <a:spLocks/>
          </p:cNvSpPr>
          <p:nvPr/>
        </p:nvSpPr>
        <p:spPr>
          <a:xfrm>
            <a:off x="491680" y="1563902"/>
            <a:ext cx="4080320" cy="236399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algn="just" fontAlgn="base"/>
            <a:r>
              <a:rPr lang="it-IT" b="1" dirty="0" err="1"/>
              <a:t>Stratified</a:t>
            </a:r>
            <a:r>
              <a:rPr lang="it-IT" b="1" dirty="0"/>
              <a:t> 5-Fold Cross </a:t>
            </a:r>
            <a:r>
              <a:rPr lang="it-IT" b="1" dirty="0" err="1"/>
              <a:t>Validation</a:t>
            </a:r>
            <a:r>
              <a:rPr lang="it-IT" b="1" dirty="0"/>
              <a:t>: </a:t>
            </a:r>
            <a:r>
              <a:rPr lang="it-IT" dirty="0"/>
              <a:t>Addestramento ripetuto su 5 sotto-campioni rimescolati per escludere l'</a:t>
            </a:r>
            <a:r>
              <a:rPr lang="it-IT" dirty="0" err="1"/>
              <a:t>overfitting</a:t>
            </a:r>
            <a:r>
              <a:rPr lang="it-IT" dirty="0"/>
              <a:t> ("</a:t>
            </a:r>
            <a:r>
              <a:rPr lang="it-IT" dirty="0" err="1"/>
              <a:t>sovradattamento</a:t>
            </a:r>
            <a:r>
              <a:rPr lang="it-IT" dirty="0"/>
              <a:t>": si verifica quando il modello memorizza anche il "rumore" e i dettagli irrilevanti).</a:t>
            </a:r>
          </a:p>
          <a:p>
            <a:pPr algn="just" fontAlgn="base"/>
            <a:r>
              <a:rPr lang="it-IT" b="1" dirty="0"/>
              <a:t>AUC (Area Under the Curve): </a:t>
            </a:r>
            <a:r>
              <a:rPr lang="it-IT" dirty="0"/>
              <a:t>0.82. Certifica un eccellente bilanciamento tra Sensibilità e Specificità del modello.</a:t>
            </a:r>
          </a:p>
          <a:p>
            <a:pPr>
              <a:buFont typeface="Arial" panose="020B0604020202020204" pitchFamily="34" charset="0"/>
              <a:buChar char="•"/>
            </a:pPr>
            <a:endParaRPr lang="it-IT" dirty="0"/>
          </a:p>
          <a:p>
            <a:pPr marL="139700" indent="0">
              <a:buNone/>
            </a:pPr>
            <a:endParaRPr lang="it-IT" dirty="0"/>
          </a:p>
          <a:p>
            <a:pPr marL="139700" indent="0">
              <a:buFont typeface="Roboto"/>
              <a:buNone/>
            </a:pPr>
            <a:endParaRPr lang="it-IT" dirty="0"/>
          </a:p>
        </p:txBody>
      </p:sp>
      <p:pic>
        <p:nvPicPr>
          <p:cNvPr id="6" name="Immagine 5">
            <a:extLst>
              <a:ext uri="{FF2B5EF4-FFF2-40B4-BE49-F238E27FC236}">
                <a16:creationId xmlns:a16="http://schemas.microsoft.com/office/drawing/2014/main" id="{71ADA118-48FA-4868-2BCD-E9AC97A21D94}"/>
              </a:ext>
            </a:extLst>
          </p:cNvPr>
          <p:cNvPicPr>
            <a:picLocks noChangeAspect="1"/>
          </p:cNvPicPr>
          <p:nvPr/>
        </p:nvPicPr>
        <p:blipFill>
          <a:blip r:embed="rId3"/>
          <a:srcRect l="5223" t="7919" r="16491"/>
          <a:stretch>
            <a:fillRect/>
          </a:stretch>
        </p:blipFill>
        <p:spPr>
          <a:xfrm>
            <a:off x="5558919" y="1702606"/>
            <a:ext cx="2869581" cy="2116859"/>
          </a:xfrm>
          <a:prstGeom prst="rect">
            <a:avLst/>
          </a:prstGeom>
        </p:spPr>
      </p:pic>
      <p:sp>
        <p:nvSpPr>
          <p:cNvPr id="7" name="CasellaDiTesto 6">
            <a:extLst>
              <a:ext uri="{FF2B5EF4-FFF2-40B4-BE49-F238E27FC236}">
                <a16:creationId xmlns:a16="http://schemas.microsoft.com/office/drawing/2014/main" id="{878D6BEB-8D51-2CD1-A880-951752373A57}"/>
              </a:ext>
            </a:extLst>
          </p:cNvPr>
          <p:cNvSpPr txBox="1"/>
          <p:nvPr/>
        </p:nvSpPr>
        <p:spPr>
          <a:xfrm>
            <a:off x="6462166" y="3819465"/>
            <a:ext cx="1076057" cy="246221"/>
          </a:xfrm>
          <a:prstGeom prst="rect">
            <a:avLst/>
          </a:prstGeom>
          <a:noFill/>
        </p:spPr>
        <p:txBody>
          <a:bodyPr wrap="square" rtlCol="0">
            <a:spAutoFit/>
          </a:bodyPr>
          <a:lstStyle/>
          <a:p>
            <a:r>
              <a:rPr lang="it-IT" sz="1000" b="1" dirty="0">
                <a:solidFill>
                  <a:schemeClr val="tx1"/>
                </a:solidFill>
                <a:latin typeface="Roboto"/>
                <a:ea typeface="Roboto"/>
                <a:cs typeface="Roboto"/>
                <a:sym typeface="Roboto"/>
              </a:rPr>
              <a:t>FALSI POSITIVI</a:t>
            </a:r>
          </a:p>
        </p:txBody>
      </p:sp>
      <p:sp>
        <p:nvSpPr>
          <p:cNvPr id="8" name="CasellaDiTesto 7">
            <a:extLst>
              <a:ext uri="{FF2B5EF4-FFF2-40B4-BE49-F238E27FC236}">
                <a16:creationId xmlns:a16="http://schemas.microsoft.com/office/drawing/2014/main" id="{AEFDBAE0-9A60-D286-7845-0F13468EA6AB}"/>
              </a:ext>
            </a:extLst>
          </p:cNvPr>
          <p:cNvSpPr txBox="1"/>
          <p:nvPr/>
        </p:nvSpPr>
        <p:spPr>
          <a:xfrm rot="16200000">
            <a:off x="4847996" y="2637924"/>
            <a:ext cx="1076057" cy="246221"/>
          </a:xfrm>
          <a:prstGeom prst="rect">
            <a:avLst/>
          </a:prstGeom>
          <a:noFill/>
        </p:spPr>
        <p:txBody>
          <a:bodyPr wrap="square" rtlCol="0">
            <a:spAutoFit/>
          </a:bodyPr>
          <a:lstStyle/>
          <a:p>
            <a:r>
              <a:rPr lang="it-IT" sz="1000" b="1" dirty="0">
                <a:solidFill>
                  <a:schemeClr val="tx1"/>
                </a:solidFill>
                <a:latin typeface="Roboto"/>
                <a:ea typeface="Roboto"/>
                <a:cs typeface="Roboto"/>
                <a:sym typeface="Roboto"/>
              </a:rPr>
              <a:t>VERI POSITIVI</a:t>
            </a:r>
          </a:p>
        </p:txBody>
      </p:sp>
    </p:spTree>
    <p:extLst>
      <p:ext uri="{BB962C8B-B14F-4D97-AF65-F5344CB8AC3E}">
        <p14:creationId xmlns:p14="http://schemas.microsoft.com/office/powerpoint/2010/main" val="118563489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B2EDE4-7A50-C32A-19E7-7B4F721CFFC3}"/>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C8E0CD8D-24C4-A04F-4308-9E978AED10A3}"/>
              </a:ext>
            </a:extLst>
          </p:cNvPr>
          <p:cNvSpPr>
            <a:spLocks noGrp="1"/>
          </p:cNvSpPr>
          <p:nvPr>
            <p:ph type="title"/>
          </p:nvPr>
        </p:nvSpPr>
        <p:spPr/>
        <p:txBody>
          <a:bodyPr/>
          <a:lstStyle/>
          <a:p>
            <a:r>
              <a:rPr lang="it-IT" b="1" dirty="0"/>
              <a:t>Tabella Finale</a:t>
            </a:r>
            <a:endParaRPr lang="it-IT" dirty="0"/>
          </a:p>
        </p:txBody>
      </p:sp>
      <p:pic>
        <p:nvPicPr>
          <p:cNvPr id="3" name="Immagine 2">
            <a:extLst>
              <a:ext uri="{FF2B5EF4-FFF2-40B4-BE49-F238E27FC236}">
                <a16:creationId xmlns:a16="http://schemas.microsoft.com/office/drawing/2014/main" id="{CCD51093-3AFB-8D0B-1606-23D6F8D81217}"/>
              </a:ext>
            </a:extLst>
          </p:cNvPr>
          <p:cNvPicPr>
            <a:picLocks noChangeAspect="1"/>
          </p:cNvPicPr>
          <p:nvPr/>
        </p:nvPicPr>
        <p:blipFill>
          <a:blip r:embed="rId2"/>
          <a:stretch/>
        </p:blipFill>
        <p:spPr>
          <a:xfrm>
            <a:off x="8176260" y="4410476"/>
            <a:ext cx="795744" cy="606699"/>
          </a:xfrm>
          <a:prstGeom prst="rect">
            <a:avLst/>
          </a:prstGeom>
        </p:spPr>
      </p:pic>
      <p:pic>
        <p:nvPicPr>
          <p:cNvPr id="2" name="Immagine 1">
            <a:extLst>
              <a:ext uri="{FF2B5EF4-FFF2-40B4-BE49-F238E27FC236}">
                <a16:creationId xmlns:a16="http://schemas.microsoft.com/office/drawing/2014/main" id="{93FA2BB9-B183-5600-F33E-FFBDFAAD908F}"/>
              </a:ext>
            </a:extLst>
          </p:cNvPr>
          <p:cNvPicPr>
            <a:picLocks noChangeAspect="1"/>
          </p:cNvPicPr>
          <p:nvPr/>
        </p:nvPicPr>
        <p:blipFill>
          <a:blip r:embed="rId3"/>
          <a:stretch>
            <a:fillRect/>
          </a:stretch>
        </p:blipFill>
        <p:spPr>
          <a:xfrm>
            <a:off x="2252182" y="1416103"/>
            <a:ext cx="4639636" cy="3188501"/>
          </a:xfrm>
          <a:prstGeom prst="rect">
            <a:avLst/>
          </a:prstGeom>
          <a:ln w="19050">
            <a:solidFill>
              <a:srgbClr val="4F6F8C"/>
            </a:solidFill>
          </a:ln>
        </p:spPr>
      </p:pic>
    </p:spTree>
    <p:extLst>
      <p:ext uri="{BB962C8B-B14F-4D97-AF65-F5344CB8AC3E}">
        <p14:creationId xmlns:p14="http://schemas.microsoft.com/office/powerpoint/2010/main" val="103761222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402">
          <a:extLst>
            <a:ext uri="{FF2B5EF4-FFF2-40B4-BE49-F238E27FC236}">
              <a16:creationId xmlns:a16="http://schemas.microsoft.com/office/drawing/2014/main" id="{1C489E87-BDAE-E0A5-34F0-EFACAD70D667}"/>
            </a:ext>
          </a:extLst>
        </p:cNvPr>
        <p:cNvGrpSpPr/>
        <p:nvPr/>
      </p:nvGrpSpPr>
      <p:grpSpPr>
        <a:xfrm>
          <a:off x="0" y="0"/>
          <a:ext cx="0" cy="0"/>
          <a:chOff x="0" y="0"/>
          <a:chExt cx="0" cy="0"/>
        </a:xfrm>
      </p:grpSpPr>
      <p:sp>
        <p:nvSpPr>
          <p:cNvPr id="403" name="Google Shape;403;p29">
            <a:extLst>
              <a:ext uri="{FF2B5EF4-FFF2-40B4-BE49-F238E27FC236}">
                <a16:creationId xmlns:a16="http://schemas.microsoft.com/office/drawing/2014/main" id="{A87993BA-BE60-F259-02B1-504E62725C0B}"/>
              </a:ext>
            </a:extLst>
          </p:cNvPr>
          <p:cNvSpPr txBox="1">
            <a:spLocks noGrp="1"/>
          </p:cNvSpPr>
          <p:nvPr>
            <p:ph type="ctrTitle" idx="2"/>
          </p:nvPr>
        </p:nvSpPr>
        <p:spPr>
          <a:xfrm>
            <a:off x="4680575" y="3337248"/>
            <a:ext cx="3743400" cy="738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it-IT" dirty="0"/>
              <a:t>HL7 CDA</a:t>
            </a:r>
            <a:endParaRPr lang="it-IT" sz="3200" noProof="0" dirty="0">
              <a:solidFill>
                <a:srgbClr val="FFFFFF"/>
              </a:solidFill>
            </a:endParaRPr>
          </a:p>
        </p:txBody>
      </p:sp>
      <p:sp>
        <p:nvSpPr>
          <p:cNvPr id="406" name="Google Shape;406;p29">
            <a:extLst>
              <a:ext uri="{FF2B5EF4-FFF2-40B4-BE49-F238E27FC236}">
                <a16:creationId xmlns:a16="http://schemas.microsoft.com/office/drawing/2014/main" id="{484B5A63-62CB-083D-6931-6C2D4BD3A742}"/>
              </a:ext>
            </a:extLst>
          </p:cNvPr>
          <p:cNvSpPr txBox="1">
            <a:spLocks noGrp="1"/>
          </p:cNvSpPr>
          <p:nvPr>
            <p:ph type="title"/>
          </p:nvPr>
        </p:nvSpPr>
        <p:spPr>
          <a:xfrm>
            <a:off x="4884578" y="2643273"/>
            <a:ext cx="614700" cy="45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sz="1600" noProof="0" dirty="0">
                <a:solidFill>
                  <a:srgbClr val="A8BBBF"/>
                </a:solidFill>
                <a:latin typeface="Roboto Slab Black"/>
                <a:ea typeface="Roboto Slab Black"/>
                <a:cs typeface="Roboto Slab Black"/>
                <a:sym typeface="Roboto Slab Black"/>
              </a:rPr>
              <a:t>01</a:t>
            </a:r>
          </a:p>
        </p:txBody>
      </p:sp>
      <p:pic>
        <p:nvPicPr>
          <p:cNvPr id="2" name="Immagine 1">
            <a:extLst>
              <a:ext uri="{FF2B5EF4-FFF2-40B4-BE49-F238E27FC236}">
                <a16:creationId xmlns:a16="http://schemas.microsoft.com/office/drawing/2014/main" id="{3A012130-7E8D-4069-949C-5A2C9F3EE706}"/>
              </a:ext>
            </a:extLst>
          </p:cNvPr>
          <p:cNvPicPr>
            <a:picLocks noChangeAspect="1"/>
          </p:cNvPicPr>
          <p:nvPr/>
        </p:nvPicPr>
        <p:blipFill>
          <a:blip r:embed="rId3"/>
          <a:stretch/>
        </p:blipFill>
        <p:spPr>
          <a:xfrm>
            <a:off x="8176260" y="4410476"/>
            <a:ext cx="795744" cy="606699"/>
          </a:xfrm>
          <a:prstGeom prst="rect">
            <a:avLst/>
          </a:prstGeom>
        </p:spPr>
      </p:pic>
      <p:pic>
        <p:nvPicPr>
          <p:cNvPr id="5" name="Immagine 4">
            <a:extLst>
              <a:ext uri="{FF2B5EF4-FFF2-40B4-BE49-F238E27FC236}">
                <a16:creationId xmlns:a16="http://schemas.microsoft.com/office/drawing/2014/main" id="{D9D7400E-70C0-2D1F-80F0-69B0D8966CB1}"/>
              </a:ext>
            </a:extLst>
          </p:cNvPr>
          <p:cNvPicPr>
            <a:picLocks noChangeAspect="1"/>
          </p:cNvPicPr>
          <p:nvPr/>
        </p:nvPicPr>
        <p:blipFill>
          <a:blip r:embed="rId4"/>
          <a:stretch/>
        </p:blipFill>
        <p:spPr>
          <a:xfrm>
            <a:off x="1019979" y="1578719"/>
            <a:ext cx="2945767" cy="1986061"/>
          </a:xfrm>
          <a:prstGeom prst="rect">
            <a:avLst/>
          </a:prstGeom>
        </p:spPr>
      </p:pic>
      <p:sp>
        <p:nvSpPr>
          <p:cNvPr id="6" name="Google Shape;403;p29">
            <a:extLst>
              <a:ext uri="{FF2B5EF4-FFF2-40B4-BE49-F238E27FC236}">
                <a16:creationId xmlns:a16="http://schemas.microsoft.com/office/drawing/2014/main" id="{A3E67BE0-C4FD-AFFC-8611-97D28F9EF6A6}"/>
              </a:ext>
            </a:extLst>
          </p:cNvPr>
          <p:cNvSpPr txBox="1">
            <a:spLocks/>
          </p:cNvSpPr>
          <p:nvPr/>
        </p:nvSpPr>
        <p:spPr>
          <a:xfrm>
            <a:off x="4680575" y="3940923"/>
            <a:ext cx="3743400" cy="7380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FFFFFF"/>
              </a:buClr>
              <a:buSzPts val="3200"/>
              <a:buFont typeface="Roboto Slab"/>
              <a:buNone/>
              <a:defRPr sz="3200" b="0" i="0" u="none" strike="noStrike" cap="none">
                <a:solidFill>
                  <a:srgbClr val="FFFFFF"/>
                </a:solidFill>
                <a:latin typeface="Roboto Slab"/>
                <a:ea typeface="Roboto Slab"/>
                <a:cs typeface="Roboto Slab"/>
                <a:sym typeface="Roboto Slab"/>
              </a:defRPr>
            </a:lvl1pPr>
            <a:lvl2pPr marR="0" lvl="1" algn="l" rtl="0">
              <a:lnSpc>
                <a:spcPct val="100000"/>
              </a:lnSpc>
              <a:spcBef>
                <a:spcPts val="0"/>
              </a:spcBef>
              <a:spcAft>
                <a:spcPts val="0"/>
              </a:spcAft>
              <a:buClr>
                <a:srgbClr val="FFFFFF"/>
              </a:buClr>
              <a:buSzPts val="3200"/>
              <a:buFont typeface="Old Standard TT"/>
              <a:buNone/>
              <a:defRPr sz="3200" b="0" i="1" u="none" strike="noStrike" cap="none">
                <a:solidFill>
                  <a:srgbClr val="FFFFFF"/>
                </a:solidFill>
                <a:latin typeface="Old Standard TT"/>
                <a:ea typeface="Old Standard TT"/>
                <a:cs typeface="Old Standard TT"/>
                <a:sym typeface="Old Standard TT"/>
              </a:defRPr>
            </a:lvl2pPr>
            <a:lvl3pPr marR="0" lvl="2" algn="l" rtl="0">
              <a:lnSpc>
                <a:spcPct val="100000"/>
              </a:lnSpc>
              <a:spcBef>
                <a:spcPts val="0"/>
              </a:spcBef>
              <a:spcAft>
                <a:spcPts val="0"/>
              </a:spcAft>
              <a:buClr>
                <a:srgbClr val="FFFFFF"/>
              </a:buClr>
              <a:buSzPts val="3200"/>
              <a:buFont typeface="Old Standard TT"/>
              <a:buNone/>
              <a:defRPr sz="3200" b="0" i="1" u="none" strike="noStrike" cap="none">
                <a:solidFill>
                  <a:srgbClr val="FFFFFF"/>
                </a:solidFill>
                <a:latin typeface="Old Standard TT"/>
                <a:ea typeface="Old Standard TT"/>
                <a:cs typeface="Old Standard TT"/>
                <a:sym typeface="Old Standard TT"/>
              </a:defRPr>
            </a:lvl3pPr>
            <a:lvl4pPr marR="0" lvl="3" algn="l" rtl="0">
              <a:lnSpc>
                <a:spcPct val="100000"/>
              </a:lnSpc>
              <a:spcBef>
                <a:spcPts val="0"/>
              </a:spcBef>
              <a:spcAft>
                <a:spcPts val="0"/>
              </a:spcAft>
              <a:buClr>
                <a:srgbClr val="FFFFFF"/>
              </a:buClr>
              <a:buSzPts val="3200"/>
              <a:buFont typeface="Old Standard TT"/>
              <a:buNone/>
              <a:defRPr sz="3200" b="0" i="1" u="none" strike="noStrike" cap="none">
                <a:solidFill>
                  <a:srgbClr val="FFFFFF"/>
                </a:solidFill>
                <a:latin typeface="Old Standard TT"/>
                <a:ea typeface="Old Standard TT"/>
                <a:cs typeface="Old Standard TT"/>
                <a:sym typeface="Old Standard TT"/>
              </a:defRPr>
            </a:lvl4pPr>
            <a:lvl5pPr marR="0" lvl="4" algn="l" rtl="0">
              <a:lnSpc>
                <a:spcPct val="100000"/>
              </a:lnSpc>
              <a:spcBef>
                <a:spcPts val="0"/>
              </a:spcBef>
              <a:spcAft>
                <a:spcPts val="0"/>
              </a:spcAft>
              <a:buClr>
                <a:srgbClr val="FFFFFF"/>
              </a:buClr>
              <a:buSzPts val="3200"/>
              <a:buFont typeface="Old Standard TT"/>
              <a:buNone/>
              <a:defRPr sz="3200" b="0" i="1" u="none" strike="noStrike" cap="none">
                <a:solidFill>
                  <a:srgbClr val="FFFFFF"/>
                </a:solidFill>
                <a:latin typeface="Old Standard TT"/>
                <a:ea typeface="Old Standard TT"/>
                <a:cs typeface="Old Standard TT"/>
                <a:sym typeface="Old Standard TT"/>
              </a:defRPr>
            </a:lvl5pPr>
            <a:lvl6pPr marR="0" lvl="5" algn="l" rtl="0">
              <a:lnSpc>
                <a:spcPct val="100000"/>
              </a:lnSpc>
              <a:spcBef>
                <a:spcPts val="0"/>
              </a:spcBef>
              <a:spcAft>
                <a:spcPts val="0"/>
              </a:spcAft>
              <a:buClr>
                <a:srgbClr val="FFFFFF"/>
              </a:buClr>
              <a:buSzPts val="3200"/>
              <a:buFont typeface="Old Standard TT"/>
              <a:buNone/>
              <a:defRPr sz="3200" b="0" i="1" u="none" strike="noStrike" cap="none">
                <a:solidFill>
                  <a:srgbClr val="FFFFFF"/>
                </a:solidFill>
                <a:latin typeface="Old Standard TT"/>
                <a:ea typeface="Old Standard TT"/>
                <a:cs typeface="Old Standard TT"/>
                <a:sym typeface="Old Standard TT"/>
              </a:defRPr>
            </a:lvl6pPr>
            <a:lvl7pPr marR="0" lvl="6" algn="l" rtl="0">
              <a:lnSpc>
                <a:spcPct val="100000"/>
              </a:lnSpc>
              <a:spcBef>
                <a:spcPts val="0"/>
              </a:spcBef>
              <a:spcAft>
                <a:spcPts val="0"/>
              </a:spcAft>
              <a:buClr>
                <a:srgbClr val="FFFFFF"/>
              </a:buClr>
              <a:buSzPts val="3200"/>
              <a:buFont typeface="Old Standard TT"/>
              <a:buNone/>
              <a:defRPr sz="3200" b="0" i="1" u="none" strike="noStrike" cap="none">
                <a:solidFill>
                  <a:srgbClr val="FFFFFF"/>
                </a:solidFill>
                <a:latin typeface="Old Standard TT"/>
                <a:ea typeface="Old Standard TT"/>
                <a:cs typeface="Old Standard TT"/>
                <a:sym typeface="Old Standard TT"/>
              </a:defRPr>
            </a:lvl7pPr>
            <a:lvl8pPr marR="0" lvl="7" algn="l" rtl="0">
              <a:lnSpc>
                <a:spcPct val="100000"/>
              </a:lnSpc>
              <a:spcBef>
                <a:spcPts val="0"/>
              </a:spcBef>
              <a:spcAft>
                <a:spcPts val="0"/>
              </a:spcAft>
              <a:buClr>
                <a:srgbClr val="FFFFFF"/>
              </a:buClr>
              <a:buSzPts val="3200"/>
              <a:buFont typeface="Old Standard TT"/>
              <a:buNone/>
              <a:defRPr sz="3200" b="0" i="1" u="none" strike="noStrike" cap="none">
                <a:solidFill>
                  <a:srgbClr val="FFFFFF"/>
                </a:solidFill>
                <a:latin typeface="Old Standard TT"/>
                <a:ea typeface="Old Standard TT"/>
                <a:cs typeface="Old Standard TT"/>
                <a:sym typeface="Old Standard TT"/>
              </a:defRPr>
            </a:lvl8pPr>
            <a:lvl9pPr marR="0" lvl="8" algn="l" rtl="0">
              <a:lnSpc>
                <a:spcPct val="100000"/>
              </a:lnSpc>
              <a:spcBef>
                <a:spcPts val="0"/>
              </a:spcBef>
              <a:spcAft>
                <a:spcPts val="0"/>
              </a:spcAft>
              <a:buClr>
                <a:srgbClr val="FFFFFF"/>
              </a:buClr>
              <a:buSzPts val="3200"/>
              <a:buFont typeface="Old Standard TT"/>
              <a:buNone/>
              <a:defRPr sz="3200" b="0" i="1" u="none" strike="noStrike" cap="none">
                <a:solidFill>
                  <a:srgbClr val="FFFFFF"/>
                </a:solidFill>
                <a:latin typeface="Old Standard TT"/>
                <a:ea typeface="Old Standard TT"/>
                <a:cs typeface="Old Standard TT"/>
                <a:sym typeface="Old Standard TT"/>
              </a:defRPr>
            </a:lvl9pPr>
          </a:lstStyle>
          <a:p>
            <a:pPr algn="just"/>
            <a:r>
              <a:rPr lang="it-IT" sz="1200" dirty="0"/>
              <a:t>Strutturazione di un documento in standard HL7 CDA R2” e implementazione di PSS e Televisita</a:t>
            </a:r>
          </a:p>
        </p:txBody>
      </p:sp>
    </p:spTree>
    <p:extLst>
      <p:ext uri="{BB962C8B-B14F-4D97-AF65-F5344CB8AC3E}">
        <p14:creationId xmlns:p14="http://schemas.microsoft.com/office/powerpoint/2010/main" val="109756986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E47B1E-B8F2-EC83-4358-43B90C70A0E8}"/>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C42E9E80-95CC-D6AE-F1BC-7EB4F7915942}"/>
              </a:ext>
            </a:extLst>
          </p:cNvPr>
          <p:cNvSpPr>
            <a:spLocks noGrp="1"/>
          </p:cNvSpPr>
          <p:nvPr>
            <p:ph type="title"/>
          </p:nvPr>
        </p:nvSpPr>
        <p:spPr>
          <a:xfrm>
            <a:off x="630100" y="531276"/>
            <a:ext cx="7708500" cy="572700"/>
          </a:xfrm>
        </p:spPr>
        <p:txBody>
          <a:bodyPr/>
          <a:lstStyle/>
          <a:p>
            <a:r>
              <a:rPr lang="it-IT" b="1" dirty="0"/>
              <a:t>Interoperabilità Semantica</a:t>
            </a:r>
          </a:p>
        </p:txBody>
      </p:sp>
      <p:pic>
        <p:nvPicPr>
          <p:cNvPr id="3" name="Immagine 2">
            <a:extLst>
              <a:ext uri="{FF2B5EF4-FFF2-40B4-BE49-F238E27FC236}">
                <a16:creationId xmlns:a16="http://schemas.microsoft.com/office/drawing/2014/main" id="{3D4359A6-A3F1-491F-E5EF-ED067E2BFCA3}"/>
              </a:ext>
            </a:extLst>
          </p:cNvPr>
          <p:cNvPicPr>
            <a:picLocks noChangeAspect="1"/>
          </p:cNvPicPr>
          <p:nvPr/>
        </p:nvPicPr>
        <p:blipFill>
          <a:blip r:embed="rId2"/>
          <a:stretch/>
        </p:blipFill>
        <p:spPr>
          <a:xfrm>
            <a:off x="8176260" y="4410476"/>
            <a:ext cx="795744" cy="606699"/>
          </a:xfrm>
          <a:prstGeom prst="rect">
            <a:avLst/>
          </a:prstGeom>
        </p:spPr>
      </p:pic>
      <p:sp>
        <p:nvSpPr>
          <p:cNvPr id="6" name="Segnaposto testo 5">
            <a:extLst>
              <a:ext uri="{FF2B5EF4-FFF2-40B4-BE49-F238E27FC236}">
                <a16:creationId xmlns:a16="http://schemas.microsoft.com/office/drawing/2014/main" id="{05F02DF2-4592-F78D-E3C1-2BA8626BFB29}"/>
              </a:ext>
            </a:extLst>
          </p:cNvPr>
          <p:cNvSpPr>
            <a:spLocks noGrp="1"/>
          </p:cNvSpPr>
          <p:nvPr>
            <p:ph type="body" idx="1"/>
          </p:nvPr>
        </p:nvSpPr>
        <p:spPr>
          <a:xfrm>
            <a:off x="1184545" y="1447245"/>
            <a:ext cx="6460250" cy="917805"/>
          </a:xfrm>
        </p:spPr>
        <p:txBody>
          <a:bodyPr/>
          <a:lstStyle/>
          <a:p>
            <a:pPr marL="139700" indent="0" algn="just">
              <a:buNone/>
            </a:pPr>
            <a:r>
              <a:rPr lang="it-IT" b="1" dirty="0"/>
              <a:t>Dati strutturati a monte: </a:t>
            </a:r>
            <a:r>
              <a:rPr lang="it-IT" dirty="0"/>
              <a:t>condizione necessaria per il corretto funzionamento di qualsiasi sistema informatico sanitario. </a:t>
            </a:r>
          </a:p>
        </p:txBody>
      </p:sp>
      <p:sp>
        <p:nvSpPr>
          <p:cNvPr id="2" name="Segnaposto testo 5">
            <a:extLst>
              <a:ext uri="{FF2B5EF4-FFF2-40B4-BE49-F238E27FC236}">
                <a16:creationId xmlns:a16="http://schemas.microsoft.com/office/drawing/2014/main" id="{050CDF18-F8D6-B076-8743-BA3266BDBDBA}"/>
              </a:ext>
            </a:extLst>
          </p:cNvPr>
          <p:cNvSpPr txBox="1">
            <a:spLocks/>
          </p:cNvSpPr>
          <p:nvPr/>
        </p:nvSpPr>
        <p:spPr>
          <a:xfrm>
            <a:off x="1184545" y="2365050"/>
            <a:ext cx="6403160" cy="91780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a:buNone/>
            </a:pPr>
            <a:r>
              <a:rPr lang="it-IT" b="1" dirty="0"/>
              <a:t>Invariabilità del significato:</a:t>
            </a:r>
            <a:r>
              <a:rPr lang="it-IT" dirty="0"/>
              <a:t> sistemi informatici diversi devono attribuire lo stesso, identico significato clinico a ogni singolo dato</a:t>
            </a:r>
          </a:p>
        </p:txBody>
      </p:sp>
      <p:sp>
        <p:nvSpPr>
          <p:cNvPr id="7" name="CasellaDiTesto 6">
            <a:extLst>
              <a:ext uri="{FF2B5EF4-FFF2-40B4-BE49-F238E27FC236}">
                <a16:creationId xmlns:a16="http://schemas.microsoft.com/office/drawing/2014/main" id="{8377847D-4A8C-A1BF-FDD8-EE158326C1F2}"/>
              </a:ext>
            </a:extLst>
          </p:cNvPr>
          <p:cNvSpPr txBox="1"/>
          <p:nvPr/>
        </p:nvSpPr>
        <p:spPr>
          <a:xfrm>
            <a:off x="1358049" y="3282855"/>
            <a:ext cx="6229656" cy="523220"/>
          </a:xfrm>
          <a:prstGeom prst="rect">
            <a:avLst/>
          </a:prstGeom>
          <a:noFill/>
        </p:spPr>
        <p:txBody>
          <a:bodyPr wrap="square">
            <a:spAutoFit/>
          </a:bodyPr>
          <a:lstStyle/>
          <a:p>
            <a:pPr algn="just"/>
            <a:r>
              <a:rPr lang="it-IT" b="1" dirty="0">
                <a:solidFill>
                  <a:schemeClr val="accent1"/>
                </a:solidFill>
                <a:latin typeface="Roboto"/>
                <a:ea typeface="Roboto"/>
                <a:cs typeface="Roboto"/>
                <a:sym typeface="Roboto"/>
              </a:rPr>
              <a:t>Mancanza di standardizzazione: </a:t>
            </a:r>
            <a:r>
              <a:rPr lang="it-IT" dirty="0">
                <a:solidFill>
                  <a:schemeClr val="accent1"/>
                </a:solidFill>
                <a:latin typeface="Roboto"/>
                <a:ea typeface="Roboto"/>
                <a:cs typeface="Roboto"/>
                <a:sym typeface="Roboto"/>
              </a:rPr>
              <a:t>rischio di elaborazione errata delle informazioni e compromissione dei risultati clinici. </a:t>
            </a:r>
          </a:p>
        </p:txBody>
      </p:sp>
      <p:grpSp>
        <p:nvGrpSpPr>
          <p:cNvPr id="8" name="Google Shape;11173;p63">
            <a:extLst>
              <a:ext uri="{FF2B5EF4-FFF2-40B4-BE49-F238E27FC236}">
                <a16:creationId xmlns:a16="http://schemas.microsoft.com/office/drawing/2014/main" id="{BB8D8D13-29AE-CA16-3262-2CF5F80C7BF9}"/>
              </a:ext>
            </a:extLst>
          </p:cNvPr>
          <p:cNvGrpSpPr/>
          <p:nvPr/>
        </p:nvGrpSpPr>
        <p:grpSpPr>
          <a:xfrm>
            <a:off x="800488" y="3379119"/>
            <a:ext cx="388728" cy="330692"/>
            <a:chOff x="3569125" y="3702947"/>
            <a:chExt cx="388728" cy="330692"/>
          </a:xfrm>
        </p:grpSpPr>
        <p:sp>
          <p:nvSpPr>
            <p:cNvPr id="9" name="Google Shape;11174;p63">
              <a:extLst>
                <a:ext uri="{FF2B5EF4-FFF2-40B4-BE49-F238E27FC236}">
                  <a16:creationId xmlns:a16="http://schemas.microsoft.com/office/drawing/2014/main" id="{62032EF9-ECB6-7147-744E-7EEFC884AC5C}"/>
                </a:ext>
              </a:extLst>
            </p:cNvPr>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 name="Google Shape;11175;p63">
              <a:extLst>
                <a:ext uri="{FF2B5EF4-FFF2-40B4-BE49-F238E27FC236}">
                  <a16:creationId xmlns:a16="http://schemas.microsoft.com/office/drawing/2014/main" id="{9AE0AC01-1FE0-193E-A56A-72937585F77F}"/>
                </a:ext>
              </a:extLst>
            </p:cNvPr>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 name="Google Shape;11176;p63">
              <a:extLst>
                <a:ext uri="{FF2B5EF4-FFF2-40B4-BE49-F238E27FC236}">
                  <a16:creationId xmlns:a16="http://schemas.microsoft.com/office/drawing/2014/main" id="{BC988CA6-1634-CB72-1B2A-8FA47D877540}"/>
                </a:ext>
              </a:extLst>
            </p:cNvPr>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 name="Google Shape;11177;p63">
              <a:extLst>
                <a:ext uri="{FF2B5EF4-FFF2-40B4-BE49-F238E27FC236}">
                  <a16:creationId xmlns:a16="http://schemas.microsoft.com/office/drawing/2014/main" id="{F4771814-8B79-55BE-31D3-0343F88A5CD8}"/>
                </a:ext>
              </a:extLst>
            </p:cNvPr>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 name="Google Shape;11178;p63">
            <a:extLst>
              <a:ext uri="{FF2B5EF4-FFF2-40B4-BE49-F238E27FC236}">
                <a16:creationId xmlns:a16="http://schemas.microsoft.com/office/drawing/2014/main" id="{65D031C4-C912-077F-ACA8-A47DBC154C45}"/>
              </a:ext>
            </a:extLst>
          </p:cNvPr>
          <p:cNvGrpSpPr/>
          <p:nvPr/>
        </p:nvGrpSpPr>
        <p:grpSpPr>
          <a:xfrm>
            <a:off x="768856" y="2500459"/>
            <a:ext cx="387992" cy="371625"/>
            <a:chOff x="4111994" y="3682455"/>
            <a:chExt cx="387992" cy="371625"/>
          </a:xfrm>
        </p:grpSpPr>
        <p:sp>
          <p:nvSpPr>
            <p:cNvPr id="19" name="Google Shape;11179;p63">
              <a:extLst>
                <a:ext uri="{FF2B5EF4-FFF2-40B4-BE49-F238E27FC236}">
                  <a16:creationId xmlns:a16="http://schemas.microsoft.com/office/drawing/2014/main" id="{092E7410-1CE8-2815-8670-76B849A9BC63}"/>
                </a:ext>
              </a:extLst>
            </p:cNvPr>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 name="Google Shape;11180;p63">
              <a:extLst>
                <a:ext uri="{FF2B5EF4-FFF2-40B4-BE49-F238E27FC236}">
                  <a16:creationId xmlns:a16="http://schemas.microsoft.com/office/drawing/2014/main" id="{ABCE5912-E5CC-A59B-CA6A-1ABC6B36ED38}"/>
                </a:ext>
              </a:extLst>
            </p:cNvPr>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 name="Google Shape;14258;p65">
            <a:extLst>
              <a:ext uri="{FF2B5EF4-FFF2-40B4-BE49-F238E27FC236}">
                <a16:creationId xmlns:a16="http://schemas.microsoft.com/office/drawing/2014/main" id="{FAD751FE-F458-153B-4BB6-26F8D89F3B41}"/>
              </a:ext>
            </a:extLst>
          </p:cNvPr>
          <p:cNvGrpSpPr/>
          <p:nvPr/>
        </p:nvGrpSpPr>
        <p:grpSpPr>
          <a:xfrm>
            <a:off x="768856" y="1598251"/>
            <a:ext cx="394583" cy="331007"/>
            <a:chOff x="7054924" y="3367728"/>
            <a:chExt cx="394583" cy="331007"/>
          </a:xfrm>
        </p:grpSpPr>
        <p:sp>
          <p:nvSpPr>
            <p:cNvPr id="22" name="Google Shape;14259;p65">
              <a:extLst>
                <a:ext uri="{FF2B5EF4-FFF2-40B4-BE49-F238E27FC236}">
                  <a16:creationId xmlns:a16="http://schemas.microsoft.com/office/drawing/2014/main" id="{C7F5900E-59B3-D2AF-EA04-CFCDC88A334F}"/>
                </a:ext>
              </a:extLst>
            </p:cNvPr>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3" name="Google Shape;14260;p65">
              <a:extLst>
                <a:ext uri="{FF2B5EF4-FFF2-40B4-BE49-F238E27FC236}">
                  <a16:creationId xmlns:a16="http://schemas.microsoft.com/office/drawing/2014/main" id="{DA927507-F0C9-C7EC-8D7F-103C9550B9F6}"/>
                </a:ext>
              </a:extLst>
            </p:cNvPr>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4" name="Google Shape;14261;p65">
              <a:extLst>
                <a:ext uri="{FF2B5EF4-FFF2-40B4-BE49-F238E27FC236}">
                  <a16:creationId xmlns:a16="http://schemas.microsoft.com/office/drawing/2014/main" id="{BE8C7C53-780E-0881-5910-BF1510E22892}"/>
                </a:ext>
              </a:extLst>
            </p:cNvPr>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5" name="Google Shape;14262;p65">
              <a:extLst>
                <a:ext uri="{FF2B5EF4-FFF2-40B4-BE49-F238E27FC236}">
                  <a16:creationId xmlns:a16="http://schemas.microsoft.com/office/drawing/2014/main" id="{C210B497-93D1-C932-5493-4DBBC01140FF}"/>
                </a:ext>
              </a:extLst>
            </p:cNvPr>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6" name="Google Shape;14263;p65">
              <a:extLst>
                <a:ext uri="{FF2B5EF4-FFF2-40B4-BE49-F238E27FC236}">
                  <a16:creationId xmlns:a16="http://schemas.microsoft.com/office/drawing/2014/main" id="{46B87256-5AB6-9396-1E5E-FE7AB2B0BBA8}"/>
                </a:ext>
              </a:extLst>
            </p:cNvPr>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7" name="Google Shape;14264;p65">
              <a:extLst>
                <a:ext uri="{FF2B5EF4-FFF2-40B4-BE49-F238E27FC236}">
                  <a16:creationId xmlns:a16="http://schemas.microsoft.com/office/drawing/2014/main" id="{5EC134C7-A632-764E-230D-0BAF7DCAB01F}"/>
                </a:ext>
              </a:extLst>
            </p:cNvPr>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8" name="Google Shape;14265;p65">
              <a:extLst>
                <a:ext uri="{FF2B5EF4-FFF2-40B4-BE49-F238E27FC236}">
                  <a16:creationId xmlns:a16="http://schemas.microsoft.com/office/drawing/2014/main" id="{C2886A34-5795-CB2D-1B68-1FF6808EED95}"/>
                </a:ext>
              </a:extLst>
            </p:cNvPr>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9" name="Google Shape;14266;p65">
              <a:extLst>
                <a:ext uri="{FF2B5EF4-FFF2-40B4-BE49-F238E27FC236}">
                  <a16:creationId xmlns:a16="http://schemas.microsoft.com/office/drawing/2014/main" id="{0C4157D3-49BE-EE12-14E0-F484FE204648}"/>
                </a:ext>
              </a:extLst>
            </p:cNvPr>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0" name="Google Shape;14267;p65">
              <a:extLst>
                <a:ext uri="{FF2B5EF4-FFF2-40B4-BE49-F238E27FC236}">
                  <a16:creationId xmlns:a16="http://schemas.microsoft.com/office/drawing/2014/main" id="{C50C8BAB-4992-D65A-532F-39B51B4D61D7}"/>
                </a:ext>
              </a:extLst>
            </p:cNvPr>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1" name="Google Shape;14268;p65">
              <a:extLst>
                <a:ext uri="{FF2B5EF4-FFF2-40B4-BE49-F238E27FC236}">
                  <a16:creationId xmlns:a16="http://schemas.microsoft.com/office/drawing/2014/main" id="{9971549E-6674-0EBF-5558-541CF1DEF8D6}"/>
                </a:ext>
              </a:extLst>
            </p:cNvPr>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2" name="Google Shape;14269;p65">
              <a:extLst>
                <a:ext uri="{FF2B5EF4-FFF2-40B4-BE49-F238E27FC236}">
                  <a16:creationId xmlns:a16="http://schemas.microsoft.com/office/drawing/2014/main" id="{EFFCB48E-3E63-40CA-D5DF-2E95CE8FD4C6}"/>
                </a:ext>
              </a:extLst>
            </p:cNvPr>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3" name="Google Shape;14270;p65">
              <a:extLst>
                <a:ext uri="{FF2B5EF4-FFF2-40B4-BE49-F238E27FC236}">
                  <a16:creationId xmlns:a16="http://schemas.microsoft.com/office/drawing/2014/main" id="{F61DAAB1-2079-8C57-EC28-45E8C5B18F01}"/>
                </a:ext>
              </a:extLst>
            </p:cNvPr>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4" name="Google Shape;14271;p65">
              <a:extLst>
                <a:ext uri="{FF2B5EF4-FFF2-40B4-BE49-F238E27FC236}">
                  <a16:creationId xmlns:a16="http://schemas.microsoft.com/office/drawing/2014/main" id="{64971CA7-3DA3-C563-758A-9548322D566E}"/>
                </a:ext>
              </a:extLst>
            </p:cNvPr>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5" name="Google Shape;14272;p65">
              <a:extLst>
                <a:ext uri="{FF2B5EF4-FFF2-40B4-BE49-F238E27FC236}">
                  <a16:creationId xmlns:a16="http://schemas.microsoft.com/office/drawing/2014/main" id="{B3E648D4-869E-0E0A-17A4-FC15CD7D8B65}"/>
                </a:ext>
              </a:extLst>
            </p:cNvPr>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36" name="Google Shape;14273;p65">
              <a:extLst>
                <a:ext uri="{FF2B5EF4-FFF2-40B4-BE49-F238E27FC236}">
                  <a16:creationId xmlns:a16="http://schemas.microsoft.com/office/drawing/2014/main" id="{B49273FB-0BAC-8F57-82C7-EDA9CB0A7EE5}"/>
                </a:ext>
              </a:extLst>
            </p:cNvPr>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extLst>
      <p:ext uri="{BB962C8B-B14F-4D97-AF65-F5344CB8AC3E}">
        <p14:creationId xmlns:p14="http://schemas.microsoft.com/office/powerpoint/2010/main" val="120278844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8F0064-2DE4-23EE-7DF0-192413B19DA0}"/>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DF43A8B7-8F7F-364B-11AF-38B140BC5A0B}"/>
              </a:ext>
            </a:extLst>
          </p:cNvPr>
          <p:cNvSpPr>
            <a:spLocks noGrp="1"/>
          </p:cNvSpPr>
          <p:nvPr>
            <p:ph type="title"/>
          </p:nvPr>
        </p:nvSpPr>
        <p:spPr>
          <a:xfrm>
            <a:off x="630100" y="531276"/>
            <a:ext cx="7708500" cy="572700"/>
          </a:xfrm>
        </p:spPr>
        <p:txBody>
          <a:bodyPr/>
          <a:lstStyle/>
          <a:p>
            <a:r>
              <a:rPr lang="it-IT" b="1" dirty="0"/>
              <a:t>Profilo Sintetico Sanitario</a:t>
            </a:r>
          </a:p>
        </p:txBody>
      </p:sp>
      <p:pic>
        <p:nvPicPr>
          <p:cNvPr id="3" name="Immagine 2">
            <a:extLst>
              <a:ext uri="{FF2B5EF4-FFF2-40B4-BE49-F238E27FC236}">
                <a16:creationId xmlns:a16="http://schemas.microsoft.com/office/drawing/2014/main" id="{AE51C216-AE7C-0A23-5AF8-E5D4F72BA103}"/>
              </a:ext>
            </a:extLst>
          </p:cNvPr>
          <p:cNvPicPr>
            <a:picLocks noChangeAspect="1"/>
          </p:cNvPicPr>
          <p:nvPr/>
        </p:nvPicPr>
        <p:blipFill>
          <a:blip r:embed="rId2"/>
          <a:stretch/>
        </p:blipFill>
        <p:spPr>
          <a:xfrm>
            <a:off x="8176260" y="4410476"/>
            <a:ext cx="795744" cy="606699"/>
          </a:xfrm>
          <a:prstGeom prst="rect">
            <a:avLst/>
          </a:prstGeom>
        </p:spPr>
      </p:pic>
      <p:sp>
        <p:nvSpPr>
          <p:cNvPr id="13" name="Segnaposto testo 12">
            <a:extLst>
              <a:ext uri="{FF2B5EF4-FFF2-40B4-BE49-F238E27FC236}">
                <a16:creationId xmlns:a16="http://schemas.microsoft.com/office/drawing/2014/main" id="{2405BF78-F09A-1E59-2CA7-C6E90C5BC676}"/>
              </a:ext>
            </a:extLst>
          </p:cNvPr>
          <p:cNvSpPr>
            <a:spLocks noGrp="1"/>
          </p:cNvSpPr>
          <p:nvPr>
            <p:ph type="body" idx="1"/>
          </p:nvPr>
        </p:nvSpPr>
        <p:spPr>
          <a:xfrm>
            <a:off x="515800" y="1175263"/>
            <a:ext cx="5545850" cy="430125"/>
          </a:xfrm>
        </p:spPr>
        <p:txBody>
          <a:bodyPr/>
          <a:lstStyle/>
          <a:p>
            <a:pPr marL="139700" indent="0" algn="just">
              <a:buNone/>
            </a:pPr>
            <a:r>
              <a:rPr lang="it-IT" dirty="0"/>
              <a:t>Il nucleo centrale del Fascicolo Sanitario Elettronico (FSE)</a:t>
            </a:r>
          </a:p>
        </p:txBody>
      </p:sp>
      <p:sp>
        <p:nvSpPr>
          <p:cNvPr id="14" name="Segnaposto testo 12">
            <a:extLst>
              <a:ext uri="{FF2B5EF4-FFF2-40B4-BE49-F238E27FC236}">
                <a16:creationId xmlns:a16="http://schemas.microsoft.com/office/drawing/2014/main" id="{10B9F293-55CA-90F5-96F7-7B7A88E39EE8}"/>
              </a:ext>
            </a:extLst>
          </p:cNvPr>
          <p:cNvSpPr txBox="1">
            <a:spLocks/>
          </p:cNvSpPr>
          <p:nvPr/>
        </p:nvSpPr>
        <p:spPr>
          <a:xfrm>
            <a:off x="515800" y="1605388"/>
            <a:ext cx="8171000" cy="257037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a:buNone/>
            </a:pPr>
            <a:r>
              <a:rPr lang="it-IT" b="1" dirty="0"/>
              <a:t>Obbiettivo: </a:t>
            </a:r>
            <a:r>
              <a:rPr lang="it-IT" dirty="0"/>
              <a:t>Garantire la continuità assistenziale tramite un quadro sintetico, snello e standardizzato dello stato del paziente.</a:t>
            </a:r>
          </a:p>
          <a:p>
            <a:pPr marL="139700" indent="0" algn="just">
              <a:buNone/>
            </a:pPr>
            <a:endParaRPr lang="it-IT" dirty="0"/>
          </a:p>
          <a:p>
            <a:pPr marL="139700" indent="0" algn="just">
              <a:buNone/>
            </a:pPr>
            <a:r>
              <a:rPr lang="it-IT" b="1" dirty="0"/>
              <a:t>Competenza: </a:t>
            </a:r>
            <a:r>
              <a:rPr lang="it-IT" dirty="0"/>
              <a:t>Redatto, firmato e aggiornato dal MMG e contiene informazioni essenziali ‘salvavita’: Allergie e reazioni avverse.</a:t>
            </a:r>
          </a:p>
          <a:p>
            <a:pPr algn="just">
              <a:buFont typeface="Arial" panose="020B0604020202020204" pitchFamily="34" charset="0"/>
              <a:buChar char="•"/>
            </a:pPr>
            <a:r>
              <a:rPr lang="it-IT" dirty="0"/>
              <a:t>Terapie farmacologiche croniche. </a:t>
            </a:r>
          </a:p>
          <a:p>
            <a:pPr algn="just">
              <a:buFont typeface="Arial" panose="020B0604020202020204" pitchFamily="34" charset="0"/>
              <a:buChar char="•"/>
            </a:pPr>
            <a:r>
              <a:rPr lang="it-IT" dirty="0"/>
              <a:t>Patologie rilevanti attive (es. Diabete, Ipertensione). </a:t>
            </a:r>
          </a:p>
          <a:p>
            <a:pPr algn="just">
              <a:buFont typeface="Arial" panose="020B0604020202020204" pitchFamily="34" charset="0"/>
              <a:buChar char="•"/>
            </a:pPr>
            <a:r>
              <a:rPr lang="it-IT" dirty="0"/>
              <a:t>Dispositivi medici impiantati (es. Pacemaker).</a:t>
            </a:r>
          </a:p>
          <a:p>
            <a:pPr algn="just">
              <a:buFont typeface="Arial" panose="020B0604020202020204" pitchFamily="34" charset="0"/>
              <a:buChar char="•"/>
            </a:pPr>
            <a:r>
              <a:rPr lang="it-IT" dirty="0"/>
              <a:t>Anamnesi familiare  </a:t>
            </a:r>
            <a:r>
              <a:rPr lang="it-IT" b="1" dirty="0"/>
              <a:t> </a:t>
            </a:r>
          </a:p>
        </p:txBody>
      </p:sp>
    </p:spTree>
    <p:extLst>
      <p:ext uri="{BB962C8B-B14F-4D97-AF65-F5344CB8AC3E}">
        <p14:creationId xmlns:p14="http://schemas.microsoft.com/office/powerpoint/2010/main" val="140383258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BECB0C-819A-70C6-3DCD-407CCE98F273}"/>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DC08A87E-17BB-DE2D-3D2E-039FFAE92790}"/>
              </a:ext>
            </a:extLst>
          </p:cNvPr>
          <p:cNvSpPr>
            <a:spLocks noGrp="1"/>
          </p:cNvSpPr>
          <p:nvPr>
            <p:ph type="title"/>
          </p:nvPr>
        </p:nvSpPr>
        <p:spPr>
          <a:xfrm>
            <a:off x="630100" y="531276"/>
            <a:ext cx="7708500" cy="572700"/>
          </a:xfrm>
        </p:spPr>
        <p:txBody>
          <a:bodyPr/>
          <a:lstStyle/>
          <a:p>
            <a:r>
              <a:rPr lang="it-IT" b="1" dirty="0"/>
              <a:t>PSS: Progetto Parkinson ???</a:t>
            </a:r>
          </a:p>
        </p:txBody>
      </p:sp>
      <p:pic>
        <p:nvPicPr>
          <p:cNvPr id="3" name="Immagine 2">
            <a:extLst>
              <a:ext uri="{FF2B5EF4-FFF2-40B4-BE49-F238E27FC236}">
                <a16:creationId xmlns:a16="http://schemas.microsoft.com/office/drawing/2014/main" id="{8A42D1EC-3694-295B-FBE2-F4652D2B2D46}"/>
              </a:ext>
            </a:extLst>
          </p:cNvPr>
          <p:cNvPicPr>
            <a:picLocks noChangeAspect="1"/>
          </p:cNvPicPr>
          <p:nvPr/>
        </p:nvPicPr>
        <p:blipFill>
          <a:blip r:embed="rId2"/>
          <a:stretch/>
        </p:blipFill>
        <p:spPr>
          <a:xfrm>
            <a:off x="8176260" y="4410476"/>
            <a:ext cx="795744" cy="606699"/>
          </a:xfrm>
          <a:prstGeom prst="rect">
            <a:avLst/>
          </a:prstGeom>
        </p:spPr>
      </p:pic>
    </p:spTree>
    <p:extLst>
      <p:ext uri="{BB962C8B-B14F-4D97-AF65-F5344CB8AC3E}">
        <p14:creationId xmlns:p14="http://schemas.microsoft.com/office/powerpoint/2010/main" val="274724701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4BF234-8025-FFEA-C059-B69E7793E7FE}"/>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D48622FF-410D-D04C-C53E-25DCD8A00349}"/>
              </a:ext>
            </a:extLst>
          </p:cNvPr>
          <p:cNvSpPr>
            <a:spLocks noGrp="1"/>
          </p:cNvSpPr>
          <p:nvPr>
            <p:ph type="title"/>
          </p:nvPr>
        </p:nvSpPr>
        <p:spPr>
          <a:xfrm>
            <a:off x="630100" y="531276"/>
            <a:ext cx="7708500" cy="572700"/>
          </a:xfrm>
        </p:spPr>
        <p:txBody>
          <a:bodyPr/>
          <a:lstStyle/>
          <a:p>
            <a:r>
              <a:rPr lang="it-IT" b="1" dirty="0"/>
              <a:t>Architettura CDA R2</a:t>
            </a:r>
          </a:p>
        </p:txBody>
      </p:sp>
      <p:pic>
        <p:nvPicPr>
          <p:cNvPr id="3" name="Immagine 2">
            <a:extLst>
              <a:ext uri="{FF2B5EF4-FFF2-40B4-BE49-F238E27FC236}">
                <a16:creationId xmlns:a16="http://schemas.microsoft.com/office/drawing/2014/main" id="{A83F2CA0-6E61-5800-E055-80070474A2D4}"/>
              </a:ext>
            </a:extLst>
          </p:cNvPr>
          <p:cNvPicPr>
            <a:picLocks noChangeAspect="1"/>
          </p:cNvPicPr>
          <p:nvPr/>
        </p:nvPicPr>
        <p:blipFill>
          <a:blip r:embed="rId2"/>
          <a:stretch/>
        </p:blipFill>
        <p:spPr>
          <a:xfrm>
            <a:off x="8176260" y="4410476"/>
            <a:ext cx="795744" cy="606699"/>
          </a:xfrm>
          <a:prstGeom prst="rect">
            <a:avLst/>
          </a:prstGeom>
        </p:spPr>
      </p:pic>
      <p:sp>
        <p:nvSpPr>
          <p:cNvPr id="2" name="Segnaposto testo 12">
            <a:extLst>
              <a:ext uri="{FF2B5EF4-FFF2-40B4-BE49-F238E27FC236}">
                <a16:creationId xmlns:a16="http://schemas.microsoft.com/office/drawing/2014/main" id="{7EB39984-FD4C-C823-F83E-BBD1AB9AAA98}"/>
              </a:ext>
            </a:extLst>
          </p:cNvPr>
          <p:cNvSpPr>
            <a:spLocks noGrp="1"/>
          </p:cNvSpPr>
          <p:nvPr>
            <p:ph type="body" idx="1"/>
          </p:nvPr>
        </p:nvSpPr>
        <p:spPr>
          <a:xfrm>
            <a:off x="729160" y="1628655"/>
            <a:ext cx="3065600" cy="430125"/>
          </a:xfrm>
          <a:ln w="19050">
            <a:solidFill>
              <a:srgbClr val="4F6F8C"/>
            </a:solidFill>
          </a:ln>
        </p:spPr>
        <p:txBody>
          <a:bodyPr/>
          <a:lstStyle/>
          <a:p>
            <a:pPr marL="139700" indent="0" algn="ctr">
              <a:buNone/>
            </a:pPr>
            <a:r>
              <a:rPr lang="it-IT" b="1" dirty="0"/>
              <a:t>HEADER</a:t>
            </a:r>
          </a:p>
        </p:txBody>
      </p:sp>
      <p:sp>
        <p:nvSpPr>
          <p:cNvPr id="6" name="Segnaposto testo 12">
            <a:extLst>
              <a:ext uri="{FF2B5EF4-FFF2-40B4-BE49-F238E27FC236}">
                <a16:creationId xmlns:a16="http://schemas.microsoft.com/office/drawing/2014/main" id="{6730409B-6D62-DB03-C3D5-E518A5684F08}"/>
              </a:ext>
            </a:extLst>
          </p:cNvPr>
          <p:cNvSpPr txBox="1">
            <a:spLocks/>
          </p:cNvSpPr>
          <p:nvPr/>
        </p:nvSpPr>
        <p:spPr>
          <a:xfrm>
            <a:off x="729160" y="2058780"/>
            <a:ext cx="3065600" cy="2246520"/>
          </a:xfrm>
          <a:prstGeom prst="rect">
            <a:avLst/>
          </a:prstGeom>
          <a:noFill/>
          <a:ln w="19050">
            <a:solidFill>
              <a:srgbClr val="4F6F8C"/>
            </a:solid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just">
              <a:buNone/>
            </a:pPr>
            <a:r>
              <a:rPr lang="it-IT" dirty="0"/>
              <a:t>Contesto Legale e Amministrativo</a:t>
            </a:r>
          </a:p>
          <a:p>
            <a:pPr marL="139700" indent="0" algn="just">
              <a:buNone/>
            </a:pPr>
            <a:endParaRPr lang="it-IT" dirty="0"/>
          </a:p>
          <a:p>
            <a:pPr marL="139700" indent="0" algn="just">
              <a:buNone/>
            </a:pPr>
            <a:r>
              <a:rPr lang="it-IT" dirty="0"/>
              <a:t>Contiene metadati essenziali:</a:t>
            </a:r>
          </a:p>
          <a:p>
            <a:pPr algn="just">
              <a:buFont typeface="Arial" panose="020B0604020202020204" pitchFamily="34" charset="0"/>
              <a:buChar char="•"/>
            </a:pPr>
            <a:r>
              <a:rPr lang="it-IT" dirty="0"/>
              <a:t>L'identificativo del paziente.</a:t>
            </a:r>
          </a:p>
          <a:p>
            <a:pPr algn="just">
              <a:buFont typeface="Arial" panose="020B0604020202020204" pitchFamily="34" charset="0"/>
              <a:buChar char="•"/>
            </a:pPr>
            <a:r>
              <a:rPr lang="it-IT" dirty="0"/>
              <a:t>L'autore del documento.</a:t>
            </a:r>
          </a:p>
          <a:p>
            <a:pPr algn="just">
              <a:buFont typeface="Arial" panose="020B0604020202020204" pitchFamily="34" charset="0"/>
              <a:buChar char="•"/>
            </a:pPr>
            <a:r>
              <a:rPr lang="it-IT" dirty="0"/>
              <a:t>L'organizzazione custode del documento.</a:t>
            </a:r>
          </a:p>
          <a:p>
            <a:pPr algn="just">
              <a:buFont typeface="Arial" panose="020B0604020202020204" pitchFamily="34" charset="0"/>
              <a:buChar char="•"/>
            </a:pPr>
            <a:r>
              <a:rPr lang="it-IT" dirty="0" err="1"/>
              <a:t>timestamp</a:t>
            </a:r>
            <a:r>
              <a:rPr lang="it-IT" dirty="0"/>
              <a:t>.</a:t>
            </a:r>
            <a:endParaRPr lang="it-IT" b="1" dirty="0"/>
          </a:p>
        </p:txBody>
      </p:sp>
      <p:sp>
        <p:nvSpPr>
          <p:cNvPr id="7" name="Segnaposto testo 12">
            <a:extLst>
              <a:ext uri="{FF2B5EF4-FFF2-40B4-BE49-F238E27FC236}">
                <a16:creationId xmlns:a16="http://schemas.microsoft.com/office/drawing/2014/main" id="{3570DCAA-5302-275A-E2DF-E36168DF0FBF}"/>
              </a:ext>
            </a:extLst>
          </p:cNvPr>
          <p:cNvSpPr txBox="1">
            <a:spLocks/>
          </p:cNvSpPr>
          <p:nvPr/>
        </p:nvSpPr>
        <p:spPr>
          <a:xfrm>
            <a:off x="4747262" y="1628655"/>
            <a:ext cx="3065600" cy="430125"/>
          </a:xfrm>
          <a:prstGeom prst="rect">
            <a:avLst/>
          </a:prstGeom>
          <a:noFill/>
          <a:ln w="19050">
            <a:solidFill>
              <a:srgbClr val="4F6F8C"/>
            </a:solid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ctr">
              <a:buFont typeface="Roboto"/>
              <a:buNone/>
            </a:pPr>
            <a:r>
              <a:rPr lang="it-IT" b="1" dirty="0"/>
              <a:t>BODY</a:t>
            </a:r>
          </a:p>
        </p:txBody>
      </p:sp>
      <p:sp>
        <p:nvSpPr>
          <p:cNvPr id="8" name="Segnaposto testo 12">
            <a:extLst>
              <a:ext uri="{FF2B5EF4-FFF2-40B4-BE49-F238E27FC236}">
                <a16:creationId xmlns:a16="http://schemas.microsoft.com/office/drawing/2014/main" id="{F0517FDB-BD47-1850-133C-E94D5322C391}"/>
              </a:ext>
            </a:extLst>
          </p:cNvPr>
          <p:cNvSpPr txBox="1">
            <a:spLocks/>
          </p:cNvSpPr>
          <p:nvPr/>
        </p:nvSpPr>
        <p:spPr>
          <a:xfrm>
            <a:off x="4747262" y="2058780"/>
            <a:ext cx="3065600" cy="2246520"/>
          </a:xfrm>
          <a:prstGeom prst="rect">
            <a:avLst/>
          </a:prstGeom>
          <a:noFill/>
          <a:ln w="19050">
            <a:solidFill>
              <a:srgbClr val="4F6F8C"/>
            </a:solid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139700" indent="0" algn="ctr">
              <a:buNone/>
            </a:pPr>
            <a:r>
              <a:rPr lang="it-IT" dirty="0"/>
              <a:t>L’Informazione Clinica</a:t>
            </a:r>
          </a:p>
          <a:p>
            <a:pPr marL="139700" indent="0" algn="just">
              <a:buNone/>
            </a:pPr>
            <a:endParaRPr lang="it-IT" dirty="0"/>
          </a:p>
          <a:p>
            <a:pPr marL="139700" indent="0" algn="just">
              <a:buNone/>
            </a:pPr>
            <a:r>
              <a:rPr lang="it-IT" dirty="0"/>
              <a:t>È il cuore computabile del file. I dati non sono testo libero, ma sono strutturati in sezioni codificate </a:t>
            </a:r>
            <a:r>
              <a:rPr lang="it-IT" i="1" dirty="0"/>
              <a:t>&lt;SECTION&gt; </a:t>
            </a:r>
            <a:r>
              <a:rPr lang="it-IT" dirty="0"/>
              <a:t>per essere nativamente estratti ed elaborati dalle macchine. </a:t>
            </a:r>
            <a:endParaRPr lang="it-IT" b="1" dirty="0"/>
          </a:p>
        </p:txBody>
      </p:sp>
    </p:spTree>
    <p:extLst>
      <p:ext uri="{BB962C8B-B14F-4D97-AF65-F5344CB8AC3E}">
        <p14:creationId xmlns:p14="http://schemas.microsoft.com/office/powerpoint/2010/main" val="370222681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53108F-E04A-447E-625F-C1294B82801C}"/>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5E544C88-C017-A96A-7F4F-65588A7A44B2}"/>
              </a:ext>
            </a:extLst>
          </p:cNvPr>
          <p:cNvSpPr>
            <a:spLocks noGrp="1"/>
          </p:cNvSpPr>
          <p:nvPr>
            <p:ph type="title"/>
          </p:nvPr>
        </p:nvSpPr>
        <p:spPr>
          <a:xfrm>
            <a:off x="630100" y="531276"/>
            <a:ext cx="7708500" cy="572700"/>
          </a:xfrm>
        </p:spPr>
        <p:txBody>
          <a:bodyPr/>
          <a:lstStyle/>
          <a:p>
            <a:r>
              <a:rPr lang="it-IT" b="1" dirty="0"/>
              <a:t>La Gerarchia XML</a:t>
            </a:r>
          </a:p>
        </p:txBody>
      </p:sp>
      <p:pic>
        <p:nvPicPr>
          <p:cNvPr id="3" name="Immagine 2">
            <a:extLst>
              <a:ext uri="{FF2B5EF4-FFF2-40B4-BE49-F238E27FC236}">
                <a16:creationId xmlns:a16="http://schemas.microsoft.com/office/drawing/2014/main" id="{00172A8B-3486-61CE-1C1B-DB4A1666DE45}"/>
              </a:ext>
            </a:extLst>
          </p:cNvPr>
          <p:cNvPicPr>
            <a:picLocks noChangeAspect="1"/>
          </p:cNvPicPr>
          <p:nvPr/>
        </p:nvPicPr>
        <p:blipFill>
          <a:blip r:embed="rId2"/>
          <a:stretch/>
        </p:blipFill>
        <p:spPr>
          <a:xfrm>
            <a:off x="8176260" y="4410476"/>
            <a:ext cx="795744" cy="606699"/>
          </a:xfrm>
          <a:prstGeom prst="rect">
            <a:avLst/>
          </a:prstGeom>
        </p:spPr>
      </p:pic>
      <p:sp>
        <p:nvSpPr>
          <p:cNvPr id="12" name="CasellaDiTesto 11">
            <a:extLst>
              <a:ext uri="{FF2B5EF4-FFF2-40B4-BE49-F238E27FC236}">
                <a16:creationId xmlns:a16="http://schemas.microsoft.com/office/drawing/2014/main" id="{BC2B482C-28E0-384A-FFC1-3612BDD8F15B}"/>
              </a:ext>
            </a:extLst>
          </p:cNvPr>
          <p:cNvSpPr txBox="1"/>
          <p:nvPr/>
        </p:nvSpPr>
        <p:spPr>
          <a:xfrm>
            <a:off x="630100" y="1468458"/>
            <a:ext cx="7332800" cy="2462213"/>
          </a:xfrm>
          <a:prstGeom prst="rect">
            <a:avLst/>
          </a:prstGeom>
          <a:noFill/>
        </p:spPr>
        <p:txBody>
          <a:bodyPr wrap="square">
            <a:spAutoFit/>
          </a:bodyPr>
          <a:lstStyle/>
          <a:p>
            <a:r>
              <a:rPr lang="it-IT" b="1" dirty="0">
                <a:solidFill>
                  <a:srgbClr val="4F6F8C"/>
                </a:solidFill>
                <a:latin typeface="Roboto Slab"/>
                <a:ea typeface="Roboto Slab"/>
                <a:cs typeface="Roboto Slab"/>
                <a:sym typeface="Roboto Slab"/>
              </a:rPr>
              <a:t>Section: </a:t>
            </a:r>
            <a:r>
              <a:rPr lang="it-IT" dirty="0">
                <a:solidFill>
                  <a:srgbClr val="4F6F8C"/>
                </a:solidFill>
                <a:latin typeface="Roboto Slab"/>
                <a:ea typeface="Roboto Slab"/>
                <a:cs typeface="Roboto Slab"/>
                <a:sym typeface="Roboto Slab"/>
              </a:rPr>
              <a:t>contenitore logico che definisce l'area d'indagine (es. la sezione dedicata ai Test Motori). </a:t>
            </a:r>
          </a:p>
          <a:p>
            <a:endParaRPr lang="it-IT" dirty="0">
              <a:solidFill>
                <a:srgbClr val="4F6F8C"/>
              </a:solidFill>
              <a:latin typeface="Roboto Slab"/>
              <a:ea typeface="Roboto Slab"/>
              <a:cs typeface="Roboto Slab"/>
              <a:sym typeface="Roboto Slab"/>
            </a:endParaRPr>
          </a:p>
          <a:p>
            <a:r>
              <a:rPr lang="it-IT" b="1" dirty="0">
                <a:solidFill>
                  <a:srgbClr val="4F6F8C"/>
                </a:solidFill>
                <a:latin typeface="Roboto Slab"/>
                <a:ea typeface="Roboto Slab"/>
                <a:cs typeface="Roboto Slab"/>
                <a:sym typeface="Roboto Slab"/>
              </a:rPr>
              <a:t>Entry: </a:t>
            </a:r>
            <a:r>
              <a:rPr lang="it-IT" dirty="0">
                <a:solidFill>
                  <a:srgbClr val="4F6F8C"/>
                </a:solidFill>
                <a:latin typeface="Roboto Slab"/>
                <a:ea typeface="Roboto Slab"/>
                <a:cs typeface="Roboto Slab"/>
                <a:sym typeface="Roboto Slab"/>
              </a:rPr>
              <a:t>il punto di transizione: segnala ai software l'inizio del blocco computabile ed estraibile. </a:t>
            </a:r>
          </a:p>
          <a:p>
            <a:endParaRPr lang="it-IT" dirty="0">
              <a:solidFill>
                <a:srgbClr val="4F6F8C"/>
              </a:solidFill>
              <a:latin typeface="Roboto Slab"/>
              <a:ea typeface="Roboto Slab"/>
              <a:cs typeface="Roboto Slab"/>
              <a:sym typeface="Roboto Slab"/>
            </a:endParaRPr>
          </a:p>
          <a:p>
            <a:r>
              <a:rPr lang="it-IT" b="1" dirty="0">
                <a:solidFill>
                  <a:srgbClr val="4F6F8C"/>
                </a:solidFill>
                <a:latin typeface="Roboto Slab"/>
                <a:ea typeface="Roboto Slab"/>
                <a:cs typeface="Roboto Slab"/>
                <a:sym typeface="Roboto Slab"/>
              </a:rPr>
              <a:t>Organizer: </a:t>
            </a:r>
            <a:r>
              <a:rPr lang="it-IT" dirty="0">
                <a:solidFill>
                  <a:srgbClr val="4F6F8C"/>
                </a:solidFill>
                <a:latin typeface="Roboto Slab"/>
                <a:ea typeface="Roboto Slab"/>
                <a:cs typeface="Roboto Slab"/>
                <a:sym typeface="Roboto Slab"/>
              </a:rPr>
              <a:t>raggruppa e dà un senso unitario a più misurazioni che altrimenti rimarrebbero isolate.</a:t>
            </a:r>
          </a:p>
          <a:p>
            <a:endParaRPr lang="it-IT" dirty="0">
              <a:solidFill>
                <a:srgbClr val="4F6F8C"/>
              </a:solidFill>
              <a:latin typeface="Roboto Slab"/>
              <a:ea typeface="Roboto Slab"/>
              <a:cs typeface="Roboto Slab"/>
              <a:sym typeface="Roboto Slab"/>
            </a:endParaRPr>
          </a:p>
          <a:p>
            <a:r>
              <a:rPr lang="it-IT" b="1" dirty="0" err="1">
                <a:solidFill>
                  <a:srgbClr val="4F6F8C"/>
                </a:solidFill>
                <a:latin typeface="Roboto Slab"/>
                <a:ea typeface="Roboto Slab"/>
                <a:cs typeface="Roboto Slab"/>
                <a:sym typeface="Roboto Slab"/>
              </a:rPr>
              <a:t>Observation</a:t>
            </a:r>
            <a:r>
              <a:rPr lang="it-IT" b="1" dirty="0">
                <a:solidFill>
                  <a:srgbClr val="4F6F8C"/>
                </a:solidFill>
                <a:latin typeface="Roboto Slab"/>
                <a:ea typeface="Roboto Slab"/>
                <a:cs typeface="Roboto Slab"/>
                <a:sym typeface="Roboto Slab"/>
              </a:rPr>
              <a:t>: </a:t>
            </a:r>
            <a:r>
              <a:rPr lang="it-IT" dirty="0" err="1">
                <a:solidFill>
                  <a:srgbClr val="4F6F8C"/>
                </a:solidFill>
                <a:latin typeface="Roboto Slab"/>
                <a:ea typeface="Roboto Slab"/>
                <a:cs typeface="Roboto Slab"/>
                <a:sym typeface="Roboto Slab"/>
              </a:rPr>
              <a:t>ildato</a:t>
            </a:r>
            <a:r>
              <a:rPr lang="it-IT" dirty="0">
                <a:solidFill>
                  <a:srgbClr val="4F6F8C"/>
                </a:solidFill>
                <a:latin typeface="Roboto Slab"/>
                <a:ea typeface="Roboto Slab"/>
                <a:cs typeface="Roboto Slab"/>
                <a:sym typeface="Roboto Slab"/>
              </a:rPr>
              <a:t> matematico atomico e puntuale (es. Lunghezza della falcata, Indice ASI, tempo del TUG). </a:t>
            </a:r>
          </a:p>
        </p:txBody>
      </p:sp>
    </p:spTree>
    <p:extLst>
      <p:ext uri="{BB962C8B-B14F-4D97-AF65-F5344CB8AC3E}">
        <p14:creationId xmlns:p14="http://schemas.microsoft.com/office/powerpoint/2010/main" val="188243162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9DE5C6-B474-7A16-4698-B23BD90C542B}"/>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8B4D1C53-A54D-7C6D-1F7D-9A6AC4F1B0AD}"/>
              </a:ext>
            </a:extLst>
          </p:cNvPr>
          <p:cNvSpPr>
            <a:spLocks noGrp="1"/>
          </p:cNvSpPr>
          <p:nvPr>
            <p:ph type="title"/>
          </p:nvPr>
        </p:nvSpPr>
        <p:spPr>
          <a:xfrm>
            <a:off x="630100" y="531276"/>
            <a:ext cx="7708500" cy="572700"/>
          </a:xfrm>
        </p:spPr>
        <p:txBody>
          <a:bodyPr/>
          <a:lstStyle/>
          <a:p>
            <a:r>
              <a:rPr lang="it-IT" b="1" dirty="0"/>
              <a:t>Mapping Semantico LOINC</a:t>
            </a:r>
          </a:p>
        </p:txBody>
      </p:sp>
      <p:pic>
        <p:nvPicPr>
          <p:cNvPr id="3" name="Immagine 2">
            <a:extLst>
              <a:ext uri="{FF2B5EF4-FFF2-40B4-BE49-F238E27FC236}">
                <a16:creationId xmlns:a16="http://schemas.microsoft.com/office/drawing/2014/main" id="{A76BCA07-BB15-A060-7AE7-600F490CA87F}"/>
              </a:ext>
            </a:extLst>
          </p:cNvPr>
          <p:cNvPicPr>
            <a:picLocks noChangeAspect="1"/>
          </p:cNvPicPr>
          <p:nvPr/>
        </p:nvPicPr>
        <p:blipFill>
          <a:blip r:embed="rId2"/>
          <a:stretch/>
        </p:blipFill>
        <p:spPr>
          <a:xfrm>
            <a:off x="8176260" y="4410476"/>
            <a:ext cx="795744" cy="606699"/>
          </a:xfrm>
          <a:prstGeom prst="rect">
            <a:avLst/>
          </a:prstGeom>
        </p:spPr>
      </p:pic>
      <p:sp>
        <p:nvSpPr>
          <p:cNvPr id="12" name="CasellaDiTesto 11">
            <a:extLst>
              <a:ext uri="{FF2B5EF4-FFF2-40B4-BE49-F238E27FC236}">
                <a16:creationId xmlns:a16="http://schemas.microsoft.com/office/drawing/2014/main" id="{15057247-BF8E-A962-D293-B1B456311892}"/>
              </a:ext>
            </a:extLst>
          </p:cNvPr>
          <p:cNvSpPr txBox="1"/>
          <p:nvPr/>
        </p:nvSpPr>
        <p:spPr>
          <a:xfrm>
            <a:off x="630100" y="1167979"/>
            <a:ext cx="7332800" cy="523220"/>
          </a:xfrm>
          <a:prstGeom prst="rect">
            <a:avLst/>
          </a:prstGeom>
          <a:noFill/>
        </p:spPr>
        <p:txBody>
          <a:bodyPr wrap="square">
            <a:spAutoFit/>
          </a:bodyPr>
          <a:lstStyle/>
          <a:p>
            <a:r>
              <a:rPr lang="it-IT" dirty="0">
                <a:solidFill>
                  <a:srgbClr val="4F6F8C"/>
                </a:solidFill>
                <a:latin typeface="Roboto Slab"/>
                <a:ea typeface="Roboto Slab"/>
                <a:cs typeface="Roboto Slab"/>
                <a:sym typeface="Roboto Slab"/>
              </a:rPr>
              <a:t>Assicurare una corrispondenza univoca tra i dati locali del progetto e i sistemi di codifica internazionali per azzerare le ambiguità cliniche.</a:t>
            </a:r>
          </a:p>
        </p:txBody>
      </p:sp>
      <p:graphicFrame>
        <p:nvGraphicFramePr>
          <p:cNvPr id="9" name="Tabella 8">
            <a:extLst>
              <a:ext uri="{FF2B5EF4-FFF2-40B4-BE49-F238E27FC236}">
                <a16:creationId xmlns:a16="http://schemas.microsoft.com/office/drawing/2014/main" id="{14A86442-C108-33B7-84B1-5E5446C58857}"/>
              </a:ext>
            </a:extLst>
          </p:cNvPr>
          <p:cNvGraphicFramePr>
            <a:graphicFrameLocks noGrp="1"/>
          </p:cNvGraphicFramePr>
          <p:nvPr>
            <p:extLst>
              <p:ext uri="{D42A27DB-BD31-4B8C-83A1-F6EECF244321}">
                <p14:modId xmlns:p14="http://schemas.microsoft.com/office/powerpoint/2010/main" val="3511021818"/>
              </p:ext>
            </p:extLst>
          </p:nvPr>
        </p:nvGraphicFramePr>
        <p:xfrm>
          <a:off x="703982" y="2231390"/>
          <a:ext cx="7708500" cy="1925320"/>
        </p:xfrm>
        <a:graphic>
          <a:graphicData uri="http://schemas.openxmlformats.org/drawingml/2006/table">
            <a:tbl>
              <a:tblPr firstRow="1" bandRow="1">
                <a:tableStyleId>{69012ECD-51FC-41F1-AA8D-1B2483CD663E}</a:tableStyleId>
              </a:tblPr>
              <a:tblGrid>
                <a:gridCol w="2569500">
                  <a:extLst>
                    <a:ext uri="{9D8B030D-6E8A-4147-A177-3AD203B41FA5}">
                      <a16:colId xmlns:a16="http://schemas.microsoft.com/office/drawing/2014/main" val="3205055184"/>
                    </a:ext>
                  </a:extLst>
                </a:gridCol>
                <a:gridCol w="2569500">
                  <a:extLst>
                    <a:ext uri="{9D8B030D-6E8A-4147-A177-3AD203B41FA5}">
                      <a16:colId xmlns:a16="http://schemas.microsoft.com/office/drawing/2014/main" val="3295426050"/>
                    </a:ext>
                  </a:extLst>
                </a:gridCol>
                <a:gridCol w="2569500">
                  <a:extLst>
                    <a:ext uri="{9D8B030D-6E8A-4147-A177-3AD203B41FA5}">
                      <a16:colId xmlns:a16="http://schemas.microsoft.com/office/drawing/2014/main" val="1703638623"/>
                    </a:ext>
                  </a:extLst>
                </a:gridCol>
              </a:tblGrid>
              <a:tr h="370840">
                <a:tc>
                  <a:txBody>
                    <a:bodyPr/>
                    <a:lstStyle/>
                    <a:p>
                      <a:pPr algn="ctr"/>
                      <a:r>
                        <a:rPr lang="it-IT" dirty="0"/>
                        <a:t>Attributo XML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it-IT" dirty="0"/>
                        <a:t>Funzione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it-IT" dirty="0"/>
                        <a:t>Esempio (LOINC)</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5320034"/>
                  </a:ext>
                </a:extLst>
              </a:tr>
              <a:tr h="370840">
                <a:tc>
                  <a:txBody>
                    <a:bodyPr/>
                    <a:lstStyle/>
                    <a:p>
                      <a:pPr marR="0" algn="ctr" rtl="0">
                        <a:lnSpc>
                          <a:spcPct val="100000"/>
                        </a:lnSpc>
                        <a:spcBef>
                          <a:spcPts val="0"/>
                        </a:spcBef>
                        <a:spcAft>
                          <a:spcPts val="0"/>
                        </a:spcAft>
                        <a:buClr>
                          <a:srgbClr val="000000"/>
                        </a:buClr>
                        <a:buFont typeface="Arial"/>
                      </a:pPr>
                      <a:r>
                        <a:rPr lang="it-IT" sz="1400" b="1" i="0" u="none" strike="noStrike" cap="none" dirty="0">
                          <a:solidFill>
                            <a:srgbClr val="4F6F8C"/>
                          </a:solidFill>
                          <a:latin typeface="Roboto Slab"/>
                          <a:ea typeface="Roboto Slab"/>
                          <a:cs typeface="Roboto Slab"/>
                          <a:sym typeface="Arial"/>
                        </a:rPr>
                        <a:t>code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R="0" algn="ctr" rtl="0">
                        <a:lnSpc>
                          <a:spcPct val="100000"/>
                        </a:lnSpc>
                        <a:spcBef>
                          <a:spcPts val="0"/>
                        </a:spcBef>
                        <a:spcAft>
                          <a:spcPts val="0"/>
                        </a:spcAft>
                        <a:buClr>
                          <a:srgbClr val="000000"/>
                        </a:buClr>
                        <a:buFont typeface="Arial"/>
                      </a:pPr>
                      <a:r>
                        <a:rPr lang="it-IT" sz="1400" b="0" i="0" u="none" strike="noStrike" cap="none" dirty="0">
                          <a:solidFill>
                            <a:srgbClr val="4F6F8C"/>
                          </a:solidFill>
                          <a:latin typeface="Roboto Slab"/>
                          <a:ea typeface="Roboto Slab"/>
                          <a:cs typeface="Roboto Slab"/>
                          <a:sym typeface="Arial"/>
                        </a:rPr>
                        <a:t>Identificativo numerico universale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it-IT" sz="1400" b="0" i="0" u="none" strike="noStrike" cap="none" dirty="0">
                          <a:solidFill>
                            <a:srgbClr val="4F6F8C"/>
                          </a:solidFill>
                          <a:latin typeface="Roboto Slab"/>
                          <a:ea typeface="Roboto Slab"/>
                          <a:cs typeface="Roboto Slab"/>
                          <a:sym typeface="Arial"/>
                        </a:rPr>
                        <a:t>82289-0</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83614037"/>
                  </a:ext>
                </a:extLst>
              </a:tr>
              <a:tr h="370840">
                <a:tc>
                  <a:txBody>
                    <a:bodyPr/>
                    <a:lstStyle/>
                    <a:p>
                      <a:pPr marR="0" algn="ctr" rtl="0">
                        <a:lnSpc>
                          <a:spcPct val="100000"/>
                        </a:lnSpc>
                        <a:spcBef>
                          <a:spcPts val="0"/>
                        </a:spcBef>
                        <a:spcAft>
                          <a:spcPts val="0"/>
                        </a:spcAft>
                        <a:buClr>
                          <a:srgbClr val="000000"/>
                        </a:buClr>
                        <a:buFont typeface="Arial"/>
                      </a:pPr>
                      <a:r>
                        <a:rPr lang="it-IT" sz="1400" b="1" i="0" u="none" strike="noStrike" cap="none" dirty="0" err="1">
                          <a:solidFill>
                            <a:srgbClr val="4F6F8C"/>
                          </a:solidFill>
                          <a:latin typeface="Roboto Slab"/>
                          <a:ea typeface="Roboto Slab"/>
                          <a:cs typeface="Roboto Slab"/>
                          <a:sym typeface="Arial"/>
                        </a:rPr>
                        <a:t>displayName</a:t>
                      </a:r>
                      <a:endParaRPr lang="it-IT" sz="1400" b="1" i="0" u="none" strike="noStrike" cap="none" dirty="0">
                        <a:solidFill>
                          <a:srgbClr val="4F6F8C"/>
                        </a:solidFill>
                        <a:latin typeface="Roboto Slab"/>
                        <a:ea typeface="Roboto Slab"/>
                        <a:cs typeface="Roboto Slab"/>
                        <a:sym typeface="Aria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it-IT" sz="1400" b="0" i="0" u="none" strike="noStrike" cap="none" dirty="0">
                          <a:solidFill>
                            <a:srgbClr val="4F6F8C"/>
                          </a:solidFill>
                          <a:latin typeface="Roboto Slab"/>
                          <a:ea typeface="Roboto Slab"/>
                          <a:cs typeface="Roboto Slab"/>
                          <a:sym typeface="Arial"/>
                        </a:rPr>
                        <a:t>Descrizione leggibile dall'operatore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it-IT" sz="1400" b="0" i="0" u="none" strike="noStrike" cap="none" dirty="0">
                          <a:solidFill>
                            <a:srgbClr val="4F6F8C"/>
                          </a:solidFill>
                          <a:latin typeface="Roboto Slab"/>
                          <a:ea typeface="Roboto Slab"/>
                          <a:cs typeface="Roboto Slab"/>
                          <a:sym typeface="Arial"/>
                        </a:rPr>
                        <a:t>"Stride </a:t>
                      </a:r>
                      <a:r>
                        <a:rPr lang="it-IT" sz="1400" b="0" i="0" u="none" strike="noStrike" cap="none" dirty="0" err="1">
                          <a:solidFill>
                            <a:srgbClr val="4F6F8C"/>
                          </a:solidFill>
                          <a:latin typeface="Roboto Slab"/>
                          <a:ea typeface="Roboto Slab"/>
                          <a:cs typeface="Roboto Slab"/>
                          <a:sym typeface="Arial"/>
                        </a:rPr>
                        <a:t>length</a:t>
                      </a:r>
                      <a:r>
                        <a:rPr lang="it-IT" sz="1400" b="0" i="0" u="none" strike="noStrike" cap="none" dirty="0">
                          <a:solidFill>
                            <a:srgbClr val="4F6F8C"/>
                          </a:solidFill>
                          <a:latin typeface="Roboto Slab"/>
                          <a:ea typeface="Roboto Slab"/>
                          <a:cs typeface="Roboto Slab"/>
                          <a:sym typeface="Arial"/>
                        </a:rPr>
                        <a: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3398291"/>
                  </a:ext>
                </a:extLst>
              </a:tr>
              <a:tr h="370840">
                <a:tc>
                  <a:txBody>
                    <a:bodyPr/>
                    <a:lstStyle/>
                    <a:p>
                      <a:pPr marR="0" algn="ctr" rtl="0">
                        <a:lnSpc>
                          <a:spcPct val="100000"/>
                        </a:lnSpc>
                        <a:spcBef>
                          <a:spcPts val="0"/>
                        </a:spcBef>
                        <a:spcAft>
                          <a:spcPts val="0"/>
                        </a:spcAft>
                        <a:buClr>
                          <a:srgbClr val="000000"/>
                        </a:buClr>
                        <a:buFont typeface="Arial"/>
                      </a:pPr>
                      <a:r>
                        <a:rPr lang="it-IT" sz="1400" b="1" i="0" u="none" strike="noStrike" cap="none" dirty="0" err="1">
                          <a:solidFill>
                            <a:srgbClr val="4F6F8C"/>
                          </a:solidFill>
                          <a:latin typeface="Roboto Slab"/>
                          <a:ea typeface="Roboto Slab"/>
                          <a:cs typeface="Roboto Slab"/>
                          <a:sym typeface="Arial"/>
                        </a:rPr>
                        <a:t>codeSystem</a:t>
                      </a:r>
                      <a:endParaRPr lang="it-IT" sz="1400" b="1" i="0" u="none" strike="noStrike" cap="none" dirty="0">
                        <a:solidFill>
                          <a:srgbClr val="4F6F8C"/>
                        </a:solidFill>
                        <a:latin typeface="Roboto Slab"/>
                        <a:ea typeface="Roboto Slab"/>
                        <a:cs typeface="Roboto Slab"/>
                        <a:sym typeface="Aria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it-IT" sz="1400" b="0" i="0" u="none" strike="noStrike" cap="none" dirty="0">
                          <a:solidFill>
                            <a:srgbClr val="4F6F8C"/>
                          </a:solidFill>
                          <a:latin typeface="Roboto Slab"/>
                          <a:ea typeface="Roboto Slab"/>
                          <a:cs typeface="Roboto Slab"/>
                          <a:sym typeface="Arial"/>
                        </a:rPr>
                        <a:t>OID dell'anagrafe ufficiale (LOINC)</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it-IT" sz="1400" b="0" i="0" u="none" strike="noStrike" cap="none" dirty="0">
                          <a:solidFill>
                            <a:srgbClr val="4F6F8C"/>
                          </a:solidFill>
                          <a:latin typeface="Roboto Slab"/>
                          <a:ea typeface="Roboto Slab"/>
                          <a:cs typeface="Roboto Slab"/>
                          <a:sym typeface="Arial"/>
                        </a:rPr>
                        <a:t>2.16.840.1.113883.6.1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8860196"/>
                  </a:ext>
                </a:extLst>
              </a:tr>
            </a:tbl>
          </a:graphicData>
        </a:graphic>
      </p:graphicFrame>
    </p:spTree>
    <p:extLst>
      <p:ext uri="{BB962C8B-B14F-4D97-AF65-F5344CB8AC3E}">
        <p14:creationId xmlns:p14="http://schemas.microsoft.com/office/powerpoint/2010/main" val="124028689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BC257F-DBCC-CE58-ABE4-C632A7A3FD9B}"/>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4B912ACA-4DE7-3D50-43C0-91ECB04DAEF5}"/>
              </a:ext>
            </a:extLst>
          </p:cNvPr>
          <p:cNvSpPr>
            <a:spLocks noGrp="1"/>
          </p:cNvSpPr>
          <p:nvPr>
            <p:ph type="title"/>
          </p:nvPr>
        </p:nvSpPr>
        <p:spPr>
          <a:xfrm>
            <a:off x="630100" y="531276"/>
            <a:ext cx="7708500" cy="572700"/>
          </a:xfrm>
        </p:spPr>
        <p:txBody>
          <a:bodyPr/>
          <a:lstStyle/>
          <a:p>
            <a:r>
              <a:rPr lang="it-IT" b="1" dirty="0"/>
              <a:t>Mapping Semantico LOINC</a:t>
            </a:r>
          </a:p>
        </p:txBody>
      </p:sp>
      <p:pic>
        <p:nvPicPr>
          <p:cNvPr id="3" name="Immagine 2">
            <a:extLst>
              <a:ext uri="{FF2B5EF4-FFF2-40B4-BE49-F238E27FC236}">
                <a16:creationId xmlns:a16="http://schemas.microsoft.com/office/drawing/2014/main" id="{1B83BF29-FC4C-A0E4-0A54-E7A29B3CFB96}"/>
              </a:ext>
            </a:extLst>
          </p:cNvPr>
          <p:cNvPicPr>
            <a:picLocks noChangeAspect="1"/>
          </p:cNvPicPr>
          <p:nvPr/>
        </p:nvPicPr>
        <p:blipFill>
          <a:blip r:embed="rId2"/>
          <a:stretch/>
        </p:blipFill>
        <p:spPr>
          <a:xfrm>
            <a:off x="8176260" y="4410476"/>
            <a:ext cx="795744" cy="606699"/>
          </a:xfrm>
          <a:prstGeom prst="rect">
            <a:avLst/>
          </a:prstGeom>
        </p:spPr>
      </p:pic>
      <p:pic>
        <p:nvPicPr>
          <p:cNvPr id="5" name="Immagine 4">
            <a:extLst>
              <a:ext uri="{FF2B5EF4-FFF2-40B4-BE49-F238E27FC236}">
                <a16:creationId xmlns:a16="http://schemas.microsoft.com/office/drawing/2014/main" id="{A4B9FA50-59DF-9DF3-6D84-7B706974FC5B}"/>
              </a:ext>
            </a:extLst>
          </p:cNvPr>
          <p:cNvPicPr>
            <a:picLocks noChangeAspect="1"/>
          </p:cNvPicPr>
          <p:nvPr/>
        </p:nvPicPr>
        <p:blipFill>
          <a:blip r:embed="rId3"/>
          <a:stretch>
            <a:fillRect/>
          </a:stretch>
        </p:blipFill>
        <p:spPr>
          <a:xfrm>
            <a:off x="933450" y="1675987"/>
            <a:ext cx="7277100" cy="2162477"/>
          </a:xfrm>
          <a:prstGeom prst="rect">
            <a:avLst/>
          </a:prstGeom>
          <a:ln w="19050">
            <a:solidFill>
              <a:srgbClr val="4F6F8C"/>
            </a:solidFill>
          </a:ln>
        </p:spPr>
      </p:pic>
    </p:spTree>
    <p:extLst>
      <p:ext uri="{BB962C8B-B14F-4D97-AF65-F5344CB8AC3E}">
        <p14:creationId xmlns:p14="http://schemas.microsoft.com/office/powerpoint/2010/main" val="139388868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012D4A-B72E-5C06-AC53-79383894F2E9}"/>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3FBAA87C-077D-A3CB-B132-1AB9372CE81A}"/>
              </a:ext>
            </a:extLst>
          </p:cNvPr>
          <p:cNvSpPr>
            <a:spLocks noGrp="1"/>
          </p:cNvSpPr>
          <p:nvPr>
            <p:ph type="title"/>
          </p:nvPr>
        </p:nvSpPr>
        <p:spPr>
          <a:xfrm>
            <a:off x="630100" y="531276"/>
            <a:ext cx="7708500" cy="572700"/>
          </a:xfrm>
        </p:spPr>
        <p:txBody>
          <a:bodyPr/>
          <a:lstStyle/>
          <a:p>
            <a:r>
              <a:rPr lang="it-IT" b="1" dirty="0"/>
              <a:t>Gestione dei Gap Semantici: Il Caso ASI</a:t>
            </a:r>
          </a:p>
        </p:txBody>
      </p:sp>
      <p:pic>
        <p:nvPicPr>
          <p:cNvPr id="3" name="Immagine 2">
            <a:extLst>
              <a:ext uri="{FF2B5EF4-FFF2-40B4-BE49-F238E27FC236}">
                <a16:creationId xmlns:a16="http://schemas.microsoft.com/office/drawing/2014/main" id="{967CF870-9AB1-DB12-4617-0C2F57A30882}"/>
              </a:ext>
            </a:extLst>
          </p:cNvPr>
          <p:cNvPicPr>
            <a:picLocks noChangeAspect="1"/>
          </p:cNvPicPr>
          <p:nvPr/>
        </p:nvPicPr>
        <p:blipFill>
          <a:blip r:embed="rId2"/>
          <a:stretch/>
        </p:blipFill>
        <p:spPr>
          <a:xfrm>
            <a:off x="8176260" y="4410476"/>
            <a:ext cx="795744" cy="606699"/>
          </a:xfrm>
          <a:prstGeom prst="rect">
            <a:avLst/>
          </a:prstGeom>
        </p:spPr>
      </p:pic>
      <p:sp>
        <p:nvSpPr>
          <p:cNvPr id="12" name="Titolo 3">
            <a:extLst>
              <a:ext uri="{FF2B5EF4-FFF2-40B4-BE49-F238E27FC236}">
                <a16:creationId xmlns:a16="http://schemas.microsoft.com/office/drawing/2014/main" id="{DB0E2953-7996-E81E-ADB1-CDBF5DD3D2E1}"/>
              </a:ext>
            </a:extLst>
          </p:cNvPr>
          <p:cNvSpPr txBox="1">
            <a:spLocks/>
          </p:cNvSpPr>
          <p:nvPr/>
        </p:nvSpPr>
        <p:spPr>
          <a:xfrm>
            <a:off x="630100" y="1468536"/>
            <a:ext cx="7708500" cy="1427064"/>
          </a:xfrm>
          <a:prstGeom prst="rect">
            <a:avLst/>
          </a:prstGeom>
          <a:noFill/>
          <a:ln w="19050">
            <a:solidFill>
              <a:srgbClr val="4F6F8C"/>
            </a:solid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4F6F8C"/>
              </a:buClr>
              <a:buSzPts val="2800"/>
              <a:buFont typeface="Roboto Slab"/>
              <a:buNone/>
              <a:defRPr sz="2800" b="0" i="0" u="none" strike="noStrike" cap="none">
                <a:solidFill>
                  <a:srgbClr val="4F6F8C"/>
                </a:solidFill>
                <a:latin typeface="Roboto Slab"/>
                <a:ea typeface="Roboto Slab"/>
                <a:cs typeface="Roboto Slab"/>
                <a:sym typeface="Roboto Slab"/>
              </a:defRPr>
            </a:lvl1pPr>
            <a:lvl2pPr marR="0" lvl="1"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2pPr>
            <a:lvl3pPr marR="0" lvl="2"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3pPr>
            <a:lvl4pPr marR="0" lvl="3"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4pPr>
            <a:lvl5pPr marR="0" lvl="4"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5pPr>
            <a:lvl6pPr marR="0" lvl="5"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6pPr>
            <a:lvl7pPr marR="0" lvl="6"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7pPr>
            <a:lvl8pPr marR="0" lvl="7"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8pPr>
            <a:lvl9pPr marR="0" lvl="8"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9pPr>
          </a:lstStyle>
          <a:p>
            <a:pPr algn="just"/>
            <a:r>
              <a:rPr lang="it-IT" sz="1400" b="1" dirty="0"/>
              <a:t>Problema: </a:t>
            </a:r>
            <a:r>
              <a:rPr lang="it-IT" sz="1400" dirty="0"/>
              <a:t>Assenza di Codifica.</a:t>
            </a:r>
          </a:p>
          <a:p>
            <a:pPr algn="just"/>
            <a:endParaRPr lang="it-IT" sz="1400" dirty="0"/>
          </a:p>
          <a:p>
            <a:pPr algn="just"/>
            <a:r>
              <a:rPr lang="it-IT" sz="1400" dirty="0"/>
              <a:t>Nei dizionari ufficiali LOINC non esiste un codice specifico per l'Indice di Asimmetria Motoria (ASI). </a:t>
            </a:r>
          </a:p>
          <a:p>
            <a:pPr algn="just"/>
            <a:r>
              <a:rPr lang="it-IT" sz="1400" dirty="0"/>
              <a:t>E’ vietato "inventare" codici personalizzati nel </a:t>
            </a:r>
            <a:r>
              <a:rPr lang="it-IT" sz="1400" dirty="0" err="1"/>
              <a:t>namespace</a:t>
            </a:r>
            <a:r>
              <a:rPr lang="it-IT" sz="1400" dirty="0"/>
              <a:t> LOINC per non distruggere l'interoperabilità. </a:t>
            </a:r>
            <a:endParaRPr lang="it-IT" sz="1400" b="1" dirty="0"/>
          </a:p>
        </p:txBody>
      </p:sp>
      <p:sp>
        <p:nvSpPr>
          <p:cNvPr id="17" name="Titolo 3">
            <a:extLst>
              <a:ext uri="{FF2B5EF4-FFF2-40B4-BE49-F238E27FC236}">
                <a16:creationId xmlns:a16="http://schemas.microsoft.com/office/drawing/2014/main" id="{A662B851-696F-FFB5-DB3C-B665F0C5DC5F}"/>
              </a:ext>
            </a:extLst>
          </p:cNvPr>
          <p:cNvSpPr txBox="1">
            <a:spLocks/>
          </p:cNvSpPr>
          <p:nvPr/>
        </p:nvSpPr>
        <p:spPr>
          <a:xfrm>
            <a:off x="2174310" y="3374847"/>
            <a:ext cx="4620080" cy="869493"/>
          </a:xfrm>
          <a:prstGeom prst="rect">
            <a:avLst/>
          </a:prstGeom>
          <a:noFill/>
          <a:ln w="19050">
            <a:solidFill>
              <a:srgbClr val="4F6F8C"/>
            </a:solid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4F6F8C"/>
              </a:buClr>
              <a:buSzPts val="2800"/>
              <a:buFont typeface="Roboto Slab"/>
              <a:buNone/>
              <a:defRPr sz="2800" b="0" i="0" u="none" strike="noStrike" cap="none">
                <a:solidFill>
                  <a:srgbClr val="4F6F8C"/>
                </a:solidFill>
                <a:latin typeface="Roboto Slab"/>
                <a:ea typeface="Roboto Slab"/>
                <a:cs typeface="Roboto Slab"/>
                <a:sym typeface="Roboto Slab"/>
              </a:defRPr>
            </a:lvl1pPr>
            <a:lvl2pPr marR="0" lvl="1"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2pPr>
            <a:lvl3pPr marR="0" lvl="2"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3pPr>
            <a:lvl4pPr marR="0" lvl="3"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4pPr>
            <a:lvl5pPr marR="0" lvl="4"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5pPr>
            <a:lvl6pPr marR="0" lvl="5"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6pPr>
            <a:lvl7pPr marR="0" lvl="6"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7pPr>
            <a:lvl8pPr marR="0" lvl="7"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8pPr>
            <a:lvl9pPr marR="0" lvl="8"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9pPr>
          </a:lstStyle>
          <a:p>
            <a:pPr algn="ctr"/>
            <a:r>
              <a:rPr lang="it-IT" sz="1400" b="1" dirty="0"/>
              <a:t>Soluzione (temporanea): </a:t>
            </a:r>
            <a:r>
              <a:rPr lang="it-IT" sz="1400" dirty="0"/>
              <a:t>Codice Prossimale</a:t>
            </a:r>
          </a:p>
          <a:p>
            <a:pPr algn="ctr"/>
            <a:endParaRPr lang="it-IT" sz="1400" dirty="0"/>
          </a:p>
          <a:p>
            <a:pPr algn="ctr"/>
            <a:r>
              <a:rPr lang="it-IT" sz="1400" dirty="0"/>
              <a:t>Utilizzo del codice LOINC clinico più vicino (93014-9).</a:t>
            </a:r>
          </a:p>
        </p:txBody>
      </p:sp>
    </p:spTree>
    <p:extLst>
      <p:ext uri="{BB962C8B-B14F-4D97-AF65-F5344CB8AC3E}">
        <p14:creationId xmlns:p14="http://schemas.microsoft.com/office/powerpoint/2010/main" val="169385555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ADE9B7-F808-6BB7-5C04-996C3DE4F6EE}"/>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2B3309CB-D895-966E-CF17-23E7287E0E0F}"/>
              </a:ext>
            </a:extLst>
          </p:cNvPr>
          <p:cNvSpPr>
            <a:spLocks noGrp="1"/>
          </p:cNvSpPr>
          <p:nvPr>
            <p:ph type="title"/>
          </p:nvPr>
        </p:nvSpPr>
        <p:spPr>
          <a:xfrm>
            <a:off x="630100" y="531276"/>
            <a:ext cx="7708500" cy="572700"/>
          </a:xfrm>
        </p:spPr>
        <p:txBody>
          <a:bodyPr/>
          <a:lstStyle/>
          <a:p>
            <a:r>
              <a:rPr lang="it-IT" b="1" dirty="0"/>
              <a:t>Evoluzione Semantica e Continuità del Dato </a:t>
            </a:r>
          </a:p>
        </p:txBody>
      </p:sp>
      <p:pic>
        <p:nvPicPr>
          <p:cNvPr id="3" name="Immagine 2">
            <a:extLst>
              <a:ext uri="{FF2B5EF4-FFF2-40B4-BE49-F238E27FC236}">
                <a16:creationId xmlns:a16="http://schemas.microsoft.com/office/drawing/2014/main" id="{B1715970-25BA-76D0-C487-7897FBFAB2CD}"/>
              </a:ext>
            </a:extLst>
          </p:cNvPr>
          <p:cNvPicPr>
            <a:picLocks noChangeAspect="1"/>
          </p:cNvPicPr>
          <p:nvPr/>
        </p:nvPicPr>
        <p:blipFill>
          <a:blip r:embed="rId2"/>
          <a:stretch/>
        </p:blipFill>
        <p:spPr>
          <a:xfrm>
            <a:off x="8176260" y="4410476"/>
            <a:ext cx="795744" cy="606699"/>
          </a:xfrm>
          <a:prstGeom prst="rect">
            <a:avLst/>
          </a:prstGeom>
        </p:spPr>
      </p:pic>
      <p:sp>
        <p:nvSpPr>
          <p:cNvPr id="2" name="Titolo 3">
            <a:extLst>
              <a:ext uri="{FF2B5EF4-FFF2-40B4-BE49-F238E27FC236}">
                <a16:creationId xmlns:a16="http://schemas.microsoft.com/office/drawing/2014/main" id="{6CC78E6D-C335-535B-345A-E305B4933BE4}"/>
              </a:ext>
            </a:extLst>
          </p:cNvPr>
          <p:cNvSpPr txBox="1">
            <a:spLocks/>
          </p:cNvSpPr>
          <p:nvPr/>
        </p:nvSpPr>
        <p:spPr>
          <a:xfrm>
            <a:off x="630100" y="1338996"/>
            <a:ext cx="50087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4F6F8C"/>
              </a:buClr>
              <a:buSzPts val="2800"/>
              <a:buFont typeface="Roboto Slab"/>
              <a:buNone/>
              <a:defRPr sz="2800" b="0" i="0" u="none" strike="noStrike" cap="none">
                <a:solidFill>
                  <a:srgbClr val="4F6F8C"/>
                </a:solidFill>
                <a:latin typeface="Roboto Slab"/>
                <a:ea typeface="Roboto Slab"/>
                <a:cs typeface="Roboto Slab"/>
                <a:sym typeface="Roboto Slab"/>
              </a:defRPr>
            </a:lvl1pPr>
            <a:lvl2pPr marR="0" lvl="1"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2pPr>
            <a:lvl3pPr marR="0" lvl="2"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3pPr>
            <a:lvl4pPr marR="0" lvl="3"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4pPr>
            <a:lvl5pPr marR="0" lvl="4"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5pPr>
            <a:lvl6pPr marR="0" lvl="5"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6pPr>
            <a:lvl7pPr marR="0" lvl="6"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7pPr>
            <a:lvl8pPr marR="0" lvl="7"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8pPr>
            <a:lvl9pPr marR="0" lvl="8"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9pPr>
          </a:lstStyle>
          <a:p>
            <a:pPr algn="just"/>
            <a:r>
              <a:rPr lang="it-IT" sz="1400" b="1" dirty="0" err="1"/>
              <a:t>Submission</a:t>
            </a:r>
            <a:r>
              <a:rPr lang="it-IT" sz="1400" b="1" dirty="0"/>
              <a:t>:</a:t>
            </a:r>
            <a:r>
              <a:rPr lang="it-IT" sz="1400" dirty="0"/>
              <a:t> Invio della richiesta ufficiale al </a:t>
            </a:r>
            <a:r>
              <a:rPr lang="it-IT" sz="1400" dirty="0" err="1"/>
              <a:t>Regenstrief</a:t>
            </a:r>
            <a:r>
              <a:rPr lang="it-IT" sz="1400" dirty="0"/>
              <a:t> Institute per inserire l'ASI nel catalogo mondiale LOINC.</a:t>
            </a:r>
            <a:endParaRPr lang="it-IT" sz="1400" b="1" dirty="0"/>
          </a:p>
        </p:txBody>
      </p:sp>
      <p:sp>
        <p:nvSpPr>
          <p:cNvPr id="6" name="Google Shape;4588;p54">
            <a:extLst>
              <a:ext uri="{FF2B5EF4-FFF2-40B4-BE49-F238E27FC236}">
                <a16:creationId xmlns:a16="http://schemas.microsoft.com/office/drawing/2014/main" id="{C061B57A-DD8A-ECCB-CABC-31077E26095C}"/>
              </a:ext>
            </a:extLst>
          </p:cNvPr>
          <p:cNvSpPr/>
          <p:nvPr/>
        </p:nvSpPr>
        <p:spPr>
          <a:xfrm rot="5400000">
            <a:off x="4308088" y="2053076"/>
            <a:ext cx="527824" cy="307776"/>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 name="Titolo 3">
            <a:extLst>
              <a:ext uri="{FF2B5EF4-FFF2-40B4-BE49-F238E27FC236}">
                <a16:creationId xmlns:a16="http://schemas.microsoft.com/office/drawing/2014/main" id="{EED802B9-CE04-3842-51C9-6DBC1C560575}"/>
              </a:ext>
            </a:extLst>
          </p:cNvPr>
          <p:cNvSpPr txBox="1">
            <a:spLocks/>
          </p:cNvSpPr>
          <p:nvPr/>
        </p:nvSpPr>
        <p:spPr>
          <a:xfrm>
            <a:off x="3807640" y="2470876"/>
            <a:ext cx="50087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4F6F8C"/>
              </a:buClr>
              <a:buSzPts val="2800"/>
              <a:buFont typeface="Roboto Slab"/>
              <a:buNone/>
              <a:defRPr sz="2800" b="0" i="0" u="none" strike="noStrike" cap="none">
                <a:solidFill>
                  <a:srgbClr val="4F6F8C"/>
                </a:solidFill>
                <a:latin typeface="Roboto Slab"/>
                <a:ea typeface="Roboto Slab"/>
                <a:cs typeface="Roboto Slab"/>
                <a:sym typeface="Roboto Slab"/>
              </a:defRPr>
            </a:lvl1pPr>
            <a:lvl2pPr marR="0" lvl="1"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2pPr>
            <a:lvl3pPr marR="0" lvl="2"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3pPr>
            <a:lvl4pPr marR="0" lvl="3"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4pPr>
            <a:lvl5pPr marR="0" lvl="4"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5pPr>
            <a:lvl6pPr marR="0" lvl="5"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6pPr>
            <a:lvl7pPr marR="0" lvl="6"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7pPr>
            <a:lvl8pPr marR="0" lvl="7"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8pPr>
            <a:lvl9pPr marR="0" lvl="8"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9pPr>
          </a:lstStyle>
          <a:p>
            <a:pPr algn="just"/>
            <a:r>
              <a:rPr lang="it-IT" sz="1400" b="1" dirty="0"/>
              <a:t>Rilascio: </a:t>
            </a:r>
            <a:r>
              <a:rPr lang="it-IT" sz="1400" dirty="0"/>
              <a:t>Ottenimento del codice specifico ufficiale (es. XXXXX-X) per tutti i nuovi documenti. </a:t>
            </a:r>
            <a:endParaRPr lang="it-IT" sz="1400" b="1" dirty="0"/>
          </a:p>
        </p:txBody>
      </p:sp>
      <p:sp>
        <p:nvSpPr>
          <p:cNvPr id="8" name="Google Shape;4588;p54">
            <a:extLst>
              <a:ext uri="{FF2B5EF4-FFF2-40B4-BE49-F238E27FC236}">
                <a16:creationId xmlns:a16="http://schemas.microsoft.com/office/drawing/2014/main" id="{CDA3F874-530A-FB38-6A7E-A4594F22126F}"/>
              </a:ext>
            </a:extLst>
          </p:cNvPr>
          <p:cNvSpPr/>
          <p:nvPr/>
        </p:nvSpPr>
        <p:spPr>
          <a:xfrm rot="5400000">
            <a:off x="4308088" y="3209812"/>
            <a:ext cx="527824" cy="307776"/>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 name="Titolo 3">
            <a:extLst>
              <a:ext uri="{FF2B5EF4-FFF2-40B4-BE49-F238E27FC236}">
                <a16:creationId xmlns:a16="http://schemas.microsoft.com/office/drawing/2014/main" id="{8A8B65EA-4976-425A-1CD3-55B432774C06}"/>
              </a:ext>
            </a:extLst>
          </p:cNvPr>
          <p:cNvSpPr txBox="1">
            <a:spLocks/>
          </p:cNvSpPr>
          <p:nvPr/>
        </p:nvSpPr>
        <p:spPr>
          <a:xfrm>
            <a:off x="630100" y="3683824"/>
            <a:ext cx="721088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4F6F8C"/>
              </a:buClr>
              <a:buSzPts val="2800"/>
              <a:buFont typeface="Roboto Slab"/>
              <a:buNone/>
              <a:defRPr sz="2800" b="0" i="0" u="none" strike="noStrike" cap="none">
                <a:solidFill>
                  <a:srgbClr val="4F6F8C"/>
                </a:solidFill>
                <a:latin typeface="Roboto Slab"/>
                <a:ea typeface="Roboto Slab"/>
                <a:cs typeface="Roboto Slab"/>
                <a:sym typeface="Roboto Slab"/>
              </a:defRPr>
            </a:lvl1pPr>
            <a:lvl2pPr marR="0" lvl="1"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2pPr>
            <a:lvl3pPr marR="0" lvl="2"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3pPr>
            <a:lvl4pPr marR="0" lvl="3"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4pPr>
            <a:lvl5pPr marR="0" lvl="4"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5pPr>
            <a:lvl6pPr marR="0" lvl="5"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6pPr>
            <a:lvl7pPr marR="0" lvl="6"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7pPr>
            <a:lvl8pPr marR="0" lvl="7"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8pPr>
            <a:lvl9pPr marR="0" lvl="8" algn="l" rtl="0">
              <a:lnSpc>
                <a:spcPct val="100000"/>
              </a:lnSpc>
              <a:spcBef>
                <a:spcPts val="0"/>
              </a:spcBef>
              <a:spcAft>
                <a:spcPts val="0"/>
              </a:spcAft>
              <a:buClr>
                <a:schemeClr val="dk1"/>
              </a:buClr>
              <a:buSzPts val="2800"/>
              <a:buFont typeface="Old Standard TT"/>
              <a:buNone/>
              <a:defRPr sz="2800" b="0" i="1" u="none" strike="noStrike" cap="none">
                <a:solidFill>
                  <a:schemeClr val="dk1"/>
                </a:solidFill>
                <a:latin typeface="Old Standard TT"/>
                <a:ea typeface="Old Standard TT"/>
                <a:cs typeface="Old Standard TT"/>
                <a:sym typeface="Old Standard TT"/>
              </a:defRPr>
            </a:lvl9pPr>
          </a:lstStyle>
          <a:p>
            <a:pPr algn="just"/>
            <a:r>
              <a:rPr lang="it-IT" sz="1400" b="1" dirty="0"/>
              <a:t>Il Ponte (FHIR </a:t>
            </a:r>
            <a:r>
              <a:rPr lang="it-IT" sz="1400" b="1" dirty="0" err="1"/>
              <a:t>ConceptMap</a:t>
            </a:r>
            <a:r>
              <a:rPr lang="it-IT" sz="1400" b="1" dirty="0"/>
              <a:t>): </a:t>
            </a:r>
            <a:r>
              <a:rPr lang="it-IT" sz="1400" dirty="0"/>
              <a:t>Implementazione di una </a:t>
            </a:r>
            <a:r>
              <a:rPr lang="it-IT" sz="1400" dirty="0" err="1"/>
              <a:t>ConceptMap</a:t>
            </a:r>
            <a:r>
              <a:rPr lang="it-IT" sz="1400" dirty="0"/>
              <a:t> di FHIR per dichiarare ai software che il vecchio codice temporaneo (93014-9) equivale al nuovo codice ufficiale.</a:t>
            </a:r>
            <a:endParaRPr lang="it-IT" sz="1400" b="1" dirty="0"/>
          </a:p>
        </p:txBody>
      </p:sp>
    </p:spTree>
    <p:extLst>
      <p:ext uri="{BB962C8B-B14F-4D97-AF65-F5344CB8AC3E}">
        <p14:creationId xmlns:p14="http://schemas.microsoft.com/office/powerpoint/2010/main" val="157875983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402">
          <a:extLst>
            <a:ext uri="{FF2B5EF4-FFF2-40B4-BE49-F238E27FC236}">
              <a16:creationId xmlns:a16="http://schemas.microsoft.com/office/drawing/2014/main" id="{3511FB23-DFB3-0CFB-8F86-7A79C50D736C}"/>
            </a:ext>
          </a:extLst>
        </p:cNvPr>
        <p:cNvGrpSpPr/>
        <p:nvPr/>
      </p:nvGrpSpPr>
      <p:grpSpPr>
        <a:xfrm>
          <a:off x="0" y="0"/>
          <a:ext cx="0" cy="0"/>
          <a:chOff x="0" y="0"/>
          <a:chExt cx="0" cy="0"/>
        </a:xfrm>
      </p:grpSpPr>
      <p:sp>
        <p:nvSpPr>
          <p:cNvPr id="403" name="Google Shape;403;p29">
            <a:extLst>
              <a:ext uri="{FF2B5EF4-FFF2-40B4-BE49-F238E27FC236}">
                <a16:creationId xmlns:a16="http://schemas.microsoft.com/office/drawing/2014/main" id="{FEE6A617-D400-D9D9-DD5C-5B7FD345A85A}"/>
              </a:ext>
            </a:extLst>
          </p:cNvPr>
          <p:cNvSpPr txBox="1">
            <a:spLocks noGrp="1"/>
          </p:cNvSpPr>
          <p:nvPr>
            <p:ph type="ctrTitle" idx="2"/>
          </p:nvPr>
        </p:nvSpPr>
        <p:spPr>
          <a:xfrm>
            <a:off x="4695815" y="3612646"/>
            <a:ext cx="3743400" cy="738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it-IT" sz="3200" noProof="0" dirty="0">
                <a:solidFill>
                  <a:srgbClr val="FFFFFF"/>
                </a:solidFill>
              </a:rPr>
              <a:t>Compilazione e visualizzazione</a:t>
            </a:r>
          </a:p>
        </p:txBody>
      </p:sp>
      <p:sp>
        <p:nvSpPr>
          <p:cNvPr id="406" name="Google Shape;406;p29">
            <a:extLst>
              <a:ext uri="{FF2B5EF4-FFF2-40B4-BE49-F238E27FC236}">
                <a16:creationId xmlns:a16="http://schemas.microsoft.com/office/drawing/2014/main" id="{3E838881-079B-098A-811F-B4DD1EE1812F}"/>
              </a:ext>
            </a:extLst>
          </p:cNvPr>
          <p:cNvSpPr txBox="1">
            <a:spLocks noGrp="1"/>
          </p:cNvSpPr>
          <p:nvPr>
            <p:ph type="title"/>
          </p:nvPr>
        </p:nvSpPr>
        <p:spPr>
          <a:xfrm>
            <a:off x="4884578" y="2643273"/>
            <a:ext cx="614700" cy="45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sz="1600" noProof="0" dirty="0">
                <a:solidFill>
                  <a:srgbClr val="A8BBBF"/>
                </a:solidFill>
                <a:latin typeface="Roboto Slab Black"/>
                <a:ea typeface="Roboto Slab Black"/>
                <a:cs typeface="Roboto Slab Black"/>
                <a:sym typeface="Roboto Slab Black"/>
              </a:rPr>
              <a:t>05</a:t>
            </a:r>
          </a:p>
        </p:txBody>
      </p:sp>
      <p:pic>
        <p:nvPicPr>
          <p:cNvPr id="4" name="Immagine 3">
            <a:extLst>
              <a:ext uri="{FF2B5EF4-FFF2-40B4-BE49-F238E27FC236}">
                <a16:creationId xmlns:a16="http://schemas.microsoft.com/office/drawing/2014/main" id="{6696FC7C-BA0E-A126-16FC-9E7C17B5267C}"/>
              </a:ext>
            </a:extLst>
          </p:cNvPr>
          <p:cNvPicPr>
            <a:picLocks noChangeAspect="1"/>
          </p:cNvPicPr>
          <p:nvPr/>
        </p:nvPicPr>
        <p:blipFill>
          <a:blip r:embed="rId3"/>
          <a:stretch/>
        </p:blipFill>
        <p:spPr>
          <a:xfrm>
            <a:off x="1125657" y="1161853"/>
            <a:ext cx="2838846" cy="2819793"/>
          </a:xfrm>
          <a:prstGeom prst="rect">
            <a:avLst/>
          </a:prstGeom>
        </p:spPr>
      </p:pic>
      <p:pic>
        <p:nvPicPr>
          <p:cNvPr id="2" name="Immagine 1">
            <a:extLst>
              <a:ext uri="{FF2B5EF4-FFF2-40B4-BE49-F238E27FC236}">
                <a16:creationId xmlns:a16="http://schemas.microsoft.com/office/drawing/2014/main" id="{852AA9E4-FF5A-EEDC-EDC2-11040B2B70B6}"/>
              </a:ext>
            </a:extLst>
          </p:cNvPr>
          <p:cNvPicPr>
            <a:picLocks noChangeAspect="1"/>
          </p:cNvPicPr>
          <p:nvPr/>
        </p:nvPicPr>
        <p:blipFill>
          <a:blip r:embed="rId4"/>
          <a:stretch/>
        </p:blipFill>
        <p:spPr>
          <a:xfrm>
            <a:off x="8176260" y="4410476"/>
            <a:ext cx="795744" cy="606699"/>
          </a:xfrm>
          <a:prstGeom prst="rect">
            <a:avLst/>
          </a:prstGeom>
        </p:spPr>
      </p:pic>
    </p:spTree>
    <p:extLst>
      <p:ext uri="{BB962C8B-B14F-4D97-AF65-F5344CB8AC3E}">
        <p14:creationId xmlns:p14="http://schemas.microsoft.com/office/powerpoint/2010/main" val="345255360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E19EFE-F583-2C2B-2E09-C64799140772}"/>
            </a:ext>
          </a:extLst>
        </p:cNvPr>
        <p:cNvGrpSpPr/>
        <p:nvPr/>
      </p:nvGrpSpPr>
      <p:grpSpPr>
        <a:xfrm>
          <a:off x="0" y="0"/>
          <a:ext cx="0" cy="0"/>
          <a:chOff x="0" y="0"/>
          <a:chExt cx="0" cy="0"/>
        </a:xfrm>
      </p:grpSpPr>
      <p:sp>
        <p:nvSpPr>
          <p:cNvPr id="2" name="Segnaposto testo 1">
            <a:extLst>
              <a:ext uri="{FF2B5EF4-FFF2-40B4-BE49-F238E27FC236}">
                <a16:creationId xmlns:a16="http://schemas.microsoft.com/office/drawing/2014/main" id="{024D31A9-C170-B14A-6552-D0C84B41B7AC}"/>
              </a:ext>
            </a:extLst>
          </p:cNvPr>
          <p:cNvSpPr>
            <a:spLocks noGrp="1"/>
          </p:cNvSpPr>
          <p:nvPr>
            <p:ph type="body" idx="1"/>
          </p:nvPr>
        </p:nvSpPr>
        <p:spPr>
          <a:xfrm>
            <a:off x="666660" y="1220820"/>
            <a:ext cx="7154062" cy="852630"/>
          </a:xfrm>
        </p:spPr>
        <p:txBody>
          <a:bodyPr/>
          <a:lstStyle/>
          <a:p>
            <a:pPr marL="139700" indent="0">
              <a:buNone/>
            </a:pPr>
            <a:r>
              <a:rPr lang="it-IT" dirty="0"/>
              <a:t>Jinja è una libreria di </a:t>
            </a:r>
            <a:r>
              <a:rPr lang="it-IT" dirty="0" err="1"/>
              <a:t>phyton</a:t>
            </a:r>
            <a:r>
              <a:rPr lang="it-IT" dirty="0"/>
              <a:t> che permette di agire su template attraverso speciali segnaposto. Attraverso cui vengono passati al template i dati per generare il documento finale.</a:t>
            </a:r>
          </a:p>
          <a:p>
            <a:pPr marL="139700" indent="0">
              <a:buNone/>
            </a:pPr>
            <a:endParaRPr lang="it-IT" dirty="0"/>
          </a:p>
        </p:txBody>
      </p:sp>
      <p:sp>
        <p:nvSpPr>
          <p:cNvPr id="4" name="Titolo 3">
            <a:extLst>
              <a:ext uri="{FF2B5EF4-FFF2-40B4-BE49-F238E27FC236}">
                <a16:creationId xmlns:a16="http://schemas.microsoft.com/office/drawing/2014/main" id="{738C1354-E4A4-16B6-977F-829C3784C8A8}"/>
              </a:ext>
            </a:extLst>
          </p:cNvPr>
          <p:cNvSpPr>
            <a:spLocks noGrp="1"/>
          </p:cNvSpPr>
          <p:nvPr>
            <p:ph type="title"/>
          </p:nvPr>
        </p:nvSpPr>
        <p:spPr/>
        <p:txBody>
          <a:bodyPr/>
          <a:lstStyle/>
          <a:p>
            <a:r>
              <a:rPr lang="it-IT" b="1" dirty="0"/>
              <a:t>Jinja</a:t>
            </a:r>
          </a:p>
        </p:txBody>
      </p:sp>
      <p:pic>
        <p:nvPicPr>
          <p:cNvPr id="11" name="Immagine 10">
            <a:extLst>
              <a:ext uri="{FF2B5EF4-FFF2-40B4-BE49-F238E27FC236}">
                <a16:creationId xmlns:a16="http://schemas.microsoft.com/office/drawing/2014/main" id="{12ADF53B-1060-8870-D881-3B7E24591262}"/>
              </a:ext>
            </a:extLst>
          </p:cNvPr>
          <p:cNvPicPr>
            <a:picLocks noChangeAspect="1"/>
          </p:cNvPicPr>
          <p:nvPr/>
        </p:nvPicPr>
        <p:blipFill>
          <a:blip r:embed="rId2"/>
          <a:stretch>
            <a:fillRect/>
          </a:stretch>
        </p:blipFill>
        <p:spPr>
          <a:xfrm>
            <a:off x="8050982" y="1332824"/>
            <a:ext cx="755035" cy="740626"/>
          </a:xfrm>
          <a:prstGeom prst="rect">
            <a:avLst/>
          </a:prstGeom>
        </p:spPr>
      </p:pic>
      <p:pic>
        <p:nvPicPr>
          <p:cNvPr id="13" name="Immagine 12">
            <a:extLst>
              <a:ext uri="{FF2B5EF4-FFF2-40B4-BE49-F238E27FC236}">
                <a16:creationId xmlns:a16="http://schemas.microsoft.com/office/drawing/2014/main" id="{FFDC2C88-8C2E-0A3E-DD51-A6E6FA1F1CDE}"/>
              </a:ext>
            </a:extLst>
          </p:cNvPr>
          <p:cNvPicPr>
            <a:picLocks noChangeAspect="1"/>
          </p:cNvPicPr>
          <p:nvPr/>
        </p:nvPicPr>
        <p:blipFill>
          <a:blip r:embed="rId3"/>
          <a:stretch>
            <a:fillRect/>
          </a:stretch>
        </p:blipFill>
        <p:spPr>
          <a:xfrm>
            <a:off x="891498" y="2212541"/>
            <a:ext cx="3680501" cy="569691"/>
          </a:xfrm>
          <a:prstGeom prst="rect">
            <a:avLst/>
          </a:prstGeom>
          <a:ln w="19050">
            <a:solidFill>
              <a:srgbClr val="4F6F8C"/>
            </a:solidFill>
          </a:ln>
        </p:spPr>
      </p:pic>
      <p:sp>
        <p:nvSpPr>
          <p:cNvPr id="16" name="Segnaposto testo 1">
            <a:extLst>
              <a:ext uri="{FF2B5EF4-FFF2-40B4-BE49-F238E27FC236}">
                <a16:creationId xmlns:a16="http://schemas.microsoft.com/office/drawing/2014/main" id="{285AE78C-A741-A46A-047A-3623B4DDA57A}"/>
              </a:ext>
            </a:extLst>
          </p:cNvPr>
          <p:cNvSpPr txBox="1">
            <a:spLocks/>
          </p:cNvSpPr>
          <p:nvPr/>
        </p:nvSpPr>
        <p:spPr>
          <a:xfrm>
            <a:off x="891498" y="2933968"/>
            <a:ext cx="3680501" cy="85263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1pPr>
            <a:lvl2pPr marL="914400" marR="0" lvl="1"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2pPr>
            <a:lvl3pPr marL="1371600" marR="0" lvl="2"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3pPr>
            <a:lvl4pPr marL="1828800" marR="0" lvl="3"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4pPr>
            <a:lvl5pPr marL="2286000" marR="0" lvl="4"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5pPr>
            <a:lvl6pPr marL="2743200" marR="0" lvl="5"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6pPr>
            <a:lvl7pPr marL="3200400" marR="0" lvl="6"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7pPr>
            <a:lvl8pPr marL="3657600" marR="0" lvl="7" indent="-317500" algn="l" rtl="0">
              <a:lnSpc>
                <a:spcPct val="115000"/>
              </a:lnSpc>
              <a:spcBef>
                <a:spcPts val="1600"/>
              </a:spcBef>
              <a:spcAft>
                <a:spcPts val="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8pPr>
            <a:lvl9pPr marL="4114800" marR="0" lvl="8" indent="-317500" algn="l" rtl="0">
              <a:lnSpc>
                <a:spcPct val="115000"/>
              </a:lnSpc>
              <a:spcBef>
                <a:spcPts val="1600"/>
              </a:spcBef>
              <a:spcAft>
                <a:spcPts val="1600"/>
              </a:spcAft>
              <a:buClr>
                <a:schemeClr val="accent1"/>
              </a:buClr>
              <a:buSzPts val="1400"/>
              <a:buFont typeface="Roboto"/>
              <a:buChar char="■"/>
              <a:defRPr sz="1400" b="0" i="0" u="none" strike="noStrike" cap="none">
                <a:solidFill>
                  <a:schemeClr val="accent1"/>
                </a:solidFill>
                <a:latin typeface="Roboto"/>
                <a:ea typeface="Roboto"/>
                <a:cs typeface="Roboto"/>
                <a:sym typeface="Roboto"/>
              </a:defRPr>
            </a:lvl9pPr>
          </a:lstStyle>
          <a:p>
            <a:pPr marL="285750" indent="-285750">
              <a:buFont typeface="Arial" panose="020B0604020202020204" pitchFamily="34" charset="0"/>
              <a:buChar char="•"/>
            </a:pPr>
            <a:r>
              <a:rPr lang="it-IT" sz="1200" dirty="0" err="1"/>
              <a:t>FileSystemLoader</a:t>
            </a:r>
            <a:r>
              <a:rPr lang="it-IT" sz="1200" dirty="0"/>
              <a:t>(‘.’): configura un ‘loader’ che indica dove cercare i file</a:t>
            </a:r>
          </a:p>
          <a:p>
            <a:pPr marL="285750" indent="-285750">
              <a:buFont typeface="Arial" panose="020B0604020202020204" pitchFamily="34" charset="0"/>
              <a:buChar char="•"/>
            </a:pPr>
            <a:r>
              <a:rPr lang="it-IT" sz="1200" dirty="0"/>
              <a:t> </a:t>
            </a:r>
            <a:r>
              <a:rPr lang="it-IT" sz="1200" dirty="0" err="1"/>
              <a:t>Enviroment</a:t>
            </a:r>
            <a:r>
              <a:rPr lang="it-IT" sz="1200" dirty="0"/>
              <a:t>: E’ un oggetto che gestisce la configurazione e memorizza gli oggetti globali</a:t>
            </a:r>
          </a:p>
          <a:p>
            <a:pPr marL="139700" indent="0">
              <a:buFont typeface="Roboto"/>
              <a:buNone/>
            </a:pPr>
            <a:endParaRPr lang="it-IT" dirty="0"/>
          </a:p>
        </p:txBody>
      </p:sp>
      <p:pic>
        <p:nvPicPr>
          <p:cNvPr id="18" name="Immagine 17">
            <a:extLst>
              <a:ext uri="{FF2B5EF4-FFF2-40B4-BE49-F238E27FC236}">
                <a16:creationId xmlns:a16="http://schemas.microsoft.com/office/drawing/2014/main" id="{D9320CDF-3217-C5B5-E01D-79229F1DF18E}"/>
              </a:ext>
            </a:extLst>
          </p:cNvPr>
          <p:cNvPicPr>
            <a:picLocks noChangeAspect="1"/>
          </p:cNvPicPr>
          <p:nvPr/>
        </p:nvPicPr>
        <p:blipFill>
          <a:blip r:embed="rId4"/>
          <a:stretch>
            <a:fillRect/>
          </a:stretch>
        </p:blipFill>
        <p:spPr>
          <a:xfrm>
            <a:off x="891498" y="4081732"/>
            <a:ext cx="2838846" cy="276264"/>
          </a:xfrm>
          <a:prstGeom prst="rect">
            <a:avLst/>
          </a:prstGeom>
          <a:ln w="19050">
            <a:solidFill>
              <a:srgbClr val="4F6F8C"/>
            </a:solidFill>
          </a:ln>
        </p:spPr>
      </p:pic>
      <p:pic>
        <p:nvPicPr>
          <p:cNvPr id="19" name="Immagine 18">
            <a:extLst>
              <a:ext uri="{FF2B5EF4-FFF2-40B4-BE49-F238E27FC236}">
                <a16:creationId xmlns:a16="http://schemas.microsoft.com/office/drawing/2014/main" id="{7085F687-E544-39C8-CD08-34A3C1FCB627}"/>
              </a:ext>
            </a:extLst>
          </p:cNvPr>
          <p:cNvPicPr>
            <a:picLocks noChangeAspect="1"/>
          </p:cNvPicPr>
          <p:nvPr/>
        </p:nvPicPr>
        <p:blipFill>
          <a:blip r:embed="rId5"/>
          <a:stretch>
            <a:fillRect/>
          </a:stretch>
        </p:blipFill>
        <p:spPr>
          <a:xfrm>
            <a:off x="5145997" y="2212541"/>
            <a:ext cx="2620068" cy="937260"/>
          </a:xfrm>
          <a:prstGeom prst="rect">
            <a:avLst/>
          </a:prstGeom>
          <a:ln w="19050">
            <a:solidFill>
              <a:srgbClr val="4F6F8C"/>
            </a:solidFill>
          </a:ln>
        </p:spPr>
      </p:pic>
      <p:pic>
        <p:nvPicPr>
          <p:cNvPr id="20" name="Immagine 19">
            <a:extLst>
              <a:ext uri="{FF2B5EF4-FFF2-40B4-BE49-F238E27FC236}">
                <a16:creationId xmlns:a16="http://schemas.microsoft.com/office/drawing/2014/main" id="{556D8118-A023-C6D2-7E6A-D7CF276D5889}"/>
              </a:ext>
            </a:extLst>
          </p:cNvPr>
          <p:cNvPicPr>
            <a:picLocks noChangeAspect="1"/>
          </p:cNvPicPr>
          <p:nvPr/>
        </p:nvPicPr>
        <p:blipFill>
          <a:blip r:embed="rId6"/>
          <a:stretch/>
        </p:blipFill>
        <p:spPr>
          <a:xfrm>
            <a:off x="5145997" y="3491015"/>
            <a:ext cx="2620069" cy="866981"/>
          </a:xfrm>
          <a:prstGeom prst="rect">
            <a:avLst/>
          </a:prstGeom>
          <a:ln w="19050">
            <a:solidFill>
              <a:srgbClr val="4F6F8C"/>
            </a:solidFill>
          </a:ln>
        </p:spPr>
      </p:pic>
      <p:pic>
        <p:nvPicPr>
          <p:cNvPr id="3" name="Immagine 2">
            <a:extLst>
              <a:ext uri="{FF2B5EF4-FFF2-40B4-BE49-F238E27FC236}">
                <a16:creationId xmlns:a16="http://schemas.microsoft.com/office/drawing/2014/main" id="{0C5CA99D-416D-0E3F-548D-55B1771D9FA8}"/>
              </a:ext>
            </a:extLst>
          </p:cNvPr>
          <p:cNvPicPr>
            <a:picLocks noChangeAspect="1"/>
          </p:cNvPicPr>
          <p:nvPr/>
        </p:nvPicPr>
        <p:blipFill>
          <a:blip r:embed="rId7"/>
          <a:stretch/>
        </p:blipFill>
        <p:spPr>
          <a:xfrm>
            <a:off x="8176260" y="4410476"/>
            <a:ext cx="795744" cy="606699"/>
          </a:xfrm>
          <a:prstGeom prst="rect">
            <a:avLst/>
          </a:prstGeom>
        </p:spPr>
      </p:pic>
    </p:spTree>
    <p:extLst>
      <p:ext uri="{BB962C8B-B14F-4D97-AF65-F5344CB8AC3E}">
        <p14:creationId xmlns:p14="http://schemas.microsoft.com/office/powerpoint/2010/main" val="212355304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31E16B-433C-BD56-05E1-4451129B7979}"/>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DB11A08C-5F90-6741-AF52-10F820E89D3F}"/>
              </a:ext>
            </a:extLst>
          </p:cNvPr>
          <p:cNvSpPr>
            <a:spLocks noGrp="1"/>
          </p:cNvSpPr>
          <p:nvPr>
            <p:ph type="title"/>
          </p:nvPr>
        </p:nvSpPr>
        <p:spPr/>
        <p:txBody>
          <a:bodyPr/>
          <a:lstStyle/>
          <a:p>
            <a:r>
              <a:rPr lang="it-IT" b="1" dirty="0"/>
              <a:t>Selezione Dati:</a:t>
            </a:r>
          </a:p>
        </p:txBody>
      </p:sp>
      <p:pic>
        <p:nvPicPr>
          <p:cNvPr id="7" name="Immagine 6">
            <a:extLst>
              <a:ext uri="{FF2B5EF4-FFF2-40B4-BE49-F238E27FC236}">
                <a16:creationId xmlns:a16="http://schemas.microsoft.com/office/drawing/2014/main" id="{AB1B1C4F-1E02-AA7C-15CE-08D43B3918FF}"/>
              </a:ext>
            </a:extLst>
          </p:cNvPr>
          <p:cNvPicPr>
            <a:picLocks noChangeAspect="1"/>
          </p:cNvPicPr>
          <p:nvPr/>
        </p:nvPicPr>
        <p:blipFill>
          <a:blip r:embed="rId2"/>
          <a:stretch>
            <a:fillRect/>
          </a:stretch>
        </p:blipFill>
        <p:spPr>
          <a:xfrm>
            <a:off x="639006" y="1370084"/>
            <a:ext cx="8059275" cy="3343742"/>
          </a:xfrm>
          <a:prstGeom prst="rect">
            <a:avLst/>
          </a:prstGeom>
          <a:ln w="19050">
            <a:solidFill>
              <a:srgbClr val="4F6F8C"/>
            </a:solidFill>
          </a:ln>
        </p:spPr>
      </p:pic>
      <p:pic>
        <p:nvPicPr>
          <p:cNvPr id="2" name="Immagine 1">
            <a:extLst>
              <a:ext uri="{FF2B5EF4-FFF2-40B4-BE49-F238E27FC236}">
                <a16:creationId xmlns:a16="http://schemas.microsoft.com/office/drawing/2014/main" id="{06B966A1-3202-782D-FD7A-AEC6660E81CC}"/>
              </a:ext>
            </a:extLst>
          </p:cNvPr>
          <p:cNvPicPr>
            <a:picLocks noChangeAspect="1"/>
          </p:cNvPicPr>
          <p:nvPr/>
        </p:nvPicPr>
        <p:blipFill>
          <a:blip r:embed="rId3"/>
          <a:stretch/>
        </p:blipFill>
        <p:spPr>
          <a:xfrm>
            <a:off x="8176260" y="4410476"/>
            <a:ext cx="795744" cy="606699"/>
          </a:xfrm>
          <a:prstGeom prst="rect">
            <a:avLst/>
          </a:prstGeom>
        </p:spPr>
      </p:pic>
    </p:spTree>
    <p:extLst>
      <p:ext uri="{BB962C8B-B14F-4D97-AF65-F5344CB8AC3E}">
        <p14:creationId xmlns:p14="http://schemas.microsoft.com/office/powerpoint/2010/main" val="76380075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4E8624-0DE6-9B26-6DA9-5918A0C39BFC}"/>
            </a:ext>
          </a:extLst>
        </p:cNvPr>
        <p:cNvGrpSpPr/>
        <p:nvPr/>
      </p:nvGrpSpPr>
      <p:grpSpPr>
        <a:xfrm>
          <a:off x="0" y="0"/>
          <a:ext cx="0" cy="0"/>
          <a:chOff x="0" y="0"/>
          <a:chExt cx="0" cy="0"/>
        </a:xfrm>
      </p:grpSpPr>
      <p:sp>
        <p:nvSpPr>
          <p:cNvPr id="21" name="Rettangolo 20">
            <a:extLst>
              <a:ext uri="{FF2B5EF4-FFF2-40B4-BE49-F238E27FC236}">
                <a16:creationId xmlns:a16="http://schemas.microsoft.com/office/drawing/2014/main" id="{6BCC5B63-3E91-5442-431D-D4B6187083CD}"/>
              </a:ext>
            </a:extLst>
          </p:cNvPr>
          <p:cNvSpPr/>
          <p:nvPr/>
        </p:nvSpPr>
        <p:spPr>
          <a:xfrm>
            <a:off x="341611" y="1249021"/>
            <a:ext cx="8460777" cy="3355584"/>
          </a:xfrm>
          <a:prstGeom prst="rect">
            <a:avLst/>
          </a:prstGeom>
          <a:ln w="28575">
            <a:solidFill>
              <a:srgbClr val="4F6F8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grpSp>
        <p:nvGrpSpPr>
          <p:cNvPr id="17" name="Gruppo 16">
            <a:extLst>
              <a:ext uri="{FF2B5EF4-FFF2-40B4-BE49-F238E27FC236}">
                <a16:creationId xmlns:a16="http://schemas.microsoft.com/office/drawing/2014/main" id="{6E92C2BF-CDAA-605F-6733-745CB4A97161}"/>
              </a:ext>
            </a:extLst>
          </p:cNvPr>
          <p:cNvGrpSpPr/>
          <p:nvPr/>
        </p:nvGrpSpPr>
        <p:grpSpPr>
          <a:xfrm>
            <a:off x="341611" y="1249021"/>
            <a:ext cx="8460777" cy="3355583"/>
            <a:chOff x="407872" y="1358243"/>
            <a:chExt cx="8460777" cy="3355583"/>
          </a:xfrm>
        </p:grpSpPr>
        <p:pic>
          <p:nvPicPr>
            <p:cNvPr id="9" name="Immagine 8">
              <a:extLst>
                <a:ext uri="{FF2B5EF4-FFF2-40B4-BE49-F238E27FC236}">
                  <a16:creationId xmlns:a16="http://schemas.microsoft.com/office/drawing/2014/main" id="{3087CEDB-DB7D-B966-E5A0-9616E48A31C8}"/>
                </a:ext>
              </a:extLst>
            </p:cNvPr>
            <p:cNvPicPr>
              <a:picLocks noChangeAspect="1"/>
            </p:cNvPicPr>
            <p:nvPr/>
          </p:nvPicPr>
          <p:blipFill>
            <a:blip r:embed="rId2"/>
            <a:stretch>
              <a:fillRect/>
            </a:stretch>
          </p:blipFill>
          <p:spPr>
            <a:xfrm>
              <a:off x="407872" y="1358243"/>
              <a:ext cx="3817832" cy="3355583"/>
            </a:xfrm>
            <a:prstGeom prst="rect">
              <a:avLst/>
            </a:prstGeom>
          </p:spPr>
        </p:pic>
        <p:pic>
          <p:nvPicPr>
            <p:cNvPr id="14" name="Immagine 13">
              <a:extLst>
                <a:ext uri="{FF2B5EF4-FFF2-40B4-BE49-F238E27FC236}">
                  <a16:creationId xmlns:a16="http://schemas.microsoft.com/office/drawing/2014/main" id="{9D2CDD2B-5290-BEEC-2441-93AA676C501E}"/>
                </a:ext>
              </a:extLst>
            </p:cNvPr>
            <p:cNvPicPr>
              <a:picLocks noChangeAspect="1"/>
            </p:cNvPicPr>
            <p:nvPr/>
          </p:nvPicPr>
          <p:blipFill>
            <a:blip r:embed="rId3"/>
            <a:stretch>
              <a:fillRect/>
            </a:stretch>
          </p:blipFill>
          <p:spPr>
            <a:xfrm>
              <a:off x="4225704" y="1358243"/>
              <a:ext cx="4642945" cy="3355583"/>
            </a:xfrm>
            <a:prstGeom prst="rect">
              <a:avLst/>
            </a:prstGeom>
          </p:spPr>
        </p:pic>
      </p:grpSp>
      <p:pic>
        <p:nvPicPr>
          <p:cNvPr id="2" name="Immagine 1">
            <a:extLst>
              <a:ext uri="{FF2B5EF4-FFF2-40B4-BE49-F238E27FC236}">
                <a16:creationId xmlns:a16="http://schemas.microsoft.com/office/drawing/2014/main" id="{8BAC35BA-A364-4FA4-D0A2-42468461722F}"/>
              </a:ext>
            </a:extLst>
          </p:cNvPr>
          <p:cNvPicPr>
            <a:picLocks noChangeAspect="1"/>
          </p:cNvPicPr>
          <p:nvPr/>
        </p:nvPicPr>
        <p:blipFill>
          <a:blip r:embed="rId4"/>
          <a:stretch/>
        </p:blipFill>
        <p:spPr>
          <a:xfrm>
            <a:off x="8176260" y="4410476"/>
            <a:ext cx="795744" cy="606699"/>
          </a:xfrm>
          <a:prstGeom prst="rect">
            <a:avLst/>
          </a:prstGeom>
        </p:spPr>
      </p:pic>
      <p:sp>
        <p:nvSpPr>
          <p:cNvPr id="6" name="Titolo 3">
            <a:extLst>
              <a:ext uri="{FF2B5EF4-FFF2-40B4-BE49-F238E27FC236}">
                <a16:creationId xmlns:a16="http://schemas.microsoft.com/office/drawing/2014/main" id="{D0FB93F2-EA86-23BD-3768-B1FB45DDE5B9}"/>
              </a:ext>
            </a:extLst>
          </p:cNvPr>
          <p:cNvSpPr>
            <a:spLocks noGrp="1"/>
          </p:cNvSpPr>
          <p:nvPr>
            <p:ph type="title"/>
          </p:nvPr>
        </p:nvSpPr>
        <p:spPr>
          <a:xfrm>
            <a:off x="305193" y="419950"/>
            <a:ext cx="7708500" cy="572700"/>
          </a:xfrm>
        </p:spPr>
        <p:txBody>
          <a:bodyPr/>
          <a:lstStyle/>
          <a:p>
            <a:r>
              <a:rPr lang="it-IT" b="1" dirty="0"/>
              <a:t>Generazione Automatica CDA:</a:t>
            </a:r>
          </a:p>
        </p:txBody>
      </p:sp>
    </p:spTree>
    <p:extLst>
      <p:ext uri="{BB962C8B-B14F-4D97-AF65-F5344CB8AC3E}">
        <p14:creationId xmlns:p14="http://schemas.microsoft.com/office/powerpoint/2010/main" val="259831830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8848EC-5670-0F8E-B7F8-2E7D32767209}"/>
            </a:ext>
          </a:extLst>
        </p:cNvPr>
        <p:cNvGrpSpPr/>
        <p:nvPr/>
      </p:nvGrpSpPr>
      <p:grpSpPr>
        <a:xfrm>
          <a:off x="0" y="0"/>
          <a:ext cx="0" cy="0"/>
          <a:chOff x="0" y="0"/>
          <a:chExt cx="0" cy="0"/>
        </a:xfrm>
      </p:grpSpPr>
      <p:sp>
        <p:nvSpPr>
          <p:cNvPr id="7" name="Rettangolo 6">
            <a:extLst>
              <a:ext uri="{FF2B5EF4-FFF2-40B4-BE49-F238E27FC236}">
                <a16:creationId xmlns:a16="http://schemas.microsoft.com/office/drawing/2014/main" id="{43A60331-BC0C-D192-85F8-70B29C5E9D34}"/>
              </a:ext>
            </a:extLst>
          </p:cNvPr>
          <p:cNvSpPr/>
          <p:nvPr/>
        </p:nvSpPr>
        <p:spPr>
          <a:xfrm>
            <a:off x="719999" y="1314678"/>
            <a:ext cx="7704002" cy="2955745"/>
          </a:xfrm>
          <a:prstGeom prst="rect">
            <a:avLst/>
          </a:prstGeom>
          <a:ln w="28575">
            <a:solidFill>
              <a:srgbClr val="4F6F8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3" name="Immagine 2">
            <a:extLst>
              <a:ext uri="{FF2B5EF4-FFF2-40B4-BE49-F238E27FC236}">
                <a16:creationId xmlns:a16="http://schemas.microsoft.com/office/drawing/2014/main" id="{9EF86B3A-BA05-C96E-53DA-F64F226E8C23}"/>
              </a:ext>
            </a:extLst>
          </p:cNvPr>
          <p:cNvPicPr>
            <a:picLocks noChangeAspect="1"/>
          </p:cNvPicPr>
          <p:nvPr/>
        </p:nvPicPr>
        <p:blipFill>
          <a:blip r:embed="rId2"/>
          <a:stretch>
            <a:fillRect/>
          </a:stretch>
        </p:blipFill>
        <p:spPr>
          <a:xfrm>
            <a:off x="719999" y="1314718"/>
            <a:ext cx="2940283" cy="2955705"/>
          </a:xfrm>
          <a:prstGeom prst="rect">
            <a:avLst/>
          </a:prstGeom>
        </p:spPr>
      </p:pic>
      <p:pic>
        <p:nvPicPr>
          <p:cNvPr id="6" name="Immagine 5">
            <a:extLst>
              <a:ext uri="{FF2B5EF4-FFF2-40B4-BE49-F238E27FC236}">
                <a16:creationId xmlns:a16="http://schemas.microsoft.com/office/drawing/2014/main" id="{B95564AD-C0E3-E545-B279-5693E78C0B96}"/>
              </a:ext>
            </a:extLst>
          </p:cNvPr>
          <p:cNvPicPr>
            <a:picLocks noChangeAspect="1"/>
          </p:cNvPicPr>
          <p:nvPr/>
        </p:nvPicPr>
        <p:blipFill>
          <a:blip r:embed="rId3"/>
          <a:stretch>
            <a:fillRect/>
          </a:stretch>
        </p:blipFill>
        <p:spPr>
          <a:xfrm>
            <a:off x="3595358" y="1314678"/>
            <a:ext cx="4833142" cy="2957594"/>
          </a:xfrm>
          <a:prstGeom prst="rect">
            <a:avLst/>
          </a:prstGeom>
        </p:spPr>
      </p:pic>
      <p:sp>
        <p:nvSpPr>
          <p:cNvPr id="8" name="CasellaDiTesto 7">
            <a:extLst>
              <a:ext uri="{FF2B5EF4-FFF2-40B4-BE49-F238E27FC236}">
                <a16:creationId xmlns:a16="http://schemas.microsoft.com/office/drawing/2014/main" id="{4336F9C1-6ED9-7E42-2094-AE104682959D}"/>
              </a:ext>
            </a:extLst>
          </p:cNvPr>
          <p:cNvSpPr txBox="1"/>
          <p:nvPr/>
        </p:nvSpPr>
        <p:spPr>
          <a:xfrm>
            <a:off x="719999" y="4594302"/>
            <a:ext cx="2442301" cy="307777"/>
          </a:xfrm>
          <a:prstGeom prst="rect">
            <a:avLst/>
          </a:prstGeom>
          <a:noFill/>
        </p:spPr>
        <p:txBody>
          <a:bodyPr wrap="square" rtlCol="0">
            <a:spAutoFit/>
          </a:bodyPr>
          <a:lstStyle/>
          <a:p>
            <a:r>
              <a:rPr lang="it-IT" dirty="0">
                <a:hlinkClick r:id="rId4" action="ppaction://hlinkpres?slideindex=1&amp;slidetitle="/>
              </a:rPr>
              <a:t>Esempio CDA-HL7 televisita</a:t>
            </a:r>
            <a:endParaRPr lang="it-IT" dirty="0"/>
          </a:p>
        </p:txBody>
      </p:sp>
      <p:pic>
        <p:nvPicPr>
          <p:cNvPr id="2" name="Immagine 1">
            <a:extLst>
              <a:ext uri="{FF2B5EF4-FFF2-40B4-BE49-F238E27FC236}">
                <a16:creationId xmlns:a16="http://schemas.microsoft.com/office/drawing/2014/main" id="{739BEF0E-E550-E8AC-B546-F11F53CE5CB3}"/>
              </a:ext>
            </a:extLst>
          </p:cNvPr>
          <p:cNvPicPr>
            <a:picLocks noChangeAspect="1"/>
          </p:cNvPicPr>
          <p:nvPr/>
        </p:nvPicPr>
        <p:blipFill>
          <a:blip r:embed="rId5"/>
          <a:stretch/>
        </p:blipFill>
        <p:spPr>
          <a:xfrm>
            <a:off x="8176260" y="4410476"/>
            <a:ext cx="795744" cy="606699"/>
          </a:xfrm>
          <a:prstGeom prst="rect">
            <a:avLst/>
          </a:prstGeom>
        </p:spPr>
      </p:pic>
      <p:sp>
        <p:nvSpPr>
          <p:cNvPr id="5" name="CasellaDiTesto 4">
            <a:extLst>
              <a:ext uri="{FF2B5EF4-FFF2-40B4-BE49-F238E27FC236}">
                <a16:creationId xmlns:a16="http://schemas.microsoft.com/office/drawing/2014/main" id="{E22D1FA1-E4B9-8BBD-D4D7-3E8EAE53D90B}"/>
              </a:ext>
            </a:extLst>
          </p:cNvPr>
          <p:cNvSpPr txBox="1"/>
          <p:nvPr/>
        </p:nvSpPr>
        <p:spPr>
          <a:xfrm>
            <a:off x="3443508" y="4594301"/>
            <a:ext cx="2442301" cy="307777"/>
          </a:xfrm>
          <a:prstGeom prst="rect">
            <a:avLst/>
          </a:prstGeom>
          <a:noFill/>
        </p:spPr>
        <p:txBody>
          <a:bodyPr wrap="square" rtlCol="0">
            <a:spAutoFit/>
          </a:bodyPr>
          <a:lstStyle/>
          <a:p>
            <a:r>
              <a:rPr lang="it-IT" dirty="0"/>
              <a:t>Esempio CDA-HL7 pss</a:t>
            </a:r>
          </a:p>
        </p:txBody>
      </p:sp>
      <p:sp>
        <p:nvSpPr>
          <p:cNvPr id="11" name="Titolo 3">
            <a:extLst>
              <a:ext uri="{FF2B5EF4-FFF2-40B4-BE49-F238E27FC236}">
                <a16:creationId xmlns:a16="http://schemas.microsoft.com/office/drawing/2014/main" id="{B7CD9261-D13E-8FBF-098C-CD2151CDA55C}"/>
              </a:ext>
            </a:extLst>
          </p:cNvPr>
          <p:cNvSpPr>
            <a:spLocks noGrp="1"/>
          </p:cNvSpPr>
          <p:nvPr>
            <p:ph type="title"/>
          </p:nvPr>
        </p:nvSpPr>
        <p:spPr>
          <a:xfrm>
            <a:off x="305193" y="419950"/>
            <a:ext cx="7708500" cy="572700"/>
          </a:xfrm>
        </p:spPr>
        <p:txBody>
          <a:bodyPr/>
          <a:lstStyle/>
          <a:p>
            <a:r>
              <a:rPr lang="it-IT" b="1" dirty="0"/>
              <a:t>Generazione Automatica CDA:</a:t>
            </a:r>
          </a:p>
        </p:txBody>
      </p:sp>
    </p:spTree>
    <p:extLst>
      <p:ext uri="{BB962C8B-B14F-4D97-AF65-F5344CB8AC3E}">
        <p14:creationId xmlns:p14="http://schemas.microsoft.com/office/powerpoint/2010/main" val="250737754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868BC1-8AB0-F7F9-E078-91BEC6482DE5}"/>
            </a:ext>
          </a:extLst>
        </p:cNvPr>
        <p:cNvGrpSpPr/>
        <p:nvPr/>
      </p:nvGrpSpPr>
      <p:grpSpPr>
        <a:xfrm>
          <a:off x="0" y="0"/>
          <a:ext cx="0" cy="0"/>
          <a:chOff x="0" y="0"/>
          <a:chExt cx="0" cy="0"/>
        </a:xfrm>
      </p:grpSpPr>
      <p:sp>
        <p:nvSpPr>
          <p:cNvPr id="4" name="Titolo 3">
            <a:extLst>
              <a:ext uri="{FF2B5EF4-FFF2-40B4-BE49-F238E27FC236}">
                <a16:creationId xmlns:a16="http://schemas.microsoft.com/office/drawing/2014/main" id="{882C6E60-C5E8-90E6-E373-CFEB8998FA9C}"/>
              </a:ext>
            </a:extLst>
          </p:cNvPr>
          <p:cNvSpPr>
            <a:spLocks noGrp="1"/>
          </p:cNvSpPr>
          <p:nvPr>
            <p:ph type="title"/>
          </p:nvPr>
        </p:nvSpPr>
        <p:spPr/>
        <p:txBody>
          <a:bodyPr/>
          <a:lstStyle/>
          <a:p>
            <a:r>
              <a:rPr lang="it-IT" b="1" dirty="0"/>
              <a:t>Visualizzazione:</a:t>
            </a:r>
          </a:p>
        </p:txBody>
      </p:sp>
      <p:pic>
        <p:nvPicPr>
          <p:cNvPr id="3" name="Immagine 2">
            <a:extLst>
              <a:ext uri="{FF2B5EF4-FFF2-40B4-BE49-F238E27FC236}">
                <a16:creationId xmlns:a16="http://schemas.microsoft.com/office/drawing/2014/main" id="{A7F5011E-6B85-6196-9A4A-5E2AAD9051FE}"/>
              </a:ext>
            </a:extLst>
          </p:cNvPr>
          <p:cNvPicPr>
            <a:picLocks noChangeAspect="1"/>
          </p:cNvPicPr>
          <p:nvPr/>
        </p:nvPicPr>
        <p:blipFill>
          <a:blip r:embed="rId2"/>
          <a:stretch/>
        </p:blipFill>
        <p:spPr>
          <a:xfrm>
            <a:off x="8176260" y="4410476"/>
            <a:ext cx="795744" cy="606699"/>
          </a:xfrm>
          <a:prstGeom prst="rect">
            <a:avLst/>
          </a:prstGeom>
        </p:spPr>
      </p:pic>
      <p:sp>
        <p:nvSpPr>
          <p:cNvPr id="6" name="Segnaposto testo 5">
            <a:extLst>
              <a:ext uri="{FF2B5EF4-FFF2-40B4-BE49-F238E27FC236}">
                <a16:creationId xmlns:a16="http://schemas.microsoft.com/office/drawing/2014/main" id="{3878E42D-D7AF-3B13-C4B3-E74DE1FE9801}"/>
              </a:ext>
            </a:extLst>
          </p:cNvPr>
          <p:cNvSpPr>
            <a:spLocks noGrp="1"/>
          </p:cNvSpPr>
          <p:nvPr>
            <p:ph type="body" idx="1"/>
          </p:nvPr>
        </p:nvSpPr>
        <p:spPr>
          <a:xfrm>
            <a:off x="720000" y="1253895"/>
            <a:ext cx="6892380" cy="910185"/>
          </a:xfrm>
        </p:spPr>
        <p:txBody>
          <a:bodyPr/>
          <a:lstStyle/>
          <a:p>
            <a:pPr marL="139700" indent="0">
              <a:buNone/>
            </a:pPr>
            <a:r>
              <a:rPr lang="it-IT" dirty="0"/>
              <a:t>Un documento in formato xml risulta poco leggibile per personale non specializzato.</a:t>
            </a:r>
          </a:p>
          <a:p>
            <a:pPr marL="139700" indent="0">
              <a:buNone/>
            </a:pPr>
            <a:endParaRPr lang="it-IT" dirty="0"/>
          </a:p>
          <a:p>
            <a:pPr marL="139700" indent="0">
              <a:buNone/>
            </a:pPr>
            <a:r>
              <a:rPr lang="it-IT" dirty="0"/>
              <a:t>Metodi per visualizzare:</a:t>
            </a:r>
          </a:p>
          <a:p>
            <a:r>
              <a:rPr lang="it-IT" dirty="0"/>
              <a:t>Template: </a:t>
            </a:r>
            <a:r>
              <a:rPr lang="it-IT" dirty="0">
                <a:hlinkClick r:id="rId3"/>
              </a:rPr>
              <a:t>https://github.com/HL7/CDA-core-xsl/blob/master/CDA.xsl</a:t>
            </a:r>
            <a:endParaRPr lang="it-IT" dirty="0"/>
          </a:p>
          <a:p>
            <a:r>
              <a:rPr lang="it-IT" dirty="0"/>
              <a:t>Siti specifici: </a:t>
            </a:r>
            <a:r>
              <a:rPr lang="it-IT" dirty="0">
                <a:hlinkClick r:id="rId4"/>
              </a:rPr>
              <a:t>https://www.ccdaviewer.com/</a:t>
            </a:r>
            <a:r>
              <a:rPr lang="it-IT" dirty="0"/>
              <a:t> 		</a:t>
            </a:r>
          </a:p>
          <a:p>
            <a:pPr marL="139700" indent="0">
              <a:buNone/>
            </a:pPr>
            <a:endParaRPr lang="it-IT" dirty="0">
              <a:hlinkClick r:id="rId5" action="ppaction://hlinkfile"/>
            </a:endParaRPr>
          </a:p>
          <a:p>
            <a:pPr marL="139700" indent="0">
              <a:buNone/>
            </a:pPr>
            <a:r>
              <a:rPr lang="it-IT" dirty="0">
                <a:hlinkClick r:id="rId5" action="ppaction://hlinkfile"/>
              </a:rPr>
              <a:t>Esempio televisita</a:t>
            </a:r>
            <a:endParaRPr lang="it-IT" dirty="0"/>
          </a:p>
          <a:p>
            <a:pPr marL="139700" indent="0">
              <a:buNone/>
            </a:pPr>
            <a:r>
              <a:rPr lang="it-IT" dirty="0"/>
              <a:t>Esempio pss</a:t>
            </a:r>
          </a:p>
        </p:txBody>
      </p:sp>
    </p:spTree>
    <p:extLst>
      <p:ext uri="{BB962C8B-B14F-4D97-AF65-F5344CB8AC3E}">
        <p14:creationId xmlns:p14="http://schemas.microsoft.com/office/powerpoint/2010/main" val="149824695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024"/>
        <p:cNvGrpSpPr/>
        <p:nvPr/>
      </p:nvGrpSpPr>
      <p:grpSpPr>
        <a:xfrm>
          <a:off x="0" y="0"/>
          <a:ext cx="0" cy="0"/>
          <a:chOff x="0" y="0"/>
          <a:chExt cx="0" cy="0"/>
        </a:xfrm>
      </p:grpSpPr>
      <p:sp>
        <p:nvSpPr>
          <p:cNvPr id="1025" name="Google Shape;1025;p47"/>
          <p:cNvSpPr txBox="1">
            <a:spLocks noGrp="1"/>
          </p:cNvSpPr>
          <p:nvPr>
            <p:ph type="body" idx="4294967295"/>
          </p:nvPr>
        </p:nvSpPr>
        <p:spPr>
          <a:xfrm>
            <a:off x="720000" y="1544150"/>
            <a:ext cx="5136300" cy="2891100"/>
          </a:xfrm>
          <a:prstGeom prst="rect">
            <a:avLst/>
          </a:prstGeom>
        </p:spPr>
        <p:txBody>
          <a:bodyPr spcFirstLastPara="1" wrap="square" lIns="91425" tIns="91425" rIns="91425" bIns="91425" anchor="t" anchorCtr="0">
            <a:noAutofit/>
          </a:bodyPr>
          <a:lstStyle/>
          <a:p>
            <a:pPr marL="457200" lvl="0" indent="-317500" algn="l" rtl="0">
              <a:lnSpc>
                <a:spcPct val="115000"/>
              </a:lnSpc>
              <a:spcBef>
                <a:spcPts val="0"/>
              </a:spcBef>
              <a:spcAft>
                <a:spcPts val="0"/>
              </a:spcAft>
              <a:buSzPts val="1400"/>
              <a:buChar char="●"/>
            </a:pPr>
            <a:r>
              <a:rPr lang="it-IT" sz="1400" noProof="0" dirty="0"/>
              <a:t>AUTHOR (YEAR). </a:t>
            </a:r>
            <a:r>
              <a:rPr lang="it-IT" sz="1400" i="1" noProof="0" dirty="0"/>
              <a:t>Title of the </a:t>
            </a:r>
            <a:r>
              <a:rPr lang="it-IT" sz="1400" i="1" noProof="0" dirty="0" err="1"/>
              <a:t>publication</a:t>
            </a:r>
            <a:r>
              <a:rPr lang="it-IT" sz="1400" noProof="0" dirty="0"/>
              <a:t>. Publisher</a:t>
            </a:r>
          </a:p>
          <a:p>
            <a:pPr marL="457200" lvl="0" indent="-317500" algn="l" rtl="0">
              <a:lnSpc>
                <a:spcPct val="115000"/>
              </a:lnSpc>
              <a:spcBef>
                <a:spcPts val="1000"/>
              </a:spcBef>
              <a:spcAft>
                <a:spcPts val="0"/>
              </a:spcAft>
              <a:buSzPts val="1400"/>
              <a:buChar char="●"/>
            </a:pPr>
            <a:r>
              <a:rPr lang="it-IT" sz="1400" noProof="0" dirty="0"/>
              <a:t>AUTHOR (YEAR). </a:t>
            </a:r>
            <a:r>
              <a:rPr lang="it-IT" sz="1400" i="1" noProof="0" dirty="0"/>
              <a:t>Title of the </a:t>
            </a:r>
            <a:r>
              <a:rPr lang="it-IT" sz="1400" i="1" noProof="0" dirty="0" err="1"/>
              <a:t>publication</a:t>
            </a:r>
            <a:r>
              <a:rPr lang="it-IT" sz="1400" noProof="0" dirty="0"/>
              <a:t>. Publisher</a:t>
            </a:r>
          </a:p>
          <a:p>
            <a:pPr marL="457200" lvl="0" indent="-317500" algn="l" rtl="0">
              <a:lnSpc>
                <a:spcPct val="115000"/>
              </a:lnSpc>
              <a:spcBef>
                <a:spcPts val="1000"/>
              </a:spcBef>
              <a:spcAft>
                <a:spcPts val="0"/>
              </a:spcAft>
              <a:buSzPts val="1400"/>
              <a:buChar char="●"/>
            </a:pPr>
            <a:r>
              <a:rPr lang="it-IT" sz="1400" noProof="0" dirty="0"/>
              <a:t>AUTHOR (YEAR). </a:t>
            </a:r>
            <a:r>
              <a:rPr lang="it-IT" sz="1400" i="1" noProof="0" dirty="0"/>
              <a:t>Title of the </a:t>
            </a:r>
            <a:r>
              <a:rPr lang="it-IT" sz="1400" i="1" noProof="0" dirty="0" err="1"/>
              <a:t>publication</a:t>
            </a:r>
            <a:r>
              <a:rPr lang="it-IT" sz="1400" noProof="0" dirty="0"/>
              <a:t>. Publisher</a:t>
            </a:r>
          </a:p>
          <a:p>
            <a:pPr marL="457200" lvl="0" indent="-317500" algn="l" rtl="0">
              <a:lnSpc>
                <a:spcPct val="115000"/>
              </a:lnSpc>
              <a:spcBef>
                <a:spcPts val="1000"/>
              </a:spcBef>
              <a:spcAft>
                <a:spcPts val="0"/>
              </a:spcAft>
              <a:buSzPts val="1400"/>
              <a:buChar char="●"/>
            </a:pPr>
            <a:r>
              <a:rPr lang="it-IT" sz="1400" noProof="0" dirty="0"/>
              <a:t>AUTHOR (YEAR). </a:t>
            </a:r>
            <a:r>
              <a:rPr lang="it-IT" sz="1400" i="1" noProof="0" dirty="0"/>
              <a:t>Title of the </a:t>
            </a:r>
            <a:r>
              <a:rPr lang="it-IT" sz="1400" i="1" noProof="0" dirty="0" err="1"/>
              <a:t>publication</a:t>
            </a:r>
            <a:r>
              <a:rPr lang="it-IT" sz="1400" noProof="0" dirty="0"/>
              <a:t>. Publisher</a:t>
            </a:r>
          </a:p>
          <a:p>
            <a:pPr marL="457200" lvl="0" indent="-317500" algn="l" rtl="0">
              <a:lnSpc>
                <a:spcPct val="115000"/>
              </a:lnSpc>
              <a:spcBef>
                <a:spcPts val="1000"/>
              </a:spcBef>
              <a:spcAft>
                <a:spcPts val="0"/>
              </a:spcAft>
              <a:buSzPts val="1400"/>
              <a:buChar char="●"/>
            </a:pPr>
            <a:r>
              <a:rPr lang="it-IT" sz="1400" noProof="0" dirty="0"/>
              <a:t>AUTHOR (YEAR). </a:t>
            </a:r>
            <a:r>
              <a:rPr lang="it-IT" sz="1400" i="1" noProof="0" dirty="0"/>
              <a:t>Title of the </a:t>
            </a:r>
            <a:r>
              <a:rPr lang="it-IT" sz="1400" i="1" noProof="0" dirty="0" err="1"/>
              <a:t>publication</a:t>
            </a:r>
            <a:r>
              <a:rPr lang="it-IT" sz="1400" noProof="0" dirty="0"/>
              <a:t>. Publisher</a:t>
            </a:r>
          </a:p>
          <a:p>
            <a:pPr marL="457200" lvl="0" indent="-317500" algn="l" rtl="0">
              <a:lnSpc>
                <a:spcPct val="115000"/>
              </a:lnSpc>
              <a:spcBef>
                <a:spcPts val="1000"/>
              </a:spcBef>
              <a:spcAft>
                <a:spcPts val="1000"/>
              </a:spcAft>
              <a:buSzPts val="1400"/>
              <a:buChar char="●"/>
            </a:pPr>
            <a:r>
              <a:rPr lang="it-IT" sz="1400" noProof="0" dirty="0"/>
              <a:t>AUTHOR (YEAR). </a:t>
            </a:r>
            <a:r>
              <a:rPr lang="it-IT" sz="1400" i="1" noProof="0" dirty="0"/>
              <a:t>Title of the </a:t>
            </a:r>
            <a:r>
              <a:rPr lang="it-IT" sz="1400" i="1" noProof="0" dirty="0" err="1"/>
              <a:t>publication</a:t>
            </a:r>
            <a:r>
              <a:rPr lang="it-IT" sz="1400" noProof="0" dirty="0"/>
              <a:t>. Publisher</a:t>
            </a:r>
          </a:p>
        </p:txBody>
      </p:sp>
      <p:sp>
        <p:nvSpPr>
          <p:cNvPr id="1026" name="Google Shape;1026;p47"/>
          <p:cNvSpPr txBox="1">
            <a:spLocks noGrp="1"/>
          </p:cNvSpPr>
          <p:nvPr>
            <p:ph type="title"/>
          </p:nvPr>
        </p:nvSpPr>
        <p:spPr>
          <a:xfrm>
            <a:off x="719999" y="538896"/>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noProof="0" dirty="0" err="1"/>
              <a:t>References</a:t>
            </a:r>
            <a:endParaRPr lang="it-IT" noProof="0" dirty="0"/>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asellaDiTesto 1">
            <a:extLst>
              <a:ext uri="{FF2B5EF4-FFF2-40B4-BE49-F238E27FC236}">
                <a16:creationId xmlns:a16="http://schemas.microsoft.com/office/drawing/2014/main" id="{3459E5D0-F701-1C8B-0EB0-0F00CE1E7F3A}"/>
              </a:ext>
            </a:extLst>
          </p:cNvPr>
          <p:cNvSpPr txBox="1"/>
          <p:nvPr/>
        </p:nvSpPr>
        <p:spPr>
          <a:xfrm>
            <a:off x="373380" y="396240"/>
            <a:ext cx="5532120" cy="1600438"/>
          </a:xfrm>
          <a:prstGeom prst="rect">
            <a:avLst/>
          </a:prstGeom>
          <a:noFill/>
        </p:spPr>
        <p:txBody>
          <a:bodyPr wrap="square" rtlCol="0">
            <a:spAutoFit/>
          </a:bodyPr>
          <a:lstStyle/>
          <a:p>
            <a:pPr marL="285750" indent="-285750">
              <a:buFont typeface="Arial" panose="020B0604020202020204" pitchFamily="34" charset="0"/>
              <a:buChar char="•"/>
            </a:pPr>
            <a:r>
              <a:rPr lang="it-IT" dirty="0" err="1"/>
              <a:t>Synapse</a:t>
            </a:r>
            <a:r>
              <a:rPr lang="it-IT" dirty="0"/>
              <a:t> e database</a:t>
            </a:r>
          </a:p>
          <a:p>
            <a:pPr marL="285750" indent="-285750">
              <a:buFont typeface="Arial" panose="020B0604020202020204" pitchFamily="34" charset="0"/>
              <a:buChar char="•"/>
            </a:pPr>
            <a:r>
              <a:rPr lang="it-IT" dirty="0"/>
              <a:t>Jinja</a:t>
            </a:r>
          </a:p>
          <a:p>
            <a:pPr marL="285750" indent="-285750">
              <a:buFont typeface="Arial" panose="020B0604020202020204" pitchFamily="34" charset="0"/>
              <a:buChar char="•"/>
            </a:pPr>
            <a:r>
              <a:rPr lang="it-IT" dirty="0" err="1"/>
              <a:t>Pandas</a:t>
            </a:r>
            <a:endParaRPr lang="it-IT" dirty="0"/>
          </a:p>
          <a:p>
            <a:pPr marL="285750" indent="-285750">
              <a:buFont typeface="Arial" panose="020B0604020202020204" pitchFamily="34" charset="0"/>
              <a:buChar char="•"/>
            </a:pPr>
            <a:r>
              <a:rPr lang="it-IT" dirty="0"/>
              <a:t>Os</a:t>
            </a:r>
          </a:p>
          <a:p>
            <a:pPr marL="285750" indent="-285750">
              <a:buFont typeface="Arial" panose="020B0604020202020204" pitchFamily="34" charset="0"/>
              <a:buChar char="•"/>
            </a:pPr>
            <a:r>
              <a:rPr lang="it-IT" dirty="0" err="1"/>
              <a:t>Datetime</a:t>
            </a:r>
            <a:endParaRPr lang="it-IT" dirty="0"/>
          </a:p>
          <a:p>
            <a:pPr marL="285750" indent="-285750">
              <a:buFont typeface="Arial" panose="020B0604020202020204" pitchFamily="34" charset="0"/>
              <a:buChar char="•"/>
            </a:pPr>
            <a:r>
              <a:rPr lang="it-IT" dirty="0" err="1"/>
              <a:t>Scikit-learn</a:t>
            </a:r>
            <a:endParaRPr lang="it-IT" dirty="0"/>
          </a:p>
          <a:p>
            <a:pPr marL="285750" indent="-285750">
              <a:buFont typeface="Arial" panose="020B0604020202020204" pitchFamily="34" charset="0"/>
              <a:buChar char="•"/>
            </a:pPr>
            <a:endParaRPr lang="it-IT" dirty="0"/>
          </a:p>
        </p:txBody>
      </p:sp>
    </p:spTree>
    <p:extLst>
      <p:ext uri="{BB962C8B-B14F-4D97-AF65-F5344CB8AC3E}">
        <p14:creationId xmlns:p14="http://schemas.microsoft.com/office/powerpoint/2010/main" val="362718570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044"/>
        <p:cNvGrpSpPr/>
        <p:nvPr/>
      </p:nvGrpSpPr>
      <p:grpSpPr>
        <a:xfrm>
          <a:off x="0" y="0"/>
          <a:ext cx="0" cy="0"/>
          <a:chOff x="0" y="0"/>
          <a:chExt cx="0" cy="0"/>
        </a:xfrm>
      </p:grpSpPr>
      <p:sp>
        <p:nvSpPr>
          <p:cNvPr id="1045" name="Google Shape;1045;p49"/>
          <p:cNvSpPr txBox="1">
            <a:spLocks noGrp="1"/>
          </p:cNvSpPr>
          <p:nvPr>
            <p:ph type="body" idx="4294967295"/>
          </p:nvPr>
        </p:nvSpPr>
        <p:spPr>
          <a:xfrm>
            <a:off x="4544400" y="4121144"/>
            <a:ext cx="3879600" cy="363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it-IT" sz="1200" noProof="0" dirty="0" err="1">
                <a:solidFill>
                  <a:srgbClr val="FFFFFF"/>
                </a:solidFill>
              </a:rPr>
              <a:t>Please</a:t>
            </a:r>
            <a:r>
              <a:rPr lang="it-IT" sz="1200" noProof="0" dirty="0">
                <a:solidFill>
                  <a:srgbClr val="FFFFFF"/>
                </a:solidFill>
              </a:rPr>
              <a:t> </a:t>
            </a:r>
            <a:r>
              <a:rPr lang="it-IT" sz="1200" noProof="0" dirty="0" err="1">
                <a:solidFill>
                  <a:srgbClr val="FFFFFF"/>
                </a:solidFill>
              </a:rPr>
              <a:t>keep</a:t>
            </a:r>
            <a:r>
              <a:rPr lang="it-IT" sz="1200" noProof="0" dirty="0">
                <a:solidFill>
                  <a:srgbClr val="FFFFFF"/>
                </a:solidFill>
              </a:rPr>
              <a:t> </a:t>
            </a:r>
            <a:r>
              <a:rPr lang="it-IT" sz="1200" noProof="0" dirty="0" err="1">
                <a:solidFill>
                  <a:srgbClr val="FFFFFF"/>
                </a:solidFill>
              </a:rPr>
              <a:t>this</a:t>
            </a:r>
            <a:r>
              <a:rPr lang="it-IT" sz="1200" noProof="0" dirty="0">
                <a:solidFill>
                  <a:srgbClr val="FFFFFF"/>
                </a:solidFill>
              </a:rPr>
              <a:t> slide for </a:t>
            </a:r>
            <a:r>
              <a:rPr lang="it-IT" sz="1200" noProof="0" dirty="0" err="1">
                <a:solidFill>
                  <a:srgbClr val="FFFFFF"/>
                </a:solidFill>
              </a:rPr>
              <a:t>attribution</a:t>
            </a:r>
            <a:r>
              <a:rPr lang="it-IT" sz="1200" noProof="0" dirty="0">
                <a:solidFill>
                  <a:srgbClr val="FFFFFF"/>
                </a:solidFill>
              </a:rPr>
              <a:t>.</a:t>
            </a:r>
          </a:p>
          <a:p>
            <a:pPr marL="0" lvl="0" indent="0" algn="r" rtl="0">
              <a:spcBef>
                <a:spcPts val="1600"/>
              </a:spcBef>
              <a:spcAft>
                <a:spcPts val="1600"/>
              </a:spcAft>
              <a:buNone/>
            </a:pPr>
            <a:endParaRPr lang="it-IT" sz="1200" noProof="0" dirty="0">
              <a:solidFill>
                <a:srgbClr val="FFFFFF"/>
              </a:solidFill>
            </a:endParaRPr>
          </a:p>
        </p:txBody>
      </p:sp>
      <p:sp>
        <p:nvSpPr>
          <p:cNvPr id="1046" name="Google Shape;1046;p49"/>
          <p:cNvSpPr txBox="1">
            <a:spLocks noGrp="1"/>
          </p:cNvSpPr>
          <p:nvPr>
            <p:ph type="title"/>
          </p:nvPr>
        </p:nvSpPr>
        <p:spPr>
          <a:xfrm>
            <a:off x="720000" y="997188"/>
            <a:ext cx="5518200" cy="86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it-IT" sz="4500" noProof="0" dirty="0">
                <a:solidFill>
                  <a:srgbClr val="FFFFFF"/>
                </a:solidFill>
              </a:rPr>
              <a:t>Thanks!</a:t>
            </a:r>
          </a:p>
        </p:txBody>
      </p:sp>
      <p:sp>
        <p:nvSpPr>
          <p:cNvPr id="1047" name="Google Shape;1047;p49"/>
          <p:cNvSpPr txBox="1">
            <a:spLocks noGrp="1"/>
          </p:cNvSpPr>
          <p:nvPr>
            <p:ph type="body" idx="4294967295"/>
          </p:nvPr>
        </p:nvSpPr>
        <p:spPr>
          <a:xfrm>
            <a:off x="720000" y="1892811"/>
            <a:ext cx="3586800" cy="363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it-IT" sz="1400" b="1" noProof="0" dirty="0">
                <a:solidFill>
                  <a:srgbClr val="FFFFFF"/>
                </a:solidFill>
              </a:rPr>
              <a:t>DO YOU HAVE ANY QUESTIONS</a:t>
            </a:r>
            <a:r>
              <a:rPr lang="it-IT" sz="1400" b="1" noProof="0" dirty="0">
                <a:solidFill>
                  <a:srgbClr val="FFFFFF"/>
                </a:solidFill>
                <a:uFill>
                  <a:noFill/>
                </a:uFill>
                <a:hlinkClick r:id="rId3">
                  <a:extLst>
                    <a:ext uri="{A12FA001-AC4F-418D-AE19-62706E023703}">
                      <ahyp:hlinkClr xmlns:ahyp="http://schemas.microsoft.com/office/drawing/2018/hyperlinkcolor" val="tx"/>
                    </a:ext>
                  </a:extLst>
                </a:hlinkClick>
              </a:rPr>
              <a:t>?</a:t>
            </a:r>
            <a:endParaRPr lang="it-IT" sz="1400" noProof="0" dirty="0">
              <a:solidFill>
                <a:srgbClr val="FFFFFF"/>
              </a:solidFill>
            </a:endParaRPr>
          </a:p>
        </p:txBody>
      </p:sp>
      <p:sp>
        <p:nvSpPr>
          <p:cNvPr id="1048" name="Google Shape;1048;p49"/>
          <p:cNvSpPr txBox="1">
            <a:spLocks noGrp="1"/>
          </p:cNvSpPr>
          <p:nvPr>
            <p:ph type="body" idx="4294967295"/>
          </p:nvPr>
        </p:nvSpPr>
        <p:spPr>
          <a:xfrm>
            <a:off x="720000" y="2283336"/>
            <a:ext cx="3465600" cy="868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it-IT" sz="1400" noProof="0" dirty="0">
                <a:solidFill>
                  <a:srgbClr val="FFFFFF"/>
                </a:solidFill>
              </a:rPr>
              <a:t>youremail@freepik.com</a:t>
            </a:r>
          </a:p>
          <a:p>
            <a:pPr marL="0" lvl="0" indent="0" algn="l" rtl="0">
              <a:spcBef>
                <a:spcPts val="0"/>
              </a:spcBef>
              <a:spcAft>
                <a:spcPts val="0"/>
              </a:spcAft>
              <a:buClr>
                <a:schemeClr val="dk1"/>
              </a:buClr>
              <a:buSzPts val="1100"/>
              <a:buFont typeface="Arial"/>
              <a:buNone/>
            </a:pPr>
            <a:r>
              <a:rPr lang="it-IT" sz="1400" noProof="0" dirty="0">
                <a:solidFill>
                  <a:srgbClr val="FFFFFF"/>
                </a:solidFill>
              </a:rPr>
              <a:t>+91 620 421 838</a:t>
            </a:r>
          </a:p>
          <a:p>
            <a:pPr marL="0" lvl="0" indent="0" algn="l" rtl="0">
              <a:spcBef>
                <a:spcPts val="0"/>
              </a:spcBef>
              <a:spcAft>
                <a:spcPts val="0"/>
              </a:spcAft>
              <a:buClr>
                <a:schemeClr val="dk1"/>
              </a:buClr>
              <a:buSzPts val="1100"/>
              <a:buFont typeface="Arial"/>
              <a:buNone/>
            </a:pPr>
            <a:r>
              <a:rPr lang="it-IT" sz="1400" noProof="0" dirty="0">
                <a:solidFill>
                  <a:srgbClr val="FFFFFF"/>
                </a:solidFill>
              </a:rPr>
              <a:t>yourcompany.com</a:t>
            </a:r>
          </a:p>
        </p:txBody>
      </p:sp>
      <p:grpSp>
        <p:nvGrpSpPr>
          <p:cNvPr id="1049" name="Google Shape;1049;p49"/>
          <p:cNvGrpSpPr/>
          <p:nvPr/>
        </p:nvGrpSpPr>
        <p:grpSpPr>
          <a:xfrm>
            <a:off x="6310555" y="2679813"/>
            <a:ext cx="356865" cy="356865"/>
            <a:chOff x="6310555" y="2679813"/>
            <a:chExt cx="356865" cy="356865"/>
          </a:xfrm>
        </p:grpSpPr>
        <p:sp>
          <p:nvSpPr>
            <p:cNvPr id="1050" name="Google Shape;1050;p49"/>
            <p:cNvSpPr/>
            <p:nvPr/>
          </p:nvSpPr>
          <p:spPr>
            <a:xfrm>
              <a:off x="6310555" y="2679813"/>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1" name="Google Shape;1051;p49"/>
            <p:cNvSpPr/>
            <p:nvPr/>
          </p:nvSpPr>
          <p:spPr>
            <a:xfrm>
              <a:off x="6372606" y="2757017"/>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52" name="Google Shape;1052;p49"/>
          <p:cNvGrpSpPr/>
          <p:nvPr/>
        </p:nvGrpSpPr>
        <p:grpSpPr>
          <a:xfrm>
            <a:off x="6855047" y="2679813"/>
            <a:ext cx="356865" cy="356498"/>
            <a:chOff x="6855047" y="2679813"/>
            <a:chExt cx="356865" cy="356498"/>
          </a:xfrm>
        </p:grpSpPr>
        <p:sp>
          <p:nvSpPr>
            <p:cNvPr id="1053" name="Google Shape;1053;p49"/>
            <p:cNvSpPr/>
            <p:nvPr/>
          </p:nvSpPr>
          <p:spPr>
            <a:xfrm>
              <a:off x="6855047" y="2679813"/>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 name="Google Shape;1054;p49"/>
            <p:cNvSpPr/>
            <p:nvPr/>
          </p:nvSpPr>
          <p:spPr>
            <a:xfrm>
              <a:off x="6919379" y="2743752"/>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 name="Google Shape;1055;p49"/>
            <p:cNvSpPr/>
            <p:nvPr/>
          </p:nvSpPr>
          <p:spPr>
            <a:xfrm>
              <a:off x="6953065" y="2797886"/>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6" name="Google Shape;1056;p49"/>
            <p:cNvSpPr/>
            <p:nvPr/>
          </p:nvSpPr>
          <p:spPr>
            <a:xfrm>
              <a:off x="7079815" y="2772903"/>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57" name="Google Shape;1057;p49"/>
          <p:cNvGrpSpPr/>
          <p:nvPr/>
        </p:nvGrpSpPr>
        <p:grpSpPr>
          <a:xfrm>
            <a:off x="7399540" y="2680102"/>
            <a:ext cx="356498" cy="356498"/>
            <a:chOff x="7399540" y="2680102"/>
            <a:chExt cx="356498" cy="356498"/>
          </a:xfrm>
        </p:grpSpPr>
        <p:sp>
          <p:nvSpPr>
            <p:cNvPr id="1058" name="Google Shape;1058;p49"/>
            <p:cNvSpPr/>
            <p:nvPr/>
          </p:nvSpPr>
          <p:spPr>
            <a:xfrm>
              <a:off x="7399540" y="2680102"/>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 name="Google Shape;1059;p49"/>
            <p:cNvSpPr/>
            <p:nvPr/>
          </p:nvSpPr>
          <p:spPr>
            <a:xfrm>
              <a:off x="7475616" y="2772300"/>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60" name="Google Shape;1060;p49"/>
          <p:cNvGrpSpPr/>
          <p:nvPr/>
        </p:nvGrpSpPr>
        <p:grpSpPr>
          <a:xfrm>
            <a:off x="7944059" y="2679053"/>
            <a:ext cx="375818" cy="357625"/>
            <a:chOff x="7944059" y="2679053"/>
            <a:chExt cx="375818" cy="357625"/>
          </a:xfrm>
        </p:grpSpPr>
        <p:sp>
          <p:nvSpPr>
            <p:cNvPr id="1061" name="Google Shape;1061;p49"/>
            <p:cNvSpPr/>
            <p:nvPr/>
          </p:nvSpPr>
          <p:spPr>
            <a:xfrm>
              <a:off x="7944059" y="2680941"/>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 name="Google Shape;1062;p49"/>
            <p:cNvSpPr/>
            <p:nvPr/>
          </p:nvSpPr>
          <p:spPr>
            <a:xfrm>
              <a:off x="8098465" y="2772903"/>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 name="Google Shape;1063;p49"/>
            <p:cNvSpPr/>
            <p:nvPr/>
          </p:nvSpPr>
          <p:spPr>
            <a:xfrm>
              <a:off x="7968649" y="2866359"/>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4" name="Google Shape;1064;p49"/>
            <p:cNvSpPr/>
            <p:nvPr/>
          </p:nvSpPr>
          <p:spPr>
            <a:xfrm>
              <a:off x="8067427" y="2843290"/>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5" name="Google Shape;1065;p49"/>
            <p:cNvSpPr/>
            <p:nvPr/>
          </p:nvSpPr>
          <p:spPr>
            <a:xfrm>
              <a:off x="8143503" y="2679053"/>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6" name="Google Shape;1066;p49"/>
            <p:cNvSpPr/>
            <p:nvPr/>
          </p:nvSpPr>
          <p:spPr>
            <a:xfrm>
              <a:off x="8172627" y="2711481"/>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7" name="Google Shape;1067;p49"/>
            <p:cNvSpPr/>
            <p:nvPr/>
          </p:nvSpPr>
          <p:spPr>
            <a:xfrm>
              <a:off x="8003396" y="275248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cxnSp>
        <p:nvCxnSpPr>
          <p:cNvPr id="1068" name="Google Shape;1068;p49"/>
          <p:cNvCxnSpPr/>
          <p:nvPr/>
        </p:nvCxnSpPr>
        <p:spPr>
          <a:xfrm>
            <a:off x="6192275" y="3284050"/>
            <a:ext cx="2127600" cy="0"/>
          </a:xfrm>
          <a:prstGeom prst="straightConnector1">
            <a:avLst/>
          </a:prstGeom>
          <a:noFill/>
          <a:ln w="28575" cap="flat" cmpd="sng">
            <a:solidFill>
              <a:schemeClr val="accent4"/>
            </a:solidFill>
            <a:prstDash val="solid"/>
            <a:round/>
            <a:headEnd type="none" w="med" len="med"/>
            <a:tailEnd type="none" w="med" len="med"/>
          </a:ln>
        </p:spPr>
      </p:cxn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noFill/>
        <a:effectLst/>
      </p:bgPr>
    </p:bg>
    <p:spTree>
      <p:nvGrpSpPr>
        <p:cNvPr id="1" name="Shape 4490"/>
        <p:cNvGrpSpPr/>
        <p:nvPr/>
      </p:nvGrpSpPr>
      <p:grpSpPr>
        <a:xfrm>
          <a:off x="0" y="0"/>
          <a:ext cx="0" cy="0"/>
          <a:chOff x="0" y="0"/>
          <a:chExt cx="0" cy="0"/>
        </a:xfrm>
      </p:grpSpPr>
      <p:sp>
        <p:nvSpPr>
          <p:cNvPr id="4491" name="Google Shape;4491;p51"/>
          <p:cNvSpPr txBox="1">
            <a:spLocks noGrp="1"/>
          </p:cNvSpPr>
          <p:nvPr>
            <p:ph type="body" idx="2"/>
          </p:nvPr>
        </p:nvSpPr>
        <p:spPr>
          <a:xfrm flipH="1">
            <a:off x="5260603" y="1855875"/>
            <a:ext cx="2783700" cy="3888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it-IT" sz="1200" b="1" noProof="0" dirty="0"/>
              <a:t>VECTORS</a:t>
            </a:r>
          </a:p>
        </p:txBody>
      </p:sp>
      <p:sp>
        <p:nvSpPr>
          <p:cNvPr id="4492" name="Google Shape;4492;p51"/>
          <p:cNvSpPr txBox="1">
            <a:spLocks noGrp="1"/>
          </p:cNvSpPr>
          <p:nvPr>
            <p:ph type="body" idx="2"/>
          </p:nvPr>
        </p:nvSpPr>
        <p:spPr>
          <a:xfrm flipH="1">
            <a:off x="4795500" y="2158367"/>
            <a:ext cx="3391800" cy="12720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SzPts val="1200"/>
              <a:buChar char="●"/>
            </a:pPr>
            <a:r>
              <a:rPr lang="it-IT" sz="1200" noProof="0" dirty="0" err="1">
                <a:uFill>
                  <a:noFill/>
                </a:uFill>
                <a:hlinkClick r:id="rId3"/>
              </a:rPr>
              <a:t>Geometric</a:t>
            </a:r>
            <a:r>
              <a:rPr lang="it-IT" sz="1200" noProof="0" dirty="0">
                <a:uFill>
                  <a:noFill/>
                </a:uFill>
                <a:hlinkClick r:id="rId3"/>
              </a:rPr>
              <a:t> background </a:t>
            </a:r>
            <a:r>
              <a:rPr lang="it-IT" sz="1200" noProof="0" dirty="0" err="1">
                <a:uFill>
                  <a:noFill/>
                </a:uFill>
                <a:hlinkClick r:id="rId3"/>
              </a:rPr>
              <a:t>molecules</a:t>
            </a:r>
            <a:r>
              <a:rPr lang="it-IT" sz="1200" noProof="0" dirty="0">
                <a:uFill>
                  <a:noFill/>
                </a:uFill>
                <a:hlinkClick r:id="rId3"/>
              </a:rPr>
              <a:t> line</a:t>
            </a:r>
            <a:endParaRPr lang="it-IT" sz="1200" noProof="0" dirty="0"/>
          </a:p>
          <a:p>
            <a:pPr marL="457200" lvl="0" indent="-304800" algn="l" rtl="0">
              <a:spcBef>
                <a:spcPts val="0"/>
              </a:spcBef>
              <a:spcAft>
                <a:spcPts val="0"/>
              </a:spcAft>
              <a:buSzPts val="1200"/>
              <a:buChar char="●"/>
            </a:pPr>
            <a:r>
              <a:rPr lang="it-IT" sz="1200" noProof="0" dirty="0" err="1">
                <a:uFill>
                  <a:noFill/>
                </a:uFill>
                <a:hlinkClick r:id="rId4"/>
              </a:rPr>
              <a:t>Medical</a:t>
            </a:r>
            <a:r>
              <a:rPr lang="it-IT" sz="1200" noProof="0" dirty="0">
                <a:uFill>
                  <a:noFill/>
                </a:uFill>
                <a:hlinkClick r:id="rId4"/>
              </a:rPr>
              <a:t> </a:t>
            </a:r>
            <a:r>
              <a:rPr lang="it-IT" sz="1200" noProof="0" dirty="0" err="1">
                <a:uFill>
                  <a:noFill/>
                </a:uFill>
                <a:hlinkClick r:id="rId4"/>
              </a:rPr>
              <a:t>infographic</a:t>
            </a:r>
            <a:r>
              <a:rPr lang="it-IT" sz="1200" noProof="0" dirty="0">
                <a:uFill>
                  <a:noFill/>
                </a:uFill>
                <a:hlinkClick r:id="rId4"/>
              </a:rPr>
              <a:t> </a:t>
            </a:r>
            <a:r>
              <a:rPr lang="it-IT" sz="1200" noProof="0" dirty="0" err="1">
                <a:uFill>
                  <a:noFill/>
                </a:uFill>
                <a:hlinkClick r:id="rId4"/>
              </a:rPr>
              <a:t>collection</a:t>
            </a:r>
            <a:r>
              <a:rPr lang="it-IT" sz="1200" noProof="0" dirty="0">
                <a:uFill>
                  <a:noFill/>
                </a:uFill>
                <a:hlinkClick r:id="rId4"/>
              </a:rPr>
              <a:t> template</a:t>
            </a:r>
            <a:endParaRPr lang="it-IT" sz="1200" noProof="0" dirty="0"/>
          </a:p>
          <a:p>
            <a:pPr marL="457200" lvl="0" indent="-304800" algn="l" rtl="0">
              <a:spcBef>
                <a:spcPts val="0"/>
              </a:spcBef>
              <a:spcAft>
                <a:spcPts val="0"/>
              </a:spcAft>
              <a:buSzPts val="1200"/>
              <a:buChar char="●"/>
            </a:pPr>
            <a:r>
              <a:rPr lang="it-IT" sz="1200" noProof="0" dirty="0" err="1">
                <a:uFill>
                  <a:noFill/>
                </a:uFill>
                <a:hlinkClick r:id="rId5"/>
              </a:rPr>
              <a:t>Colorful</a:t>
            </a:r>
            <a:r>
              <a:rPr lang="it-IT" sz="1200" noProof="0" dirty="0">
                <a:uFill>
                  <a:noFill/>
                </a:uFill>
                <a:hlinkClick r:id="rId5"/>
              </a:rPr>
              <a:t> </a:t>
            </a:r>
            <a:r>
              <a:rPr lang="it-IT" sz="1200" noProof="0" dirty="0" err="1">
                <a:uFill>
                  <a:noFill/>
                </a:uFill>
                <a:hlinkClick r:id="rId5"/>
              </a:rPr>
              <a:t>medical</a:t>
            </a:r>
            <a:r>
              <a:rPr lang="it-IT" sz="1200" noProof="0" dirty="0">
                <a:uFill>
                  <a:noFill/>
                </a:uFill>
                <a:hlinkClick r:id="rId5"/>
              </a:rPr>
              <a:t> </a:t>
            </a:r>
            <a:r>
              <a:rPr lang="it-IT" sz="1200" noProof="0" dirty="0" err="1">
                <a:uFill>
                  <a:noFill/>
                </a:uFill>
                <a:hlinkClick r:id="rId5"/>
              </a:rPr>
              <a:t>infographic</a:t>
            </a:r>
            <a:r>
              <a:rPr lang="it-IT" sz="1200" noProof="0" dirty="0">
                <a:uFill>
                  <a:noFill/>
                </a:uFill>
                <a:hlinkClick r:id="rId5"/>
              </a:rPr>
              <a:t> pack</a:t>
            </a:r>
            <a:endParaRPr lang="it-IT" sz="1200" noProof="0" dirty="0"/>
          </a:p>
          <a:p>
            <a:pPr marL="457200" lvl="0" indent="-304800" algn="l" rtl="0">
              <a:spcBef>
                <a:spcPts val="0"/>
              </a:spcBef>
              <a:spcAft>
                <a:spcPts val="0"/>
              </a:spcAft>
              <a:buSzPts val="1200"/>
              <a:buChar char="●"/>
            </a:pPr>
            <a:r>
              <a:rPr lang="it-IT" sz="1200" noProof="0" dirty="0" err="1">
                <a:uFill>
                  <a:noFill/>
                </a:uFill>
                <a:hlinkClick r:id="rId6"/>
              </a:rPr>
              <a:t>Medical</a:t>
            </a:r>
            <a:r>
              <a:rPr lang="it-IT" sz="1200" noProof="0" dirty="0">
                <a:uFill>
                  <a:noFill/>
                </a:uFill>
                <a:hlinkClick r:id="rId6"/>
              </a:rPr>
              <a:t> </a:t>
            </a:r>
            <a:r>
              <a:rPr lang="it-IT" sz="1200" noProof="0" dirty="0" err="1">
                <a:uFill>
                  <a:noFill/>
                </a:uFill>
                <a:hlinkClick r:id="rId6"/>
              </a:rPr>
              <a:t>infographic</a:t>
            </a:r>
            <a:r>
              <a:rPr lang="it-IT" sz="1200" noProof="0" dirty="0">
                <a:uFill>
                  <a:noFill/>
                </a:uFill>
                <a:hlinkClick r:id="rId6"/>
              </a:rPr>
              <a:t> template with human body</a:t>
            </a:r>
            <a:endParaRPr lang="it-IT" sz="1200" noProof="0" dirty="0"/>
          </a:p>
        </p:txBody>
      </p:sp>
      <p:sp>
        <p:nvSpPr>
          <p:cNvPr id="4493" name="Google Shape;4493;p51"/>
          <p:cNvSpPr txBox="1">
            <a:spLocks noGrp="1"/>
          </p:cNvSpPr>
          <p:nvPr>
            <p:ph type="body" idx="2"/>
          </p:nvPr>
        </p:nvSpPr>
        <p:spPr>
          <a:xfrm flipH="1">
            <a:off x="1474005" y="1855875"/>
            <a:ext cx="3124800" cy="3888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it-IT" sz="1200" b="1" noProof="0" dirty="0"/>
              <a:t>PHOTOS</a:t>
            </a:r>
          </a:p>
        </p:txBody>
      </p:sp>
      <p:sp>
        <p:nvSpPr>
          <p:cNvPr id="4494" name="Google Shape;4494;p51"/>
          <p:cNvSpPr txBox="1">
            <a:spLocks noGrp="1"/>
          </p:cNvSpPr>
          <p:nvPr>
            <p:ph type="body" idx="2"/>
          </p:nvPr>
        </p:nvSpPr>
        <p:spPr>
          <a:xfrm flipH="1">
            <a:off x="1066201" y="2158376"/>
            <a:ext cx="3689400" cy="22752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SzPts val="1200"/>
              <a:buChar char="●"/>
            </a:pPr>
            <a:r>
              <a:rPr lang="it-IT" sz="1200" noProof="0" dirty="0">
                <a:uFill>
                  <a:noFill/>
                </a:uFill>
                <a:hlinkClick r:id="rId7"/>
              </a:rPr>
              <a:t>Doctor holding </a:t>
            </a:r>
            <a:r>
              <a:rPr lang="it-IT" sz="1200" noProof="0" dirty="0" err="1">
                <a:uFill>
                  <a:noFill/>
                </a:uFill>
                <a:hlinkClick r:id="rId7"/>
              </a:rPr>
              <a:t>stethoscope</a:t>
            </a:r>
            <a:endParaRPr lang="it-IT" sz="1200" noProof="0" dirty="0"/>
          </a:p>
          <a:p>
            <a:pPr marL="457200" lvl="0" indent="-304800" algn="l" rtl="0">
              <a:spcBef>
                <a:spcPts val="0"/>
              </a:spcBef>
              <a:spcAft>
                <a:spcPts val="0"/>
              </a:spcAft>
              <a:buSzPts val="1200"/>
              <a:buChar char="●"/>
            </a:pPr>
            <a:r>
              <a:rPr lang="it-IT" sz="1200" noProof="0" dirty="0">
                <a:uFill>
                  <a:noFill/>
                </a:uFill>
                <a:hlinkClick r:id="rId8"/>
              </a:rPr>
              <a:t>Doctor </a:t>
            </a:r>
            <a:r>
              <a:rPr lang="it-IT" sz="1200" noProof="0" dirty="0" err="1">
                <a:uFill>
                  <a:noFill/>
                </a:uFill>
                <a:hlinkClick r:id="rId8"/>
              </a:rPr>
              <a:t>sitting</a:t>
            </a:r>
            <a:r>
              <a:rPr lang="it-IT" sz="1200" noProof="0" dirty="0">
                <a:uFill>
                  <a:noFill/>
                </a:uFill>
                <a:hlinkClick r:id="rId8"/>
              </a:rPr>
              <a:t> desk</a:t>
            </a:r>
            <a:endParaRPr lang="it-IT" sz="1200" noProof="0" dirty="0"/>
          </a:p>
          <a:p>
            <a:pPr marL="457200" lvl="0" indent="-304800" algn="l" rtl="0">
              <a:spcBef>
                <a:spcPts val="0"/>
              </a:spcBef>
              <a:spcAft>
                <a:spcPts val="0"/>
              </a:spcAft>
              <a:buSzPts val="1200"/>
              <a:buChar char="●"/>
            </a:pPr>
            <a:r>
              <a:rPr lang="it-IT" sz="1200" noProof="0" dirty="0" err="1">
                <a:uFill>
                  <a:noFill/>
                </a:uFill>
                <a:hlinkClick r:id="rId9"/>
              </a:rPr>
              <a:t>Medical</a:t>
            </a:r>
            <a:r>
              <a:rPr lang="it-IT" sz="1200" noProof="0" dirty="0">
                <a:uFill>
                  <a:noFill/>
                </a:uFill>
                <a:hlinkClick r:id="rId9"/>
              </a:rPr>
              <a:t> team </a:t>
            </a:r>
            <a:r>
              <a:rPr lang="it-IT" sz="1200" noProof="0" dirty="0" err="1">
                <a:uFill>
                  <a:noFill/>
                </a:uFill>
                <a:hlinkClick r:id="rId9"/>
              </a:rPr>
              <a:t>doctor’s</a:t>
            </a:r>
            <a:r>
              <a:rPr lang="it-IT" sz="1200" noProof="0" dirty="0">
                <a:uFill>
                  <a:noFill/>
                </a:uFill>
                <a:hlinkClick r:id="rId9"/>
              </a:rPr>
              <a:t> office</a:t>
            </a:r>
            <a:endParaRPr lang="it-IT" sz="1200" noProof="0" dirty="0"/>
          </a:p>
          <a:p>
            <a:pPr marL="457200" lvl="0" indent="-304800" algn="l" rtl="0">
              <a:spcBef>
                <a:spcPts val="0"/>
              </a:spcBef>
              <a:spcAft>
                <a:spcPts val="0"/>
              </a:spcAft>
              <a:buSzPts val="1200"/>
              <a:buChar char="●"/>
            </a:pPr>
            <a:r>
              <a:rPr lang="it-IT" sz="1200" noProof="0" dirty="0">
                <a:uFill>
                  <a:noFill/>
                </a:uFill>
                <a:hlinkClick r:id="rId10"/>
              </a:rPr>
              <a:t>Doctor </a:t>
            </a:r>
            <a:r>
              <a:rPr lang="it-IT" sz="1200" noProof="0" dirty="0" err="1">
                <a:uFill>
                  <a:noFill/>
                </a:uFill>
                <a:hlinkClick r:id="rId10"/>
              </a:rPr>
              <a:t>analyzing</a:t>
            </a:r>
            <a:r>
              <a:rPr lang="it-IT" sz="1200" noProof="0" dirty="0">
                <a:uFill>
                  <a:noFill/>
                </a:uFill>
                <a:hlinkClick r:id="rId10"/>
              </a:rPr>
              <a:t> with </a:t>
            </a:r>
            <a:r>
              <a:rPr lang="it-IT" sz="1200" noProof="0" dirty="0" err="1">
                <a:uFill>
                  <a:noFill/>
                </a:uFill>
                <a:hlinkClick r:id="rId10"/>
              </a:rPr>
              <a:t>microscope</a:t>
            </a:r>
            <a:endParaRPr lang="it-IT" sz="1200" noProof="0" dirty="0"/>
          </a:p>
          <a:p>
            <a:pPr marL="457200" lvl="0" indent="-304800" algn="l" rtl="0">
              <a:spcBef>
                <a:spcPts val="0"/>
              </a:spcBef>
              <a:spcAft>
                <a:spcPts val="0"/>
              </a:spcAft>
              <a:buSzPts val="1200"/>
              <a:buChar char="●"/>
            </a:pPr>
            <a:r>
              <a:rPr lang="it-IT" sz="1200" noProof="0" dirty="0" err="1">
                <a:uFill>
                  <a:noFill/>
                </a:uFill>
                <a:hlinkClick r:id="rId11"/>
              </a:rPr>
              <a:t>Medical</a:t>
            </a:r>
            <a:r>
              <a:rPr lang="it-IT" sz="1200" noProof="0" dirty="0">
                <a:uFill>
                  <a:noFill/>
                </a:uFill>
                <a:hlinkClick r:id="rId11"/>
              </a:rPr>
              <a:t> team </a:t>
            </a:r>
            <a:r>
              <a:rPr lang="it-IT" sz="1200" noProof="0" dirty="0" err="1">
                <a:uFill>
                  <a:noFill/>
                </a:uFill>
                <a:hlinkClick r:id="rId11"/>
              </a:rPr>
              <a:t>doctor’s</a:t>
            </a:r>
            <a:r>
              <a:rPr lang="it-IT" sz="1200" noProof="0" dirty="0">
                <a:uFill>
                  <a:noFill/>
                </a:uFill>
                <a:hlinkClick r:id="rId11"/>
              </a:rPr>
              <a:t> office</a:t>
            </a:r>
            <a:endParaRPr lang="it-IT" sz="1200" noProof="0" dirty="0"/>
          </a:p>
          <a:p>
            <a:pPr marL="457200" lvl="0" indent="-304800" algn="l" rtl="0">
              <a:spcBef>
                <a:spcPts val="0"/>
              </a:spcBef>
              <a:spcAft>
                <a:spcPts val="0"/>
              </a:spcAft>
              <a:buSzPts val="1200"/>
              <a:buChar char="●"/>
            </a:pPr>
            <a:r>
              <a:rPr lang="it-IT" sz="1200" noProof="0" dirty="0">
                <a:uFill>
                  <a:noFill/>
                </a:uFill>
                <a:hlinkClick r:id="rId12"/>
              </a:rPr>
              <a:t>Nurse </a:t>
            </a:r>
            <a:r>
              <a:rPr lang="it-IT" sz="1200" noProof="0" dirty="0" err="1">
                <a:uFill>
                  <a:noFill/>
                </a:uFill>
                <a:hlinkClick r:id="rId12"/>
              </a:rPr>
              <a:t>pointing</a:t>
            </a:r>
            <a:r>
              <a:rPr lang="it-IT" sz="1200" noProof="0" dirty="0">
                <a:uFill>
                  <a:noFill/>
                </a:uFill>
                <a:hlinkClick r:id="rId12"/>
              </a:rPr>
              <a:t> window </a:t>
            </a:r>
            <a:r>
              <a:rPr lang="it-IT" sz="1200" noProof="0" dirty="0" err="1">
                <a:uFill>
                  <a:noFill/>
                </a:uFill>
                <a:hlinkClick r:id="rId12"/>
              </a:rPr>
              <a:t>while</a:t>
            </a:r>
            <a:r>
              <a:rPr lang="it-IT" sz="1200" noProof="0" dirty="0">
                <a:uFill>
                  <a:noFill/>
                </a:uFill>
                <a:hlinkClick r:id="rId12"/>
              </a:rPr>
              <a:t> </a:t>
            </a:r>
            <a:r>
              <a:rPr lang="it-IT" sz="1200" noProof="0" dirty="0" err="1">
                <a:uFill>
                  <a:noFill/>
                </a:uFill>
                <a:hlinkClick r:id="rId12"/>
              </a:rPr>
              <a:t>talking</a:t>
            </a:r>
            <a:r>
              <a:rPr lang="it-IT" sz="1200" noProof="0" dirty="0">
                <a:uFill>
                  <a:noFill/>
                </a:uFill>
                <a:hlinkClick r:id="rId12"/>
              </a:rPr>
              <a:t> </a:t>
            </a:r>
            <a:r>
              <a:rPr lang="it-IT" sz="1200" noProof="0" dirty="0" err="1">
                <a:uFill>
                  <a:noFill/>
                </a:uFill>
                <a:hlinkClick r:id="rId12"/>
              </a:rPr>
              <a:t>old</a:t>
            </a:r>
            <a:r>
              <a:rPr lang="it-IT" sz="1200" noProof="0" dirty="0">
                <a:uFill>
                  <a:noFill/>
                </a:uFill>
                <a:hlinkClick r:id="rId12"/>
              </a:rPr>
              <a:t> man</a:t>
            </a:r>
            <a:endParaRPr lang="it-IT" sz="1200" noProof="0" dirty="0"/>
          </a:p>
          <a:p>
            <a:pPr marL="457200" lvl="0" indent="-304800" algn="l" rtl="0">
              <a:spcBef>
                <a:spcPts val="0"/>
              </a:spcBef>
              <a:spcAft>
                <a:spcPts val="0"/>
              </a:spcAft>
              <a:buSzPts val="1200"/>
              <a:buChar char="●"/>
            </a:pPr>
            <a:r>
              <a:rPr lang="it-IT" sz="1200" noProof="0" dirty="0" err="1">
                <a:uFill>
                  <a:noFill/>
                </a:uFill>
                <a:hlinkClick r:id="rId13"/>
              </a:rPr>
              <a:t>Doctor’s</a:t>
            </a:r>
            <a:r>
              <a:rPr lang="it-IT" sz="1200" noProof="0" dirty="0">
                <a:uFill>
                  <a:noFill/>
                </a:uFill>
                <a:hlinkClick r:id="rId13"/>
              </a:rPr>
              <a:t> hand </a:t>
            </a:r>
            <a:r>
              <a:rPr lang="it-IT" sz="1200" noProof="0" dirty="0" err="1">
                <a:uFill>
                  <a:noFill/>
                </a:uFill>
                <a:hlinkClick r:id="rId13"/>
              </a:rPr>
              <a:t>tending</a:t>
            </a:r>
            <a:r>
              <a:rPr lang="it-IT" sz="1200" noProof="0" dirty="0">
                <a:uFill>
                  <a:noFill/>
                </a:uFill>
                <a:hlinkClick r:id="rId13"/>
              </a:rPr>
              <a:t> </a:t>
            </a:r>
            <a:r>
              <a:rPr lang="it-IT" sz="1200" noProof="0" dirty="0" err="1">
                <a:uFill>
                  <a:noFill/>
                </a:uFill>
                <a:hlinkClick r:id="rId13"/>
              </a:rPr>
              <a:t>patient</a:t>
            </a:r>
            <a:endParaRPr lang="it-IT" sz="1200" noProof="0" dirty="0"/>
          </a:p>
          <a:p>
            <a:pPr marL="457200" lvl="0" indent="-304800" algn="l" rtl="0">
              <a:spcBef>
                <a:spcPts val="0"/>
              </a:spcBef>
              <a:spcAft>
                <a:spcPts val="0"/>
              </a:spcAft>
              <a:buSzPts val="1200"/>
              <a:buChar char="●"/>
            </a:pPr>
            <a:r>
              <a:rPr lang="it-IT" sz="1200" noProof="0" dirty="0">
                <a:uFill>
                  <a:noFill/>
                </a:uFill>
                <a:hlinkClick r:id="rId14"/>
              </a:rPr>
              <a:t>Nurse writing </a:t>
            </a:r>
            <a:r>
              <a:rPr lang="it-IT" sz="1200" noProof="0" dirty="0" err="1">
                <a:uFill>
                  <a:noFill/>
                </a:uFill>
                <a:hlinkClick r:id="rId14"/>
              </a:rPr>
              <a:t>her</a:t>
            </a:r>
            <a:r>
              <a:rPr lang="it-IT" sz="1200" noProof="0" dirty="0">
                <a:uFill>
                  <a:noFill/>
                </a:uFill>
                <a:hlinkClick r:id="rId14"/>
              </a:rPr>
              <a:t> clipboard</a:t>
            </a:r>
            <a:endParaRPr lang="it-IT" sz="1200" noProof="0" dirty="0"/>
          </a:p>
          <a:p>
            <a:pPr marL="457200" lvl="0" indent="-304800" algn="l" rtl="0">
              <a:spcBef>
                <a:spcPts val="0"/>
              </a:spcBef>
              <a:spcAft>
                <a:spcPts val="0"/>
              </a:spcAft>
              <a:buSzPts val="1200"/>
              <a:buChar char="●"/>
            </a:pPr>
            <a:r>
              <a:rPr lang="it-IT" sz="1200" noProof="0" dirty="0">
                <a:uFill>
                  <a:noFill/>
                </a:uFill>
                <a:hlinkClick r:id="rId15"/>
              </a:rPr>
              <a:t>Young doctor writing report</a:t>
            </a:r>
            <a:endParaRPr lang="it-IT" sz="1200" noProof="0" dirty="0"/>
          </a:p>
          <a:p>
            <a:pPr marL="457200" lvl="0" indent="-304800" algn="l" rtl="0">
              <a:spcBef>
                <a:spcPts val="0"/>
              </a:spcBef>
              <a:spcAft>
                <a:spcPts val="0"/>
              </a:spcAft>
              <a:buSzPts val="1200"/>
              <a:buChar char="●"/>
            </a:pPr>
            <a:r>
              <a:rPr lang="it-IT" sz="1200" noProof="0" dirty="0">
                <a:uFill>
                  <a:noFill/>
                </a:uFill>
                <a:hlinkClick r:id="rId16"/>
              </a:rPr>
              <a:t>Doctor </a:t>
            </a:r>
            <a:r>
              <a:rPr lang="it-IT" sz="1200" noProof="0" dirty="0" err="1">
                <a:uFill>
                  <a:noFill/>
                </a:uFill>
                <a:hlinkClick r:id="rId16"/>
              </a:rPr>
              <a:t>showing</a:t>
            </a:r>
            <a:r>
              <a:rPr lang="it-IT" sz="1200" noProof="0" dirty="0">
                <a:uFill>
                  <a:noFill/>
                </a:uFill>
                <a:hlinkClick r:id="rId16"/>
              </a:rPr>
              <a:t> mobile phone</a:t>
            </a:r>
            <a:endParaRPr lang="it-IT" sz="1200" noProof="0" dirty="0"/>
          </a:p>
        </p:txBody>
      </p:sp>
      <p:sp>
        <p:nvSpPr>
          <p:cNvPr id="4495" name="Google Shape;4495;p51"/>
          <p:cNvSpPr txBox="1">
            <a:spLocks noGrp="1"/>
          </p:cNvSpPr>
          <p:nvPr>
            <p:ph type="title"/>
          </p:nvPr>
        </p:nvSpPr>
        <p:spPr>
          <a:xfrm>
            <a:off x="720000" y="538896"/>
            <a:ext cx="7708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noProof="0" dirty="0" err="1"/>
              <a:t>Resources</a:t>
            </a:r>
            <a:endParaRPr lang="it-IT" noProof="0" dirty="0"/>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499"/>
        <p:cNvGrpSpPr/>
        <p:nvPr/>
      </p:nvGrpSpPr>
      <p:grpSpPr>
        <a:xfrm>
          <a:off x="0" y="0"/>
          <a:ext cx="0" cy="0"/>
          <a:chOff x="0" y="0"/>
          <a:chExt cx="0" cy="0"/>
        </a:xfrm>
      </p:grpSpPr>
      <p:sp>
        <p:nvSpPr>
          <p:cNvPr id="4500" name="Google Shape;4500;p52"/>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err="1">
                <a:solidFill>
                  <a:srgbClr val="FFFFFF"/>
                </a:solidFill>
                <a:latin typeface="Arial"/>
                <a:ea typeface="Arial"/>
                <a:cs typeface="Arial"/>
                <a:sym typeface="Arial"/>
              </a:rPr>
              <a:t>Instructions</a:t>
            </a:r>
            <a:r>
              <a:rPr lang="it-IT" noProof="0" dirty="0">
                <a:solidFill>
                  <a:srgbClr val="FFFFFF"/>
                </a:solidFill>
                <a:latin typeface="Arial"/>
                <a:ea typeface="Arial"/>
                <a:cs typeface="Arial"/>
                <a:sym typeface="Arial"/>
              </a:rPr>
              <a:t> for use</a:t>
            </a:r>
          </a:p>
        </p:txBody>
      </p:sp>
      <p:sp>
        <p:nvSpPr>
          <p:cNvPr id="4501" name="Google Shape;4501;p52"/>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it-IT" sz="1200" noProof="0" dirty="0">
                <a:solidFill>
                  <a:srgbClr val="FFFFFF"/>
                </a:solidFill>
                <a:latin typeface="Arial"/>
                <a:ea typeface="Arial"/>
                <a:cs typeface="Arial"/>
                <a:sym typeface="Arial"/>
              </a:rPr>
              <a:t>In </a:t>
            </a:r>
            <a:r>
              <a:rPr lang="it-IT" sz="1200" noProof="0" dirty="0" err="1">
                <a:solidFill>
                  <a:srgbClr val="FFFFFF"/>
                </a:solidFill>
                <a:latin typeface="Arial"/>
                <a:ea typeface="Arial"/>
                <a:cs typeface="Arial"/>
                <a:sym typeface="Arial"/>
              </a:rPr>
              <a:t>order</a:t>
            </a:r>
            <a:r>
              <a:rPr lang="it-IT" sz="1200" noProof="0" dirty="0">
                <a:solidFill>
                  <a:srgbClr val="FFFFFF"/>
                </a:solidFill>
                <a:latin typeface="Arial"/>
                <a:ea typeface="Arial"/>
                <a:cs typeface="Arial"/>
                <a:sym typeface="Arial"/>
              </a:rPr>
              <a:t> to use </a:t>
            </a:r>
            <a:r>
              <a:rPr lang="it-IT" sz="1200" noProof="0" dirty="0" err="1">
                <a:solidFill>
                  <a:srgbClr val="FFFFFF"/>
                </a:solidFill>
                <a:latin typeface="Arial"/>
                <a:ea typeface="Arial"/>
                <a:cs typeface="Arial"/>
                <a:sym typeface="Arial"/>
              </a:rPr>
              <a:t>this</a:t>
            </a:r>
            <a:r>
              <a:rPr lang="it-IT" sz="1200" noProof="0" dirty="0">
                <a:solidFill>
                  <a:srgbClr val="FFFFFF"/>
                </a:solidFill>
                <a:latin typeface="Arial"/>
                <a:ea typeface="Arial"/>
                <a:cs typeface="Arial"/>
                <a:sym typeface="Arial"/>
              </a:rPr>
              <a:t> template, </a:t>
            </a:r>
            <a:r>
              <a:rPr lang="it-IT" sz="1200" noProof="0" dirty="0" err="1">
                <a:solidFill>
                  <a:srgbClr val="FFFFFF"/>
                </a:solidFill>
                <a:latin typeface="Arial"/>
                <a:ea typeface="Arial"/>
                <a:cs typeface="Arial"/>
                <a:sym typeface="Arial"/>
              </a:rPr>
              <a:t>you</a:t>
            </a:r>
            <a:r>
              <a:rPr lang="it-IT" sz="1200" noProof="0" dirty="0">
                <a:solidFill>
                  <a:srgbClr val="FFFFFF"/>
                </a:solidFill>
                <a:latin typeface="Arial"/>
                <a:ea typeface="Arial"/>
                <a:cs typeface="Arial"/>
                <a:sym typeface="Arial"/>
              </a:rPr>
              <a:t> must credit </a:t>
            </a:r>
            <a:r>
              <a:rPr lang="it-IT" b="1" u="sng" noProof="0" dirty="0" err="1">
                <a:solidFill>
                  <a:srgbClr val="869FB2"/>
                </a:solidFill>
                <a:latin typeface="Arial"/>
                <a:ea typeface="Arial"/>
                <a:cs typeface="Arial"/>
                <a:sym typeface="Arial"/>
              </a:rPr>
              <a:t>S</a:t>
            </a:r>
            <a:r>
              <a:rPr lang="it-IT" sz="1200" b="1" u="sng" noProof="0" dirty="0" err="1">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it-IT" sz="1200" noProof="0" dirty="0">
                <a:solidFill>
                  <a:srgbClr val="435D74"/>
                </a:solidFill>
                <a:latin typeface="Arial"/>
                <a:ea typeface="Arial"/>
                <a:cs typeface="Arial"/>
                <a:sym typeface="Arial"/>
              </a:rPr>
              <a:t> </a:t>
            </a:r>
            <a:r>
              <a:rPr lang="it-IT" sz="1200" noProof="0" dirty="0">
                <a:solidFill>
                  <a:srgbClr val="FFFFFF"/>
                </a:solidFill>
                <a:latin typeface="Arial"/>
                <a:ea typeface="Arial"/>
                <a:cs typeface="Arial"/>
                <a:sym typeface="Arial"/>
              </a:rPr>
              <a:t>by keeping the </a:t>
            </a:r>
            <a:r>
              <a:rPr lang="it-IT" sz="1200" b="1" noProof="0" dirty="0">
                <a:solidFill>
                  <a:srgbClr val="869FB2"/>
                </a:solidFill>
                <a:uFill>
                  <a:noFill/>
                </a:uFill>
                <a:latin typeface="Arial"/>
                <a:ea typeface="Arial"/>
                <a:cs typeface="Arial"/>
                <a:sym typeface="Arial"/>
                <a:hlinkClick r:id="rId4" action="ppaction://hlinksldjump">
                  <a:extLst>
                    <a:ext uri="{A12FA001-AC4F-418D-AE19-62706E023703}">
                      <ahyp:hlinkClr xmlns:ahyp="http://schemas.microsoft.com/office/drawing/2018/hyperlinkcolor" val="tx"/>
                    </a:ext>
                  </a:extLst>
                </a:hlinkClick>
              </a:rPr>
              <a:t>Thanks</a:t>
            </a:r>
            <a:r>
              <a:rPr lang="it-IT" sz="1200" noProof="0" dirty="0">
                <a:solidFill>
                  <a:srgbClr val="FFFFFF"/>
                </a:solidFill>
                <a:latin typeface="Arial"/>
                <a:ea typeface="Arial"/>
                <a:cs typeface="Arial"/>
                <a:sym typeface="Arial"/>
              </a:rPr>
              <a:t> slide.</a:t>
            </a:r>
          </a:p>
          <a:p>
            <a:pPr marL="0" marR="0" lvl="0" indent="0" algn="l" rtl="0">
              <a:lnSpc>
                <a:spcPct val="115000"/>
              </a:lnSpc>
              <a:spcBef>
                <a:spcPts val="1400"/>
              </a:spcBef>
              <a:spcAft>
                <a:spcPts val="0"/>
              </a:spcAft>
              <a:buNone/>
            </a:pPr>
            <a:r>
              <a:rPr lang="it-IT" sz="1100" b="1" noProof="0" dirty="0">
                <a:solidFill>
                  <a:srgbClr val="869FB2"/>
                </a:solidFill>
                <a:latin typeface="Arial"/>
                <a:ea typeface="Arial"/>
                <a:cs typeface="Arial"/>
                <a:sym typeface="Arial"/>
              </a:rPr>
              <a:t>You are </a:t>
            </a:r>
            <a:r>
              <a:rPr lang="it-IT" sz="1100" b="1" noProof="0" dirty="0" err="1">
                <a:solidFill>
                  <a:srgbClr val="869FB2"/>
                </a:solidFill>
                <a:latin typeface="Arial"/>
                <a:ea typeface="Arial"/>
                <a:cs typeface="Arial"/>
                <a:sym typeface="Arial"/>
              </a:rPr>
              <a:t>allowed</a:t>
            </a:r>
            <a:r>
              <a:rPr lang="it-IT" sz="1100" b="1" noProof="0" dirty="0">
                <a:solidFill>
                  <a:srgbClr val="869FB2"/>
                </a:solidFill>
                <a:latin typeface="Arial"/>
                <a:ea typeface="Arial"/>
                <a:cs typeface="Arial"/>
                <a:sym typeface="Arial"/>
              </a:rPr>
              <a:t> to:</a:t>
            </a:r>
          </a:p>
          <a:p>
            <a:pPr marL="0" lvl="0" indent="0" algn="l" rtl="0">
              <a:lnSpc>
                <a:spcPct val="115000"/>
              </a:lnSpc>
              <a:spcBef>
                <a:spcPts val="400"/>
              </a:spcBef>
              <a:spcAft>
                <a:spcPts val="0"/>
              </a:spcAft>
              <a:buNone/>
            </a:pP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Modify</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this</a:t>
            </a:r>
            <a:r>
              <a:rPr lang="it-IT" sz="1100" noProof="0" dirty="0">
                <a:solidFill>
                  <a:srgbClr val="FFFFFF"/>
                </a:solidFill>
                <a:latin typeface="Arial"/>
                <a:ea typeface="Arial"/>
                <a:cs typeface="Arial"/>
                <a:sym typeface="Arial"/>
              </a:rPr>
              <a:t> template.</a:t>
            </a:r>
          </a:p>
          <a:p>
            <a:pPr marL="0" lvl="0" indent="0" algn="l" rtl="0">
              <a:lnSpc>
                <a:spcPct val="115000"/>
              </a:lnSpc>
              <a:spcBef>
                <a:spcPts val="0"/>
              </a:spcBef>
              <a:spcAft>
                <a:spcPts val="0"/>
              </a:spcAft>
              <a:buNone/>
            </a:pPr>
            <a:r>
              <a:rPr lang="it-IT" sz="1100" noProof="0" dirty="0">
                <a:solidFill>
                  <a:srgbClr val="FFFFFF"/>
                </a:solidFill>
                <a:latin typeface="Arial"/>
                <a:ea typeface="Arial"/>
                <a:cs typeface="Arial"/>
                <a:sym typeface="Arial"/>
              </a:rPr>
              <a:t>- Use </a:t>
            </a:r>
            <a:r>
              <a:rPr lang="it-IT" sz="1100" noProof="0" dirty="0" err="1">
                <a:solidFill>
                  <a:srgbClr val="FFFFFF"/>
                </a:solidFill>
                <a:latin typeface="Arial"/>
                <a:ea typeface="Arial"/>
                <a:cs typeface="Arial"/>
                <a:sym typeface="Arial"/>
              </a:rPr>
              <a:t>it</a:t>
            </a:r>
            <a:r>
              <a:rPr lang="it-IT" sz="1100" noProof="0" dirty="0">
                <a:solidFill>
                  <a:srgbClr val="FFFFFF"/>
                </a:solidFill>
                <a:latin typeface="Arial"/>
                <a:ea typeface="Arial"/>
                <a:cs typeface="Arial"/>
                <a:sym typeface="Arial"/>
              </a:rPr>
              <a:t> for </a:t>
            </a:r>
            <a:r>
              <a:rPr lang="it-IT" sz="1100" noProof="0" dirty="0" err="1">
                <a:solidFill>
                  <a:srgbClr val="FFFFFF"/>
                </a:solidFill>
                <a:latin typeface="Arial"/>
                <a:ea typeface="Arial"/>
                <a:cs typeface="Arial"/>
                <a:sym typeface="Arial"/>
              </a:rPr>
              <a:t>both</a:t>
            </a:r>
            <a:r>
              <a:rPr lang="it-IT" sz="1100" noProof="0" dirty="0">
                <a:solidFill>
                  <a:srgbClr val="FFFFFF"/>
                </a:solidFill>
                <a:latin typeface="Arial"/>
                <a:ea typeface="Arial"/>
                <a:cs typeface="Arial"/>
                <a:sym typeface="Arial"/>
              </a:rPr>
              <a:t> personal and commercial projects.</a:t>
            </a:r>
          </a:p>
          <a:p>
            <a:pPr marL="0" lvl="0" indent="0" algn="l" rtl="0">
              <a:lnSpc>
                <a:spcPct val="115000"/>
              </a:lnSpc>
              <a:spcBef>
                <a:spcPts val="1400"/>
              </a:spcBef>
              <a:spcAft>
                <a:spcPts val="0"/>
              </a:spcAft>
              <a:buNone/>
            </a:pPr>
            <a:r>
              <a:rPr lang="it-IT" sz="1100" b="1" noProof="0" dirty="0">
                <a:solidFill>
                  <a:srgbClr val="869FB2"/>
                </a:solidFill>
                <a:latin typeface="Arial"/>
                <a:ea typeface="Arial"/>
                <a:cs typeface="Arial"/>
                <a:sym typeface="Arial"/>
              </a:rPr>
              <a:t>You are </a:t>
            </a:r>
            <a:r>
              <a:rPr lang="it-IT" sz="1100" b="1" noProof="0" dirty="0" err="1">
                <a:solidFill>
                  <a:srgbClr val="869FB2"/>
                </a:solidFill>
                <a:latin typeface="Arial"/>
                <a:ea typeface="Arial"/>
                <a:cs typeface="Arial"/>
                <a:sym typeface="Arial"/>
              </a:rPr>
              <a:t>not</a:t>
            </a:r>
            <a:r>
              <a:rPr lang="it-IT" sz="1100" b="1" noProof="0" dirty="0">
                <a:solidFill>
                  <a:srgbClr val="869FB2"/>
                </a:solidFill>
                <a:latin typeface="Arial"/>
                <a:ea typeface="Arial"/>
                <a:cs typeface="Arial"/>
                <a:sym typeface="Arial"/>
              </a:rPr>
              <a:t> </a:t>
            </a:r>
            <a:r>
              <a:rPr lang="it-IT" sz="1100" b="1" noProof="0" dirty="0" err="1">
                <a:solidFill>
                  <a:srgbClr val="869FB2"/>
                </a:solidFill>
                <a:latin typeface="Arial"/>
                <a:ea typeface="Arial"/>
                <a:cs typeface="Arial"/>
                <a:sym typeface="Arial"/>
              </a:rPr>
              <a:t>allowed</a:t>
            </a:r>
            <a:r>
              <a:rPr lang="it-IT" sz="1100" b="1" noProof="0" dirty="0">
                <a:solidFill>
                  <a:srgbClr val="869FB2"/>
                </a:solidFill>
                <a:latin typeface="Arial"/>
                <a:ea typeface="Arial"/>
                <a:cs typeface="Arial"/>
                <a:sym typeface="Arial"/>
              </a:rPr>
              <a:t> to:</a:t>
            </a:r>
          </a:p>
          <a:p>
            <a:pPr marL="0" lvl="0" indent="0" algn="l" rtl="0">
              <a:lnSpc>
                <a:spcPct val="115000"/>
              </a:lnSpc>
              <a:spcBef>
                <a:spcPts val="400"/>
              </a:spcBef>
              <a:spcAft>
                <a:spcPts val="0"/>
              </a:spcAft>
              <a:buNone/>
            </a:pP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Sublicense</a:t>
            </a:r>
            <a:r>
              <a:rPr lang="it-IT" sz="1100" noProof="0" dirty="0">
                <a:solidFill>
                  <a:srgbClr val="FFFFFF"/>
                </a:solidFill>
                <a:latin typeface="Arial"/>
                <a:ea typeface="Arial"/>
                <a:cs typeface="Arial"/>
                <a:sym typeface="Arial"/>
              </a:rPr>
              <a:t>, sell or </a:t>
            </a:r>
            <a:r>
              <a:rPr lang="it-IT" sz="1100" noProof="0" dirty="0" err="1">
                <a:solidFill>
                  <a:srgbClr val="FFFFFF"/>
                </a:solidFill>
                <a:latin typeface="Arial"/>
                <a:ea typeface="Arial"/>
                <a:cs typeface="Arial"/>
                <a:sym typeface="Arial"/>
              </a:rPr>
              <a:t>rent</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any</a:t>
            </a:r>
            <a:r>
              <a:rPr lang="it-IT" sz="1100" noProof="0" dirty="0">
                <a:solidFill>
                  <a:srgbClr val="FFFFFF"/>
                </a:solidFill>
                <a:latin typeface="Arial"/>
                <a:ea typeface="Arial"/>
                <a:cs typeface="Arial"/>
                <a:sym typeface="Arial"/>
              </a:rPr>
              <a:t> of </a:t>
            </a:r>
            <a:r>
              <a:rPr lang="it-IT" sz="1100" noProof="0" dirty="0" err="1">
                <a:solidFill>
                  <a:srgbClr val="FFFFFF"/>
                </a:solidFill>
                <a:latin typeface="Arial"/>
                <a:ea typeface="Arial"/>
                <a:cs typeface="Arial"/>
                <a:sym typeface="Arial"/>
              </a:rPr>
              <a:t>Slidesgo</a:t>
            </a:r>
            <a:r>
              <a:rPr lang="it-IT" sz="1100" noProof="0" dirty="0">
                <a:solidFill>
                  <a:srgbClr val="FFFFFF"/>
                </a:solidFill>
                <a:latin typeface="Arial"/>
                <a:ea typeface="Arial"/>
                <a:cs typeface="Arial"/>
                <a:sym typeface="Arial"/>
              </a:rPr>
              <a:t> Content (or a </a:t>
            </a:r>
            <a:r>
              <a:rPr lang="it-IT" sz="1100" noProof="0" dirty="0" err="1">
                <a:solidFill>
                  <a:srgbClr val="FFFFFF"/>
                </a:solidFill>
                <a:latin typeface="Arial"/>
                <a:ea typeface="Arial"/>
                <a:cs typeface="Arial"/>
                <a:sym typeface="Arial"/>
              </a:rPr>
              <a:t>modified</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version</a:t>
            </a:r>
            <a:r>
              <a:rPr lang="it-IT" sz="1100" noProof="0" dirty="0">
                <a:solidFill>
                  <a:srgbClr val="FFFFFF"/>
                </a:solidFill>
                <a:latin typeface="Arial"/>
                <a:ea typeface="Arial"/>
                <a:cs typeface="Arial"/>
                <a:sym typeface="Arial"/>
              </a:rPr>
              <a:t> of </a:t>
            </a:r>
            <a:r>
              <a:rPr lang="it-IT" sz="1100" noProof="0" dirty="0" err="1">
                <a:solidFill>
                  <a:srgbClr val="FFFFFF"/>
                </a:solidFill>
                <a:latin typeface="Arial"/>
                <a:ea typeface="Arial"/>
                <a:cs typeface="Arial"/>
                <a:sym typeface="Arial"/>
              </a:rPr>
              <a:t>Slidesgo</a:t>
            </a:r>
            <a:r>
              <a:rPr lang="it-IT" sz="1100" noProof="0" dirty="0">
                <a:solidFill>
                  <a:srgbClr val="FFFFFF"/>
                </a:solidFill>
                <a:latin typeface="Arial"/>
                <a:ea typeface="Arial"/>
                <a:cs typeface="Arial"/>
                <a:sym typeface="Arial"/>
              </a:rPr>
              <a:t> Content).</a:t>
            </a:r>
          </a:p>
          <a:p>
            <a:pPr marL="0" lvl="0" indent="0" algn="l" rtl="0">
              <a:lnSpc>
                <a:spcPct val="115000"/>
              </a:lnSpc>
              <a:spcBef>
                <a:spcPts val="0"/>
              </a:spcBef>
              <a:spcAft>
                <a:spcPts val="0"/>
              </a:spcAft>
              <a:buNone/>
            </a:pP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Distribute</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Slidesgo</a:t>
            </a:r>
            <a:r>
              <a:rPr lang="it-IT" sz="1100" noProof="0" dirty="0">
                <a:solidFill>
                  <a:srgbClr val="FFFFFF"/>
                </a:solidFill>
                <a:latin typeface="Arial"/>
                <a:ea typeface="Arial"/>
                <a:cs typeface="Arial"/>
                <a:sym typeface="Arial"/>
              </a:rPr>
              <a:t> Content </a:t>
            </a:r>
            <a:r>
              <a:rPr lang="it-IT" sz="1100" noProof="0" dirty="0" err="1">
                <a:solidFill>
                  <a:srgbClr val="FFFFFF"/>
                </a:solidFill>
                <a:latin typeface="Arial"/>
                <a:ea typeface="Arial"/>
                <a:cs typeface="Arial"/>
                <a:sym typeface="Arial"/>
              </a:rPr>
              <a:t>unless</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it</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has</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been</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expressly</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authorized</a:t>
            </a:r>
            <a:r>
              <a:rPr lang="it-IT" sz="1100" noProof="0" dirty="0">
                <a:solidFill>
                  <a:srgbClr val="FFFFFF"/>
                </a:solidFill>
                <a:latin typeface="Arial"/>
                <a:ea typeface="Arial"/>
                <a:cs typeface="Arial"/>
                <a:sym typeface="Arial"/>
              </a:rPr>
              <a:t> by </a:t>
            </a:r>
            <a:r>
              <a:rPr lang="it-IT" sz="1100" noProof="0" dirty="0" err="1">
                <a:solidFill>
                  <a:srgbClr val="FFFFFF"/>
                </a:solidFill>
                <a:latin typeface="Arial"/>
                <a:ea typeface="Arial"/>
                <a:cs typeface="Arial"/>
                <a:sym typeface="Arial"/>
              </a:rPr>
              <a:t>Slidesgo</a:t>
            </a:r>
            <a:r>
              <a:rPr lang="it-IT" sz="1100" noProof="0" dirty="0">
                <a:solidFill>
                  <a:srgbClr val="FFFFFF"/>
                </a:solidFill>
                <a:latin typeface="Arial"/>
                <a:ea typeface="Arial"/>
                <a:cs typeface="Arial"/>
                <a:sym typeface="Arial"/>
              </a:rPr>
              <a:t>.</a:t>
            </a:r>
          </a:p>
          <a:p>
            <a:pPr marL="0" lvl="0" indent="0" algn="l" rtl="0">
              <a:lnSpc>
                <a:spcPct val="115000"/>
              </a:lnSpc>
              <a:spcBef>
                <a:spcPts val="0"/>
              </a:spcBef>
              <a:spcAft>
                <a:spcPts val="0"/>
              </a:spcAft>
              <a:buNone/>
            </a:pPr>
            <a:r>
              <a:rPr lang="it-IT" sz="1100" noProof="0" dirty="0">
                <a:solidFill>
                  <a:srgbClr val="FFFFFF"/>
                </a:solidFill>
                <a:latin typeface="Arial"/>
                <a:ea typeface="Arial"/>
                <a:cs typeface="Arial"/>
                <a:sym typeface="Arial"/>
              </a:rPr>
              <a:t>- Include </a:t>
            </a:r>
            <a:r>
              <a:rPr lang="it-IT" sz="1100" noProof="0" dirty="0" err="1">
                <a:solidFill>
                  <a:srgbClr val="FFFFFF"/>
                </a:solidFill>
                <a:latin typeface="Arial"/>
                <a:ea typeface="Arial"/>
                <a:cs typeface="Arial"/>
                <a:sym typeface="Arial"/>
              </a:rPr>
              <a:t>Slidesgo</a:t>
            </a:r>
            <a:r>
              <a:rPr lang="it-IT" sz="1100" noProof="0" dirty="0">
                <a:solidFill>
                  <a:srgbClr val="FFFFFF"/>
                </a:solidFill>
                <a:latin typeface="Arial"/>
                <a:ea typeface="Arial"/>
                <a:cs typeface="Arial"/>
                <a:sym typeface="Arial"/>
              </a:rPr>
              <a:t> Content in an online or offline database or file.</a:t>
            </a:r>
          </a:p>
          <a:p>
            <a:pPr marL="0" lvl="0" indent="0" algn="l" rtl="0">
              <a:lnSpc>
                <a:spcPct val="115000"/>
              </a:lnSpc>
              <a:spcBef>
                <a:spcPts val="0"/>
              </a:spcBef>
              <a:spcAft>
                <a:spcPts val="0"/>
              </a:spcAft>
              <a:buNone/>
            </a:pPr>
            <a:r>
              <a:rPr lang="it-IT" sz="1100" noProof="0" dirty="0">
                <a:solidFill>
                  <a:srgbClr val="FFFFFF"/>
                </a:solidFill>
                <a:latin typeface="Arial"/>
                <a:ea typeface="Arial"/>
                <a:cs typeface="Arial"/>
                <a:sym typeface="Arial"/>
              </a:rPr>
              <a:t>- Offer </a:t>
            </a:r>
            <a:r>
              <a:rPr lang="it-IT" sz="1100" noProof="0" dirty="0" err="1">
                <a:solidFill>
                  <a:srgbClr val="FFFFFF"/>
                </a:solidFill>
                <a:latin typeface="Arial"/>
                <a:ea typeface="Arial"/>
                <a:cs typeface="Arial"/>
                <a:sym typeface="Arial"/>
              </a:rPr>
              <a:t>Slidesgo</a:t>
            </a:r>
            <a:r>
              <a:rPr lang="it-IT" sz="1100" noProof="0" dirty="0">
                <a:solidFill>
                  <a:srgbClr val="FFFFFF"/>
                </a:solidFill>
                <a:latin typeface="Arial"/>
                <a:ea typeface="Arial"/>
                <a:cs typeface="Arial"/>
                <a:sym typeface="Arial"/>
              </a:rPr>
              <a:t> templates (or </a:t>
            </a:r>
            <a:r>
              <a:rPr lang="it-IT" sz="1100" noProof="0" dirty="0" err="1">
                <a:solidFill>
                  <a:srgbClr val="FFFFFF"/>
                </a:solidFill>
                <a:latin typeface="Arial"/>
                <a:ea typeface="Arial"/>
                <a:cs typeface="Arial"/>
                <a:sym typeface="Arial"/>
              </a:rPr>
              <a:t>modified</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versions</a:t>
            </a:r>
            <a:r>
              <a:rPr lang="it-IT" sz="1100" noProof="0" dirty="0">
                <a:solidFill>
                  <a:srgbClr val="FFFFFF"/>
                </a:solidFill>
                <a:latin typeface="Arial"/>
                <a:ea typeface="Arial"/>
                <a:cs typeface="Arial"/>
                <a:sym typeface="Arial"/>
              </a:rPr>
              <a:t> of </a:t>
            </a:r>
            <a:r>
              <a:rPr lang="it-IT" sz="1100" noProof="0" dirty="0" err="1">
                <a:solidFill>
                  <a:srgbClr val="FFFFFF"/>
                </a:solidFill>
                <a:latin typeface="Arial"/>
                <a:ea typeface="Arial"/>
                <a:cs typeface="Arial"/>
                <a:sym typeface="Arial"/>
              </a:rPr>
              <a:t>Slidesgo</a:t>
            </a:r>
            <a:r>
              <a:rPr lang="it-IT" sz="1100" noProof="0" dirty="0">
                <a:solidFill>
                  <a:srgbClr val="FFFFFF"/>
                </a:solidFill>
                <a:latin typeface="Arial"/>
                <a:ea typeface="Arial"/>
                <a:cs typeface="Arial"/>
                <a:sym typeface="Arial"/>
              </a:rPr>
              <a:t> templates) for download.</a:t>
            </a:r>
          </a:p>
          <a:p>
            <a:pPr marL="0" lvl="0" indent="0" algn="l" rtl="0">
              <a:lnSpc>
                <a:spcPct val="115000"/>
              </a:lnSpc>
              <a:spcBef>
                <a:spcPts val="0"/>
              </a:spcBef>
              <a:spcAft>
                <a:spcPts val="0"/>
              </a:spcAft>
              <a:buNone/>
            </a:pP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Acquire</a:t>
            </a:r>
            <a:r>
              <a:rPr lang="it-IT" sz="1100" noProof="0" dirty="0">
                <a:solidFill>
                  <a:srgbClr val="FFFFFF"/>
                </a:solidFill>
                <a:latin typeface="Arial"/>
                <a:ea typeface="Arial"/>
                <a:cs typeface="Arial"/>
                <a:sym typeface="Arial"/>
              </a:rPr>
              <a:t> the copyright of </a:t>
            </a:r>
            <a:r>
              <a:rPr lang="it-IT" sz="1100" noProof="0" dirty="0" err="1">
                <a:solidFill>
                  <a:srgbClr val="FFFFFF"/>
                </a:solidFill>
                <a:latin typeface="Arial"/>
                <a:ea typeface="Arial"/>
                <a:cs typeface="Arial"/>
                <a:sym typeface="Arial"/>
              </a:rPr>
              <a:t>Slidesgo</a:t>
            </a:r>
            <a:r>
              <a:rPr lang="it-IT" sz="1100" noProof="0" dirty="0">
                <a:solidFill>
                  <a:srgbClr val="FFFFFF"/>
                </a:solidFill>
                <a:latin typeface="Arial"/>
                <a:ea typeface="Arial"/>
                <a:cs typeface="Arial"/>
                <a:sym typeface="Arial"/>
              </a:rPr>
              <a:t> Content.</a:t>
            </a:r>
          </a:p>
          <a:p>
            <a:pPr marL="0" lvl="0" indent="0" algn="ctr" rtl="0">
              <a:spcBef>
                <a:spcPts val="0"/>
              </a:spcBef>
              <a:spcAft>
                <a:spcPts val="0"/>
              </a:spcAft>
              <a:buNone/>
            </a:pPr>
            <a:endParaRPr lang="it-IT" sz="1100" noProof="0" dirty="0">
              <a:solidFill>
                <a:srgbClr val="435D74"/>
              </a:solidFill>
              <a:latin typeface="Arial"/>
              <a:ea typeface="Arial"/>
              <a:cs typeface="Arial"/>
              <a:sym typeface="Arial"/>
            </a:endParaRPr>
          </a:p>
          <a:p>
            <a:pPr marL="0" lvl="0" indent="0" algn="ctr" rtl="0">
              <a:spcBef>
                <a:spcPts val="0"/>
              </a:spcBef>
              <a:spcAft>
                <a:spcPts val="0"/>
              </a:spcAft>
              <a:buNone/>
            </a:pPr>
            <a:endParaRPr lang="it-IT" sz="1400" noProof="0" dirty="0">
              <a:solidFill>
                <a:srgbClr val="435D74"/>
              </a:solidFill>
              <a:latin typeface="Arial"/>
              <a:ea typeface="Arial"/>
              <a:cs typeface="Arial"/>
              <a:sym typeface="Arial"/>
            </a:endParaRPr>
          </a:p>
          <a:p>
            <a:pPr marL="0" lvl="0" indent="0" algn="l" rtl="0">
              <a:spcBef>
                <a:spcPts val="0"/>
              </a:spcBef>
              <a:spcAft>
                <a:spcPts val="0"/>
              </a:spcAft>
              <a:buNone/>
            </a:pPr>
            <a:endParaRPr lang="it-IT" sz="1400" noProof="0" dirty="0">
              <a:solidFill>
                <a:srgbClr val="435D74"/>
              </a:solidFill>
              <a:latin typeface="Arial"/>
              <a:ea typeface="Arial"/>
              <a:cs typeface="Arial"/>
              <a:sym typeface="Arial"/>
            </a:endParaRPr>
          </a:p>
        </p:txBody>
      </p:sp>
      <p:sp>
        <p:nvSpPr>
          <p:cNvPr id="4502" name="Google Shape;4502;p52"/>
          <p:cNvSpPr txBox="1">
            <a:spLocks noGrp="1"/>
          </p:cNvSpPr>
          <p:nvPr>
            <p:ph type="body" idx="4294967295"/>
          </p:nvPr>
        </p:nvSpPr>
        <p:spPr>
          <a:xfrm>
            <a:off x="1048350" y="412442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it-IT" sz="1200" noProof="0" dirty="0">
                <a:solidFill>
                  <a:srgbClr val="FFFFFF"/>
                </a:solidFill>
                <a:latin typeface="Arial"/>
                <a:ea typeface="Arial"/>
                <a:cs typeface="Arial"/>
                <a:sym typeface="Arial"/>
              </a:rPr>
              <a:t>For more information </a:t>
            </a:r>
            <a:r>
              <a:rPr lang="it-IT" sz="1200" noProof="0" dirty="0" err="1">
                <a:solidFill>
                  <a:srgbClr val="FFFFFF"/>
                </a:solidFill>
                <a:latin typeface="Arial"/>
                <a:ea typeface="Arial"/>
                <a:cs typeface="Arial"/>
                <a:sym typeface="Arial"/>
              </a:rPr>
              <a:t>about</a:t>
            </a:r>
            <a:r>
              <a:rPr lang="it-IT" sz="1200" noProof="0" dirty="0">
                <a:solidFill>
                  <a:srgbClr val="FFFFFF"/>
                </a:solidFill>
                <a:latin typeface="Arial"/>
                <a:ea typeface="Arial"/>
                <a:cs typeface="Arial"/>
                <a:sym typeface="Arial"/>
              </a:rPr>
              <a:t> editing slides, </a:t>
            </a:r>
            <a:r>
              <a:rPr lang="it-IT" sz="1200" noProof="0" dirty="0" err="1">
                <a:solidFill>
                  <a:srgbClr val="FFFFFF"/>
                </a:solidFill>
                <a:latin typeface="Arial"/>
                <a:ea typeface="Arial"/>
                <a:cs typeface="Arial"/>
                <a:sym typeface="Arial"/>
              </a:rPr>
              <a:t>please</a:t>
            </a:r>
            <a:r>
              <a:rPr lang="it-IT" sz="1200"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read</a:t>
            </a:r>
            <a:r>
              <a:rPr lang="it-IT" noProof="0" dirty="0">
                <a:solidFill>
                  <a:srgbClr val="FFFFFF"/>
                </a:solidFill>
                <a:latin typeface="Arial"/>
                <a:ea typeface="Arial"/>
                <a:cs typeface="Arial"/>
                <a:sym typeface="Arial"/>
              </a:rPr>
              <a:t> </a:t>
            </a:r>
            <a:r>
              <a:rPr lang="it-IT" sz="1200" noProof="0" dirty="0" err="1">
                <a:solidFill>
                  <a:srgbClr val="FFFFFF"/>
                </a:solidFill>
                <a:latin typeface="Arial"/>
                <a:ea typeface="Arial"/>
                <a:cs typeface="Arial"/>
                <a:sym typeface="Arial"/>
              </a:rPr>
              <a:t>our</a:t>
            </a:r>
            <a:r>
              <a:rPr lang="it-IT" sz="1200" noProof="0" dirty="0">
                <a:solidFill>
                  <a:srgbClr val="FFFFFF"/>
                </a:solidFill>
                <a:latin typeface="Arial"/>
                <a:ea typeface="Arial"/>
                <a:cs typeface="Arial"/>
                <a:sym typeface="Arial"/>
              </a:rPr>
              <a:t> </a:t>
            </a:r>
            <a:r>
              <a:rPr lang="it-IT" sz="1200" noProof="0" dirty="0" err="1">
                <a:solidFill>
                  <a:srgbClr val="FFFFFF"/>
                </a:solidFill>
                <a:latin typeface="Arial"/>
                <a:ea typeface="Arial"/>
                <a:cs typeface="Arial"/>
                <a:sym typeface="Arial"/>
              </a:rPr>
              <a:t>FAQs</a:t>
            </a:r>
            <a:r>
              <a:rPr lang="it-IT" sz="1200" noProof="0" dirty="0">
                <a:solidFill>
                  <a:srgbClr val="FFFFFF"/>
                </a:solidFill>
                <a:latin typeface="Arial"/>
                <a:ea typeface="Arial"/>
                <a:cs typeface="Arial"/>
                <a:sym typeface="Arial"/>
              </a:rPr>
              <a:t> or </a:t>
            </a:r>
            <a:r>
              <a:rPr lang="it-IT" sz="1200" noProof="0" dirty="0" err="1">
                <a:solidFill>
                  <a:srgbClr val="FFFFFF"/>
                </a:solidFill>
                <a:latin typeface="Arial"/>
                <a:ea typeface="Arial"/>
                <a:cs typeface="Arial"/>
                <a:sym typeface="Arial"/>
              </a:rPr>
              <a:t>visit</a:t>
            </a:r>
            <a:r>
              <a:rPr lang="it-IT" sz="1200" noProof="0" dirty="0">
                <a:solidFill>
                  <a:srgbClr val="FFFFFF"/>
                </a:solidFill>
                <a:latin typeface="Arial"/>
                <a:ea typeface="Arial"/>
                <a:cs typeface="Arial"/>
                <a:sym typeface="Arial"/>
              </a:rPr>
              <a:t> </a:t>
            </a:r>
            <a:r>
              <a:rPr lang="it-IT" sz="1200" noProof="0" dirty="0" err="1">
                <a:solidFill>
                  <a:srgbClr val="FFFFFF"/>
                </a:solidFill>
                <a:latin typeface="Arial"/>
                <a:ea typeface="Arial"/>
                <a:cs typeface="Arial"/>
                <a:sym typeface="Arial"/>
              </a:rPr>
              <a:t>Slidesgo</a:t>
            </a:r>
            <a:r>
              <a:rPr lang="it-IT" sz="1200" noProof="0" dirty="0">
                <a:solidFill>
                  <a:srgbClr val="FFFFFF"/>
                </a:solidFill>
                <a:latin typeface="Arial"/>
                <a:ea typeface="Arial"/>
                <a:cs typeface="Arial"/>
                <a:sym typeface="Arial"/>
              </a:rPr>
              <a:t> School:</a:t>
            </a:r>
          </a:p>
          <a:p>
            <a:pPr marL="0" lvl="0" indent="0" algn="ctr" rtl="0">
              <a:spcBef>
                <a:spcPts val="0"/>
              </a:spcBef>
              <a:spcAft>
                <a:spcPts val="0"/>
              </a:spcAft>
              <a:buNone/>
            </a:pPr>
            <a:r>
              <a:rPr lang="it-IT" sz="1200" u="sng" noProof="0" dirty="0">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https://slidesgo.com/faqs</a:t>
            </a:r>
            <a:r>
              <a:rPr lang="it-IT" sz="1400" noProof="0" dirty="0">
                <a:solidFill>
                  <a:srgbClr val="FFFFFF"/>
                </a:solidFill>
                <a:latin typeface="Arial"/>
                <a:ea typeface="Arial"/>
                <a:cs typeface="Arial"/>
                <a:sym typeface="Arial"/>
              </a:rPr>
              <a:t> </a:t>
            </a:r>
            <a:r>
              <a:rPr lang="it-IT" sz="1200" noProof="0" dirty="0">
                <a:solidFill>
                  <a:srgbClr val="FFFFFF"/>
                </a:solidFill>
                <a:latin typeface="Arial"/>
                <a:ea typeface="Arial"/>
                <a:cs typeface="Arial"/>
                <a:sym typeface="Arial"/>
              </a:rPr>
              <a:t>and</a:t>
            </a:r>
            <a:r>
              <a:rPr lang="it-IT" sz="1400" noProof="0" dirty="0">
                <a:solidFill>
                  <a:srgbClr val="FFFFFF"/>
                </a:solidFill>
                <a:latin typeface="Arial"/>
                <a:ea typeface="Arial"/>
                <a:cs typeface="Arial"/>
                <a:sym typeface="Arial"/>
              </a:rPr>
              <a:t> </a:t>
            </a:r>
            <a:r>
              <a:rPr lang="it-IT" sz="1200" u="sng" noProof="0" dirty="0">
                <a:solidFill>
                  <a:srgbClr val="869FB2"/>
                </a:solidFill>
                <a:latin typeface="Arial"/>
                <a:ea typeface="Arial"/>
                <a:cs typeface="Arial"/>
                <a:sym typeface="Arial"/>
                <a:hlinkClick r:id="rId6">
                  <a:extLst>
                    <a:ext uri="{A12FA001-AC4F-418D-AE19-62706E023703}">
                      <ahyp:hlinkClr xmlns:ahyp="http://schemas.microsoft.com/office/drawing/2018/hyperlinkcolor" val="tx"/>
                    </a:ext>
                  </a:extLst>
                </a:hlinkClick>
              </a:rPr>
              <a:t>https://slidesgo.com/slidesgo-school</a:t>
            </a:r>
            <a:endParaRPr lang="it-IT" sz="1200" u="sng" noProof="0" dirty="0">
              <a:solidFill>
                <a:srgbClr val="869FB2"/>
              </a:solidFill>
              <a:latin typeface="Arial"/>
              <a:ea typeface="Arial"/>
              <a:cs typeface="Arial"/>
              <a:sym typeface="Arial"/>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506"/>
        <p:cNvGrpSpPr/>
        <p:nvPr/>
      </p:nvGrpSpPr>
      <p:grpSpPr>
        <a:xfrm>
          <a:off x="0" y="0"/>
          <a:ext cx="0" cy="0"/>
          <a:chOff x="0" y="0"/>
          <a:chExt cx="0" cy="0"/>
        </a:xfrm>
      </p:grpSpPr>
      <p:sp>
        <p:nvSpPr>
          <p:cNvPr id="4507" name="Google Shape;4507;p53"/>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a:solidFill>
                  <a:srgbClr val="FFFFFF"/>
                </a:solidFill>
                <a:latin typeface="Arial"/>
                <a:ea typeface="Arial"/>
                <a:cs typeface="Arial"/>
                <a:sym typeface="Arial"/>
              </a:rPr>
              <a:t>Fonts &amp; colors </a:t>
            </a:r>
            <a:r>
              <a:rPr lang="it-IT" noProof="0" dirty="0" err="1">
                <a:solidFill>
                  <a:srgbClr val="FFFFFF"/>
                </a:solidFill>
                <a:latin typeface="Arial"/>
                <a:ea typeface="Arial"/>
                <a:cs typeface="Arial"/>
                <a:sym typeface="Arial"/>
              </a:rPr>
              <a:t>used</a:t>
            </a:r>
            <a:endParaRPr lang="it-IT" noProof="0" dirty="0">
              <a:solidFill>
                <a:srgbClr val="FFFFFF"/>
              </a:solidFill>
              <a:latin typeface="Arial"/>
              <a:ea typeface="Arial"/>
              <a:cs typeface="Arial"/>
              <a:sym typeface="Arial"/>
            </a:endParaRPr>
          </a:p>
        </p:txBody>
      </p:sp>
      <p:sp>
        <p:nvSpPr>
          <p:cNvPr id="4508" name="Google Shape;4508;p53"/>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it-IT" sz="1200" noProof="0" dirty="0" err="1">
                <a:solidFill>
                  <a:srgbClr val="FFFFFF"/>
                </a:solidFill>
                <a:latin typeface="Arial"/>
                <a:ea typeface="Arial"/>
                <a:cs typeface="Arial"/>
                <a:sym typeface="Arial"/>
              </a:rPr>
              <a:t>This</a:t>
            </a:r>
            <a:r>
              <a:rPr lang="it-IT" sz="1200" noProof="0" dirty="0">
                <a:solidFill>
                  <a:srgbClr val="FFFFFF"/>
                </a:solidFill>
                <a:latin typeface="Arial"/>
                <a:ea typeface="Arial"/>
                <a:cs typeface="Arial"/>
                <a:sym typeface="Arial"/>
              </a:rPr>
              <a:t> </a:t>
            </a:r>
            <a:r>
              <a:rPr lang="it-IT" sz="1200" noProof="0" dirty="0" err="1">
                <a:solidFill>
                  <a:srgbClr val="FFFFFF"/>
                </a:solidFill>
                <a:latin typeface="Arial"/>
                <a:ea typeface="Arial"/>
                <a:cs typeface="Arial"/>
                <a:sym typeface="Arial"/>
              </a:rPr>
              <a:t>presentation</a:t>
            </a:r>
            <a:r>
              <a:rPr lang="it-IT" sz="1200" noProof="0" dirty="0">
                <a:solidFill>
                  <a:srgbClr val="FFFFFF"/>
                </a:solidFill>
                <a:latin typeface="Arial"/>
                <a:ea typeface="Arial"/>
                <a:cs typeface="Arial"/>
                <a:sym typeface="Arial"/>
              </a:rPr>
              <a:t> </a:t>
            </a:r>
            <a:r>
              <a:rPr lang="it-IT" sz="1200" noProof="0" dirty="0" err="1">
                <a:solidFill>
                  <a:srgbClr val="FFFFFF"/>
                </a:solidFill>
                <a:latin typeface="Arial"/>
                <a:ea typeface="Arial"/>
                <a:cs typeface="Arial"/>
                <a:sym typeface="Arial"/>
              </a:rPr>
              <a:t>has</a:t>
            </a:r>
            <a:r>
              <a:rPr lang="it-IT" sz="1200" noProof="0" dirty="0">
                <a:solidFill>
                  <a:srgbClr val="FFFFFF"/>
                </a:solidFill>
                <a:latin typeface="Arial"/>
                <a:ea typeface="Arial"/>
                <a:cs typeface="Arial"/>
                <a:sym typeface="Arial"/>
              </a:rPr>
              <a:t> </a:t>
            </a:r>
            <a:r>
              <a:rPr lang="it-IT" sz="1200" noProof="0" dirty="0" err="1">
                <a:solidFill>
                  <a:srgbClr val="FFFFFF"/>
                </a:solidFill>
                <a:latin typeface="Arial"/>
                <a:ea typeface="Arial"/>
                <a:cs typeface="Arial"/>
                <a:sym typeface="Arial"/>
              </a:rPr>
              <a:t>been</a:t>
            </a:r>
            <a:r>
              <a:rPr lang="it-IT" sz="1200" noProof="0" dirty="0">
                <a:solidFill>
                  <a:srgbClr val="FFFFFF"/>
                </a:solidFill>
                <a:latin typeface="Arial"/>
                <a:ea typeface="Arial"/>
                <a:cs typeface="Arial"/>
                <a:sym typeface="Arial"/>
              </a:rPr>
              <a:t> made </a:t>
            </a:r>
            <a:r>
              <a:rPr lang="it-IT" sz="1200" noProof="0" dirty="0" err="1">
                <a:solidFill>
                  <a:srgbClr val="FFFFFF"/>
                </a:solidFill>
                <a:latin typeface="Arial"/>
                <a:ea typeface="Arial"/>
                <a:cs typeface="Arial"/>
                <a:sym typeface="Arial"/>
              </a:rPr>
              <a:t>using</a:t>
            </a:r>
            <a:r>
              <a:rPr lang="it-IT" sz="1200" noProof="0" dirty="0">
                <a:solidFill>
                  <a:srgbClr val="FFFFFF"/>
                </a:solidFill>
                <a:latin typeface="Arial"/>
                <a:ea typeface="Arial"/>
                <a:cs typeface="Arial"/>
                <a:sym typeface="Arial"/>
              </a:rPr>
              <a:t> the following fonts:</a:t>
            </a:r>
          </a:p>
          <a:p>
            <a:pPr marL="0" lvl="0" indent="0" algn="l" rtl="0">
              <a:spcBef>
                <a:spcPts val="0"/>
              </a:spcBef>
              <a:spcAft>
                <a:spcPts val="0"/>
              </a:spcAft>
              <a:buNone/>
            </a:pPr>
            <a:endParaRPr lang="it-IT" sz="1400" noProof="0" dirty="0">
              <a:solidFill>
                <a:srgbClr val="435D74"/>
              </a:solidFill>
              <a:latin typeface="Arial"/>
              <a:ea typeface="Arial"/>
              <a:cs typeface="Arial"/>
              <a:sym typeface="Arial"/>
            </a:endParaRPr>
          </a:p>
        </p:txBody>
      </p:sp>
      <p:sp>
        <p:nvSpPr>
          <p:cNvPr id="4509" name="Google Shape;4509;p53"/>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it-IT" b="1" noProof="0" dirty="0" err="1">
                <a:solidFill>
                  <a:srgbClr val="FFFFFF"/>
                </a:solidFill>
                <a:latin typeface="Arial"/>
                <a:ea typeface="Arial"/>
                <a:cs typeface="Arial"/>
                <a:sym typeface="Arial"/>
              </a:rPr>
              <a:t>Roboto</a:t>
            </a:r>
            <a:r>
              <a:rPr lang="it-IT" b="1" noProof="0" dirty="0">
                <a:solidFill>
                  <a:srgbClr val="FFFFFF"/>
                </a:solidFill>
                <a:latin typeface="Arial"/>
                <a:ea typeface="Arial"/>
                <a:cs typeface="Arial"/>
                <a:sym typeface="Arial"/>
              </a:rPr>
              <a:t> </a:t>
            </a:r>
            <a:r>
              <a:rPr lang="it-IT" b="1" noProof="0" dirty="0" err="1">
                <a:solidFill>
                  <a:srgbClr val="FFFFFF"/>
                </a:solidFill>
                <a:latin typeface="Arial"/>
                <a:ea typeface="Arial"/>
                <a:cs typeface="Arial"/>
                <a:sym typeface="Arial"/>
              </a:rPr>
              <a:t>Slab</a:t>
            </a:r>
            <a:endParaRPr lang="it-IT" b="1" noProof="0" dirty="0">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it-IT" noProof="0" dirty="0">
                <a:solidFill>
                  <a:srgbClr val="FFFFFF"/>
                </a:solidFill>
                <a:latin typeface="Arial"/>
                <a:ea typeface="Arial"/>
                <a:cs typeface="Arial"/>
                <a:sym typeface="Arial"/>
              </a:rPr>
              <a:t>(</a:t>
            </a:r>
            <a:r>
              <a:rPr lang="it-IT" noProof="0" dirty="0">
                <a:solidFill>
                  <a:srgbClr val="FFFFFF"/>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a:t>
            </a:r>
            <a:r>
              <a:rPr lang="it-IT" noProof="0" dirty="0" err="1">
                <a:solidFill>
                  <a:srgbClr val="FFFFFF"/>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Roboto+Slab</a:t>
            </a:r>
            <a:r>
              <a:rPr lang="it-IT" noProof="0" dirty="0">
                <a:solidFill>
                  <a:srgbClr val="FFFFFF"/>
                </a:solidFill>
                <a:latin typeface="Arial"/>
                <a:ea typeface="Arial"/>
                <a:cs typeface="Arial"/>
                <a:sym typeface="Arial"/>
              </a:rPr>
              <a:t>)</a:t>
            </a:r>
            <a:endParaRPr lang="it-IT" b="1" noProof="0" dirty="0">
              <a:solidFill>
                <a:srgbClr val="FFFFFF"/>
              </a:solidFill>
              <a:latin typeface="Arial"/>
              <a:ea typeface="Arial"/>
              <a:cs typeface="Arial"/>
              <a:sym typeface="Arial"/>
            </a:endParaRPr>
          </a:p>
          <a:p>
            <a:pPr marL="0" lvl="0" indent="0" algn="ctr" rtl="0">
              <a:spcBef>
                <a:spcPts val="0"/>
              </a:spcBef>
              <a:spcAft>
                <a:spcPts val="0"/>
              </a:spcAft>
              <a:buNone/>
            </a:pPr>
            <a:endParaRPr lang="it-IT" sz="800" noProof="0" dirty="0">
              <a:solidFill>
                <a:srgbClr val="FFFFFF"/>
              </a:solidFill>
              <a:latin typeface="Arial"/>
              <a:ea typeface="Arial"/>
              <a:cs typeface="Arial"/>
              <a:sym typeface="Arial"/>
            </a:endParaRPr>
          </a:p>
          <a:p>
            <a:pPr marL="0" lvl="0" indent="0" algn="ctr" rtl="0">
              <a:spcBef>
                <a:spcPts val="0"/>
              </a:spcBef>
              <a:spcAft>
                <a:spcPts val="0"/>
              </a:spcAft>
              <a:buNone/>
            </a:pPr>
            <a:r>
              <a:rPr lang="it-IT" b="1" noProof="0" dirty="0" err="1">
                <a:solidFill>
                  <a:srgbClr val="FFFFFF"/>
                </a:solidFill>
                <a:latin typeface="Arial"/>
                <a:ea typeface="Arial"/>
                <a:cs typeface="Arial"/>
                <a:sym typeface="Arial"/>
              </a:rPr>
              <a:t>Roboto</a:t>
            </a:r>
            <a:endParaRPr lang="it-IT" b="1" noProof="0" dirty="0">
              <a:solidFill>
                <a:srgbClr val="FFFFFF"/>
              </a:solidFill>
              <a:latin typeface="Arial"/>
              <a:ea typeface="Arial"/>
              <a:cs typeface="Arial"/>
              <a:sym typeface="Arial"/>
            </a:endParaRPr>
          </a:p>
          <a:p>
            <a:pPr marL="0" lvl="0" indent="0" algn="ctr" rtl="0">
              <a:spcBef>
                <a:spcPts val="0"/>
              </a:spcBef>
              <a:spcAft>
                <a:spcPts val="0"/>
              </a:spcAft>
              <a:buNone/>
            </a:pPr>
            <a:r>
              <a:rPr lang="it-IT" noProof="0" dirty="0">
                <a:solidFill>
                  <a:srgbClr val="FFFFFF"/>
                </a:solidFill>
                <a:latin typeface="Arial"/>
                <a:ea typeface="Arial"/>
                <a:cs typeface="Arial"/>
                <a:sym typeface="Arial"/>
              </a:rPr>
              <a:t>(</a:t>
            </a:r>
            <a:r>
              <a:rPr lang="it-IT" noProof="0" dirty="0">
                <a:solidFill>
                  <a:srgbClr val="FFFFFF"/>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a:t>
            </a:r>
            <a:r>
              <a:rPr lang="it-IT" noProof="0" dirty="0" err="1">
                <a:solidFill>
                  <a:srgbClr val="FFFFFF"/>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Roboto</a:t>
            </a:r>
            <a:r>
              <a:rPr lang="it-IT" noProof="0" dirty="0">
                <a:solidFill>
                  <a:srgbClr val="FFFFFF"/>
                </a:solidFill>
                <a:latin typeface="Arial"/>
                <a:ea typeface="Arial"/>
                <a:cs typeface="Arial"/>
                <a:sym typeface="Arial"/>
              </a:rPr>
              <a:t>)</a:t>
            </a:r>
          </a:p>
        </p:txBody>
      </p:sp>
      <p:grpSp>
        <p:nvGrpSpPr>
          <p:cNvPr id="4510" name="Google Shape;4510;p53"/>
          <p:cNvGrpSpPr/>
          <p:nvPr/>
        </p:nvGrpSpPr>
        <p:grpSpPr>
          <a:xfrm>
            <a:off x="1521738" y="3498875"/>
            <a:ext cx="6100525" cy="754200"/>
            <a:chOff x="1521738" y="3498875"/>
            <a:chExt cx="6100525" cy="754200"/>
          </a:xfrm>
        </p:grpSpPr>
        <p:sp>
          <p:nvSpPr>
            <p:cNvPr id="4511" name="Google Shape;4511;p53"/>
            <p:cNvSpPr/>
            <p:nvPr/>
          </p:nvSpPr>
          <p:spPr>
            <a:xfrm>
              <a:off x="4707213" y="3498875"/>
              <a:ext cx="791400" cy="754200"/>
            </a:xfrm>
            <a:prstGeom prst="roundRect">
              <a:avLst>
                <a:gd name="adj" fmla="val 16667"/>
              </a:avLst>
            </a:prstGeom>
            <a:solidFill>
              <a:srgbClr val="4F6F8C">
                <a:alpha val="53330"/>
              </a:srgbClr>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12" name="Google Shape;4512;p53"/>
            <p:cNvSpPr/>
            <p:nvPr/>
          </p:nvSpPr>
          <p:spPr>
            <a:xfrm>
              <a:off x="5769032" y="3498875"/>
              <a:ext cx="791400" cy="754200"/>
            </a:xfrm>
            <a:prstGeom prst="roundRect">
              <a:avLst>
                <a:gd name="adj" fmla="val 16667"/>
              </a:avLst>
            </a:prstGeom>
            <a:solidFill>
              <a:srgbClr val="A8BBB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13" name="Google Shape;4513;p53"/>
            <p:cNvSpPr/>
            <p:nvPr/>
          </p:nvSpPr>
          <p:spPr>
            <a:xfrm>
              <a:off x="6830852" y="3498875"/>
              <a:ext cx="791400" cy="754200"/>
            </a:xfrm>
            <a:prstGeom prst="roundRect">
              <a:avLst>
                <a:gd name="adj" fmla="val 16667"/>
              </a:avLst>
            </a:prstGeom>
            <a:solidFill>
              <a:srgbClr val="EBF2F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14" name="Google Shape;4514;p53"/>
            <p:cNvSpPr/>
            <p:nvPr/>
          </p:nvSpPr>
          <p:spPr>
            <a:xfrm>
              <a:off x="1521738" y="3498875"/>
              <a:ext cx="791400" cy="754200"/>
            </a:xfrm>
            <a:prstGeom prst="roundRect">
              <a:avLst>
                <a:gd name="adj" fmla="val 16667"/>
              </a:avLst>
            </a:prstGeom>
            <a:solidFill>
              <a:srgbClr val="495F8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15" name="Google Shape;4515;p53"/>
            <p:cNvSpPr txBox="1"/>
            <p:nvPr/>
          </p:nvSpPr>
          <p:spPr>
            <a:xfrm>
              <a:off x="47072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it-IT" sz="1000" noProof="0" dirty="0">
                  <a:solidFill>
                    <a:srgbClr val="FFFFFF"/>
                  </a:solidFill>
                </a:rPr>
                <a:t>#4f6f8c87</a:t>
              </a:r>
            </a:p>
          </p:txBody>
        </p:sp>
        <p:sp>
          <p:nvSpPr>
            <p:cNvPr id="4516" name="Google Shape;4516;p53"/>
            <p:cNvSpPr txBox="1"/>
            <p:nvPr/>
          </p:nvSpPr>
          <p:spPr>
            <a:xfrm>
              <a:off x="57690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it-IT" sz="1000" noProof="0" dirty="0">
                  <a:solidFill>
                    <a:srgbClr val="4F6F8C"/>
                  </a:solidFill>
                </a:rPr>
                <a:t>#a8bbbfff</a:t>
              </a:r>
            </a:p>
          </p:txBody>
        </p:sp>
        <p:sp>
          <p:nvSpPr>
            <p:cNvPr id="4517" name="Google Shape;4517;p53"/>
            <p:cNvSpPr txBox="1"/>
            <p:nvPr/>
          </p:nvSpPr>
          <p:spPr>
            <a:xfrm>
              <a:off x="683086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it-IT" sz="1000" noProof="0" dirty="0">
                  <a:solidFill>
                    <a:srgbClr val="4F6F8C"/>
                  </a:solidFill>
                </a:rPr>
                <a:t>#ebf2f2ff</a:t>
              </a:r>
            </a:p>
          </p:txBody>
        </p:sp>
        <p:sp>
          <p:nvSpPr>
            <p:cNvPr id="4518" name="Google Shape;4518;p53"/>
            <p:cNvSpPr txBox="1"/>
            <p:nvPr/>
          </p:nvSpPr>
          <p:spPr>
            <a:xfrm>
              <a:off x="15217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it-IT" sz="1000" noProof="0" dirty="0">
                  <a:solidFill>
                    <a:srgbClr val="FFFFFF"/>
                  </a:solidFill>
                </a:rPr>
                <a:t>#495f8cff</a:t>
              </a:r>
            </a:p>
          </p:txBody>
        </p:sp>
        <p:sp>
          <p:nvSpPr>
            <p:cNvPr id="4519" name="Google Shape;4519;p53"/>
            <p:cNvSpPr/>
            <p:nvPr/>
          </p:nvSpPr>
          <p:spPr>
            <a:xfrm>
              <a:off x="2583582" y="3498875"/>
              <a:ext cx="791400" cy="754200"/>
            </a:xfrm>
            <a:prstGeom prst="roundRect">
              <a:avLst>
                <a:gd name="adj" fmla="val 16667"/>
              </a:avLst>
            </a:prstGeom>
            <a:solidFill>
              <a:srgbClr val="44637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20" name="Google Shape;4520;p53"/>
            <p:cNvSpPr/>
            <p:nvPr/>
          </p:nvSpPr>
          <p:spPr>
            <a:xfrm>
              <a:off x="3645402" y="3498875"/>
              <a:ext cx="791400" cy="754200"/>
            </a:xfrm>
            <a:prstGeom prst="roundRect">
              <a:avLst>
                <a:gd name="adj" fmla="val 16667"/>
              </a:avLst>
            </a:prstGeom>
            <a:solidFill>
              <a:srgbClr val="4F6F8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21" name="Google Shape;4521;p53"/>
            <p:cNvSpPr txBox="1"/>
            <p:nvPr/>
          </p:nvSpPr>
          <p:spPr>
            <a:xfrm>
              <a:off x="258358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it-IT" sz="1000" noProof="0" dirty="0">
                  <a:solidFill>
                    <a:srgbClr val="FFFFFF"/>
                  </a:solidFill>
                </a:rPr>
                <a:t>#44637fff</a:t>
              </a:r>
            </a:p>
          </p:txBody>
        </p:sp>
        <p:sp>
          <p:nvSpPr>
            <p:cNvPr id="4522" name="Google Shape;4522;p53"/>
            <p:cNvSpPr txBox="1"/>
            <p:nvPr/>
          </p:nvSpPr>
          <p:spPr>
            <a:xfrm>
              <a:off x="36454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it-IT" sz="1000" noProof="0" dirty="0">
                  <a:solidFill>
                    <a:srgbClr val="FFFFFF"/>
                  </a:solidFill>
                </a:rPr>
                <a:t>#4f6f8cff</a:t>
              </a: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526"/>
        <p:cNvGrpSpPr/>
        <p:nvPr/>
      </p:nvGrpSpPr>
      <p:grpSpPr>
        <a:xfrm>
          <a:off x="0" y="0"/>
          <a:ext cx="0" cy="0"/>
          <a:chOff x="0" y="0"/>
          <a:chExt cx="0" cy="0"/>
        </a:xfrm>
      </p:grpSpPr>
      <p:sp>
        <p:nvSpPr>
          <p:cNvPr id="4527" name="Google Shape;4527;p54"/>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a:solidFill>
                  <a:srgbClr val="FFFFFF"/>
                </a:solidFill>
                <a:latin typeface="Arial"/>
                <a:ea typeface="Arial"/>
                <a:cs typeface="Arial"/>
                <a:sym typeface="Arial"/>
              </a:rPr>
              <a:t>Use </a:t>
            </a:r>
            <a:r>
              <a:rPr lang="it-IT" noProof="0" dirty="0" err="1">
                <a:solidFill>
                  <a:srgbClr val="FFFFFF"/>
                </a:solidFill>
                <a:latin typeface="Arial"/>
                <a:ea typeface="Arial"/>
                <a:cs typeface="Arial"/>
                <a:sym typeface="Arial"/>
              </a:rPr>
              <a:t>our</a:t>
            </a:r>
            <a:r>
              <a:rPr lang="it-IT"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editable</a:t>
            </a:r>
            <a:r>
              <a:rPr lang="it-IT" noProof="0" dirty="0">
                <a:solidFill>
                  <a:srgbClr val="FFFFFF"/>
                </a:solidFill>
                <a:latin typeface="Arial"/>
                <a:ea typeface="Arial"/>
                <a:cs typeface="Arial"/>
                <a:sym typeface="Arial"/>
              </a:rPr>
              <a:t> graphic </a:t>
            </a:r>
            <a:r>
              <a:rPr lang="it-IT" noProof="0" dirty="0" err="1">
                <a:solidFill>
                  <a:srgbClr val="FFFFFF"/>
                </a:solidFill>
                <a:latin typeface="Arial"/>
                <a:ea typeface="Arial"/>
                <a:cs typeface="Arial"/>
                <a:sym typeface="Arial"/>
              </a:rPr>
              <a:t>resources</a:t>
            </a:r>
            <a:r>
              <a:rPr lang="it-IT" noProof="0" dirty="0">
                <a:solidFill>
                  <a:srgbClr val="FFFFFF"/>
                </a:solidFill>
                <a:latin typeface="Arial"/>
                <a:ea typeface="Arial"/>
                <a:cs typeface="Arial"/>
                <a:sym typeface="Arial"/>
              </a:rPr>
              <a:t>...</a:t>
            </a:r>
          </a:p>
        </p:txBody>
      </p:sp>
      <p:sp>
        <p:nvSpPr>
          <p:cNvPr id="4528" name="Google Shape;4528;p54"/>
          <p:cNvSpPr txBox="1">
            <a:spLocks noGrp="1"/>
          </p:cNvSpPr>
          <p:nvPr>
            <p:ph type="body" idx="4294967295"/>
          </p:nvPr>
        </p:nvSpPr>
        <p:spPr>
          <a:xfrm>
            <a:off x="1068100" y="1534076"/>
            <a:ext cx="70473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sz="1100" noProof="0" dirty="0">
                <a:solidFill>
                  <a:srgbClr val="FFFFFF"/>
                </a:solidFill>
                <a:latin typeface="Arial"/>
                <a:ea typeface="Arial"/>
                <a:cs typeface="Arial"/>
                <a:sym typeface="Arial"/>
              </a:rPr>
              <a:t>You can </a:t>
            </a:r>
            <a:r>
              <a:rPr lang="it-IT" sz="1100" noProof="0" dirty="0" err="1">
                <a:solidFill>
                  <a:srgbClr val="FFFFFF"/>
                </a:solidFill>
                <a:latin typeface="Arial"/>
                <a:ea typeface="Arial"/>
                <a:cs typeface="Arial"/>
                <a:sym typeface="Arial"/>
              </a:rPr>
              <a:t>easily</a:t>
            </a:r>
            <a:r>
              <a:rPr lang="it-IT" sz="1100" noProof="0" dirty="0">
                <a:solidFill>
                  <a:srgbClr val="435D74"/>
                </a:solidFill>
                <a:latin typeface="Arial"/>
                <a:ea typeface="Arial"/>
                <a:cs typeface="Arial"/>
                <a:sym typeface="Arial"/>
              </a:rPr>
              <a:t> </a:t>
            </a:r>
            <a:r>
              <a:rPr lang="it-IT" sz="1100" noProof="0" dirty="0" err="1">
                <a:solidFill>
                  <a:srgbClr val="869FB2"/>
                </a:solidFill>
                <a:latin typeface="Arial"/>
                <a:ea typeface="Arial"/>
                <a:cs typeface="Arial"/>
                <a:sym typeface="Arial"/>
              </a:rPr>
              <a:t>resize</a:t>
            </a:r>
            <a:r>
              <a:rPr lang="it-IT" sz="1100" noProof="0" dirty="0">
                <a:solidFill>
                  <a:srgbClr val="435D74"/>
                </a:solidFill>
                <a:latin typeface="Arial"/>
                <a:ea typeface="Arial"/>
                <a:cs typeface="Arial"/>
                <a:sym typeface="Arial"/>
              </a:rPr>
              <a:t> </a:t>
            </a:r>
            <a:r>
              <a:rPr lang="it-IT" sz="1100" noProof="0" dirty="0" err="1">
                <a:solidFill>
                  <a:srgbClr val="FFFFFF"/>
                </a:solidFill>
                <a:latin typeface="Arial"/>
                <a:ea typeface="Arial"/>
                <a:cs typeface="Arial"/>
                <a:sym typeface="Arial"/>
              </a:rPr>
              <a:t>these</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resources</a:t>
            </a:r>
            <a:r>
              <a:rPr lang="it-IT" sz="1100"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without</a:t>
            </a:r>
            <a:r>
              <a:rPr lang="it-IT"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losing</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quality</a:t>
            </a:r>
            <a:r>
              <a:rPr lang="it-IT" sz="1100" noProof="0" dirty="0">
                <a:solidFill>
                  <a:srgbClr val="FFFFFF"/>
                </a:solidFill>
                <a:latin typeface="Arial"/>
                <a:ea typeface="Arial"/>
                <a:cs typeface="Arial"/>
                <a:sym typeface="Arial"/>
              </a:rPr>
              <a:t>. To</a:t>
            </a:r>
            <a:r>
              <a:rPr lang="it-IT" sz="1100" noProof="0" dirty="0">
                <a:solidFill>
                  <a:srgbClr val="435D74"/>
                </a:solidFill>
                <a:latin typeface="Arial"/>
                <a:ea typeface="Arial"/>
                <a:cs typeface="Arial"/>
                <a:sym typeface="Arial"/>
              </a:rPr>
              <a:t> </a:t>
            </a:r>
            <a:r>
              <a:rPr lang="it-IT" sz="1100" noProof="0" dirty="0" err="1">
                <a:solidFill>
                  <a:srgbClr val="869FB2"/>
                </a:solidFill>
                <a:latin typeface="Arial"/>
                <a:ea typeface="Arial"/>
                <a:cs typeface="Arial"/>
                <a:sym typeface="Arial"/>
              </a:rPr>
              <a:t>change</a:t>
            </a:r>
            <a:r>
              <a:rPr lang="it-IT" sz="1100" noProof="0" dirty="0">
                <a:solidFill>
                  <a:srgbClr val="869FB2"/>
                </a:solidFill>
                <a:latin typeface="Arial"/>
                <a:ea typeface="Arial"/>
                <a:cs typeface="Arial"/>
                <a:sym typeface="Arial"/>
              </a:rPr>
              <a:t> the color</a:t>
            </a:r>
            <a:r>
              <a:rPr lang="it-IT" sz="1100" noProof="0" dirty="0">
                <a:solidFill>
                  <a:srgbClr val="FFFFFF"/>
                </a:solidFill>
                <a:latin typeface="Arial"/>
                <a:ea typeface="Arial"/>
                <a:cs typeface="Arial"/>
                <a:sym typeface="Arial"/>
              </a:rPr>
              <a:t>, just </a:t>
            </a:r>
            <a:r>
              <a:rPr lang="it-IT" sz="1100" noProof="0" dirty="0" err="1">
                <a:solidFill>
                  <a:srgbClr val="FFFFFF"/>
                </a:solidFill>
                <a:latin typeface="Arial"/>
                <a:ea typeface="Arial"/>
                <a:cs typeface="Arial"/>
                <a:sym typeface="Arial"/>
              </a:rPr>
              <a:t>ungroup</a:t>
            </a:r>
            <a:r>
              <a:rPr lang="it-IT" sz="1100" noProof="0" dirty="0">
                <a:solidFill>
                  <a:srgbClr val="FFFFFF"/>
                </a:solidFill>
                <a:latin typeface="Arial"/>
                <a:ea typeface="Arial"/>
                <a:cs typeface="Arial"/>
                <a:sym typeface="Arial"/>
              </a:rPr>
              <a:t> the </a:t>
            </a:r>
            <a:r>
              <a:rPr lang="it-IT" sz="1100" noProof="0" dirty="0" err="1">
                <a:solidFill>
                  <a:srgbClr val="FFFFFF"/>
                </a:solidFill>
                <a:latin typeface="Arial"/>
                <a:ea typeface="Arial"/>
                <a:cs typeface="Arial"/>
                <a:sym typeface="Arial"/>
              </a:rPr>
              <a:t>resource</a:t>
            </a:r>
            <a:r>
              <a:rPr lang="it-IT" sz="1100" noProof="0" dirty="0">
                <a:solidFill>
                  <a:srgbClr val="FFFFFF"/>
                </a:solidFill>
                <a:latin typeface="Arial"/>
                <a:ea typeface="Arial"/>
                <a:cs typeface="Arial"/>
                <a:sym typeface="Arial"/>
              </a:rPr>
              <a:t> and click on the </a:t>
            </a:r>
            <a:r>
              <a:rPr lang="it-IT" sz="1100" noProof="0" dirty="0" err="1">
                <a:solidFill>
                  <a:srgbClr val="FFFFFF"/>
                </a:solidFill>
                <a:latin typeface="Arial"/>
                <a:ea typeface="Arial"/>
                <a:cs typeface="Arial"/>
                <a:sym typeface="Arial"/>
              </a:rPr>
              <a:t>object</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you</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want</a:t>
            </a:r>
            <a:r>
              <a:rPr lang="it-IT" sz="1100" noProof="0" dirty="0">
                <a:solidFill>
                  <a:srgbClr val="FFFFFF"/>
                </a:solidFill>
                <a:latin typeface="Arial"/>
                <a:ea typeface="Arial"/>
                <a:cs typeface="Arial"/>
                <a:sym typeface="Arial"/>
              </a:rPr>
              <a:t> to </a:t>
            </a:r>
            <a:r>
              <a:rPr lang="it-IT" sz="1100" noProof="0" dirty="0" err="1">
                <a:solidFill>
                  <a:srgbClr val="FFFFFF"/>
                </a:solidFill>
                <a:latin typeface="Arial"/>
                <a:ea typeface="Arial"/>
                <a:cs typeface="Arial"/>
                <a:sym typeface="Arial"/>
              </a:rPr>
              <a:t>change</a:t>
            </a:r>
            <a:r>
              <a:rPr lang="it-IT" sz="1100" noProof="0" dirty="0">
                <a:solidFill>
                  <a:srgbClr val="FFFFFF"/>
                </a:solidFill>
                <a:latin typeface="Arial"/>
                <a:ea typeface="Arial"/>
                <a:cs typeface="Arial"/>
                <a:sym typeface="Arial"/>
              </a:rPr>
              <a:t>. Then, click on the </a:t>
            </a:r>
            <a:r>
              <a:rPr lang="it-IT" sz="1100" noProof="0" dirty="0" err="1">
                <a:solidFill>
                  <a:srgbClr val="FFFFFF"/>
                </a:solidFill>
                <a:latin typeface="Arial"/>
                <a:ea typeface="Arial"/>
                <a:cs typeface="Arial"/>
                <a:sym typeface="Arial"/>
              </a:rPr>
              <a:t>paint</a:t>
            </a:r>
            <a:r>
              <a:rPr lang="it-IT" sz="1100" noProof="0" dirty="0">
                <a:solidFill>
                  <a:srgbClr val="FFFFFF"/>
                </a:solidFill>
                <a:latin typeface="Arial"/>
                <a:ea typeface="Arial"/>
                <a:cs typeface="Arial"/>
                <a:sym typeface="Arial"/>
              </a:rPr>
              <a:t> bucket and </a:t>
            </a:r>
            <a:r>
              <a:rPr lang="it-IT" sz="1100" noProof="0" dirty="0" err="1">
                <a:solidFill>
                  <a:srgbClr val="FFFFFF"/>
                </a:solidFill>
                <a:latin typeface="Arial"/>
                <a:ea typeface="Arial"/>
                <a:cs typeface="Arial"/>
                <a:sym typeface="Arial"/>
              </a:rPr>
              <a:t>select</a:t>
            </a:r>
            <a:r>
              <a:rPr lang="it-IT" sz="1100" noProof="0" dirty="0">
                <a:solidFill>
                  <a:srgbClr val="FFFFFF"/>
                </a:solidFill>
                <a:latin typeface="Arial"/>
                <a:ea typeface="Arial"/>
                <a:cs typeface="Arial"/>
                <a:sym typeface="Arial"/>
              </a:rPr>
              <a:t> the color </a:t>
            </a:r>
            <a:r>
              <a:rPr lang="it-IT" sz="1100" noProof="0" dirty="0" err="1">
                <a:solidFill>
                  <a:srgbClr val="FFFFFF"/>
                </a:solidFill>
                <a:latin typeface="Arial"/>
                <a:ea typeface="Arial"/>
                <a:cs typeface="Arial"/>
                <a:sym typeface="Arial"/>
              </a:rPr>
              <a:t>you</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want</a:t>
            </a:r>
            <a:r>
              <a:rPr lang="it-IT" sz="1100" noProof="0" dirty="0">
                <a:solidFill>
                  <a:srgbClr val="FFFFFF"/>
                </a:solidFill>
                <a:latin typeface="Arial"/>
                <a:ea typeface="Arial"/>
                <a:cs typeface="Arial"/>
                <a:sym typeface="Arial"/>
              </a:rPr>
              <a:t>. </a:t>
            </a:r>
            <a:r>
              <a:rPr lang="it-IT" noProof="0" dirty="0">
                <a:solidFill>
                  <a:srgbClr val="FFFFFF"/>
                </a:solidFill>
                <a:latin typeface="Arial"/>
                <a:ea typeface="Arial"/>
                <a:cs typeface="Arial"/>
                <a:sym typeface="Arial"/>
              </a:rPr>
              <a:t>G</a:t>
            </a:r>
            <a:r>
              <a:rPr lang="it-IT" sz="1100" noProof="0" dirty="0">
                <a:solidFill>
                  <a:srgbClr val="FFFFFF"/>
                </a:solidFill>
                <a:latin typeface="Arial"/>
                <a:ea typeface="Arial"/>
                <a:cs typeface="Arial"/>
                <a:sym typeface="Arial"/>
              </a:rPr>
              <a:t>roup the </a:t>
            </a:r>
            <a:r>
              <a:rPr lang="it-IT" sz="1100" noProof="0" dirty="0" err="1">
                <a:solidFill>
                  <a:srgbClr val="FFFFFF"/>
                </a:solidFill>
                <a:latin typeface="Arial"/>
                <a:ea typeface="Arial"/>
                <a:cs typeface="Arial"/>
                <a:sym typeface="Arial"/>
              </a:rPr>
              <a:t>resource</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again</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when</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you’re</a:t>
            </a:r>
            <a:r>
              <a:rPr lang="it-IT" sz="1100" noProof="0" dirty="0">
                <a:solidFill>
                  <a:srgbClr val="FFFFFF"/>
                </a:solidFill>
                <a:latin typeface="Arial"/>
                <a:ea typeface="Arial"/>
                <a:cs typeface="Arial"/>
                <a:sym typeface="Arial"/>
              </a:rPr>
              <a:t> </a:t>
            </a:r>
            <a:r>
              <a:rPr lang="it-IT" sz="1100" noProof="0" dirty="0" err="1">
                <a:solidFill>
                  <a:srgbClr val="FFFFFF"/>
                </a:solidFill>
                <a:latin typeface="Arial"/>
                <a:ea typeface="Arial"/>
                <a:cs typeface="Arial"/>
                <a:sym typeface="Arial"/>
              </a:rPr>
              <a:t>done</a:t>
            </a:r>
            <a:r>
              <a:rPr lang="it-IT" sz="1100" noProof="0" dirty="0">
                <a:solidFill>
                  <a:srgbClr val="FFFFFF"/>
                </a:solidFill>
                <a:latin typeface="Arial"/>
                <a:ea typeface="Arial"/>
                <a:cs typeface="Arial"/>
                <a:sym typeface="Arial"/>
              </a:rPr>
              <a:t>. </a:t>
            </a:r>
            <a:r>
              <a:rPr lang="it-IT" noProof="0" dirty="0">
                <a:solidFill>
                  <a:schemeClr val="lt1"/>
                </a:solidFill>
                <a:latin typeface="Arial"/>
                <a:ea typeface="Arial"/>
                <a:cs typeface="Arial"/>
                <a:sym typeface="Arial"/>
              </a:rPr>
              <a:t>You can </a:t>
            </a:r>
            <a:r>
              <a:rPr lang="it-IT" noProof="0" dirty="0" err="1">
                <a:solidFill>
                  <a:schemeClr val="lt1"/>
                </a:solidFill>
                <a:latin typeface="Arial"/>
                <a:ea typeface="Arial"/>
                <a:cs typeface="Arial"/>
                <a:sym typeface="Arial"/>
              </a:rPr>
              <a:t>also</a:t>
            </a:r>
            <a:r>
              <a:rPr lang="it-IT" noProof="0" dirty="0">
                <a:solidFill>
                  <a:schemeClr val="lt1"/>
                </a:solidFill>
                <a:latin typeface="Arial"/>
                <a:ea typeface="Arial"/>
                <a:cs typeface="Arial"/>
                <a:sym typeface="Arial"/>
              </a:rPr>
              <a:t> look for more </a:t>
            </a:r>
            <a:r>
              <a:rPr lang="it-IT" noProof="0" dirty="0" err="1">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infographics</a:t>
            </a:r>
            <a:r>
              <a:rPr lang="it-IT" noProof="0" dirty="0">
                <a:solidFill>
                  <a:schemeClr val="lt1"/>
                </a:solidFill>
                <a:latin typeface="Arial"/>
                <a:ea typeface="Arial"/>
                <a:cs typeface="Arial"/>
                <a:sym typeface="Arial"/>
              </a:rPr>
              <a:t> on </a:t>
            </a:r>
            <a:r>
              <a:rPr lang="it-IT" noProof="0" dirty="0" err="1">
                <a:solidFill>
                  <a:schemeClr val="lt1"/>
                </a:solidFill>
                <a:latin typeface="Arial"/>
                <a:ea typeface="Arial"/>
                <a:cs typeface="Arial"/>
                <a:sym typeface="Arial"/>
              </a:rPr>
              <a:t>Slidesgo</a:t>
            </a:r>
            <a:r>
              <a:rPr lang="it-IT" noProof="0" dirty="0">
                <a:solidFill>
                  <a:schemeClr val="lt1"/>
                </a:solidFill>
                <a:latin typeface="Arial"/>
                <a:ea typeface="Arial"/>
                <a:cs typeface="Arial"/>
                <a:sym typeface="Arial"/>
              </a:rPr>
              <a:t>.</a:t>
            </a:r>
            <a:endParaRPr lang="it-IT" sz="1100" noProof="0" dirty="0">
              <a:solidFill>
                <a:srgbClr val="FFFFFF"/>
              </a:solidFill>
              <a:latin typeface="Arial"/>
              <a:ea typeface="Arial"/>
              <a:cs typeface="Arial"/>
              <a:sym typeface="Arial"/>
            </a:endParaRPr>
          </a:p>
        </p:txBody>
      </p:sp>
      <p:grpSp>
        <p:nvGrpSpPr>
          <p:cNvPr id="4529" name="Google Shape;4529;p54"/>
          <p:cNvGrpSpPr/>
          <p:nvPr/>
        </p:nvGrpSpPr>
        <p:grpSpPr>
          <a:xfrm>
            <a:off x="5082708" y="3095784"/>
            <a:ext cx="442841" cy="514271"/>
            <a:chOff x="4727025" y="1332775"/>
            <a:chExt cx="59900" cy="69625"/>
          </a:xfrm>
        </p:grpSpPr>
        <p:sp>
          <p:nvSpPr>
            <p:cNvPr id="4530" name="Google Shape;4530;p5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31" name="Google Shape;4531;p5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32" name="Google Shape;4532;p54"/>
          <p:cNvGrpSpPr/>
          <p:nvPr/>
        </p:nvGrpSpPr>
        <p:grpSpPr>
          <a:xfrm>
            <a:off x="5758025" y="2343272"/>
            <a:ext cx="500909" cy="500899"/>
            <a:chOff x="4820425" y="1329900"/>
            <a:chExt cx="70175" cy="70350"/>
          </a:xfrm>
        </p:grpSpPr>
        <p:sp>
          <p:nvSpPr>
            <p:cNvPr id="4533" name="Google Shape;4533;p5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34" name="Google Shape;4534;p5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35" name="Google Shape;4535;p5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36" name="Google Shape;4536;p5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37" name="Google Shape;4537;p54"/>
          <p:cNvGrpSpPr/>
          <p:nvPr/>
        </p:nvGrpSpPr>
        <p:grpSpPr>
          <a:xfrm>
            <a:off x="6410648" y="2355062"/>
            <a:ext cx="538135" cy="493119"/>
            <a:chOff x="4903200" y="1331525"/>
            <a:chExt cx="73575" cy="67425"/>
          </a:xfrm>
        </p:grpSpPr>
        <p:sp>
          <p:nvSpPr>
            <p:cNvPr id="4538" name="Google Shape;4538;p5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lang="it-IT" noProof="0" dirty="0"/>
            </a:p>
          </p:txBody>
        </p:sp>
        <p:sp>
          <p:nvSpPr>
            <p:cNvPr id="4539" name="Google Shape;4539;p5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40" name="Google Shape;4540;p54"/>
          <p:cNvGrpSpPr/>
          <p:nvPr/>
        </p:nvGrpSpPr>
        <p:grpSpPr>
          <a:xfrm>
            <a:off x="5670599" y="3097040"/>
            <a:ext cx="544563" cy="511895"/>
            <a:chOff x="4815575" y="1416800"/>
            <a:chExt cx="73750" cy="71400"/>
          </a:xfrm>
        </p:grpSpPr>
        <p:sp>
          <p:nvSpPr>
            <p:cNvPr id="4541" name="Google Shape;4541;p5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42" name="Google Shape;4542;p5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43" name="Google Shape;4543;p5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44" name="Google Shape;4544;p54"/>
          <p:cNvGrpSpPr/>
          <p:nvPr/>
        </p:nvGrpSpPr>
        <p:grpSpPr>
          <a:xfrm>
            <a:off x="6367224" y="3096746"/>
            <a:ext cx="602914" cy="512477"/>
            <a:chOff x="4902475" y="1418875"/>
            <a:chExt cx="74500" cy="63775"/>
          </a:xfrm>
        </p:grpSpPr>
        <p:sp>
          <p:nvSpPr>
            <p:cNvPr id="4545" name="Google Shape;4545;p5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46" name="Google Shape;4546;p54"/>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47" name="Google Shape;4547;p54"/>
          <p:cNvGrpSpPr/>
          <p:nvPr/>
        </p:nvGrpSpPr>
        <p:grpSpPr>
          <a:xfrm>
            <a:off x="5783096" y="3835985"/>
            <a:ext cx="515391" cy="525699"/>
            <a:chOff x="4818100" y="1507675"/>
            <a:chExt cx="71225" cy="71625"/>
          </a:xfrm>
        </p:grpSpPr>
        <p:sp>
          <p:nvSpPr>
            <p:cNvPr id="4548" name="Google Shape;4548;p5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49" name="Google Shape;4549;p5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50" name="Google Shape;4550;p5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51" name="Google Shape;4551;p5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52" name="Google Shape;4552;p54"/>
          <p:cNvGrpSpPr/>
          <p:nvPr/>
        </p:nvGrpSpPr>
        <p:grpSpPr>
          <a:xfrm>
            <a:off x="5121199" y="3857517"/>
            <a:ext cx="522956" cy="489869"/>
            <a:chOff x="4721450" y="1509475"/>
            <a:chExt cx="79350" cy="74325"/>
          </a:xfrm>
        </p:grpSpPr>
        <p:sp>
          <p:nvSpPr>
            <p:cNvPr id="4553" name="Google Shape;4553;p5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54" name="Google Shape;4554;p5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55" name="Google Shape;4555;p5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56" name="Google Shape;4556;p5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57" name="Google Shape;4557;p54"/>
          <p:cNvGrpSpPr/>
          <p:nvPr/>
        </p:nvGrpSpPr>
        <p:grpSpPr>
          <a:xfrm>
            <a:off x="6444441" y="3837269"/>
            <a:ext cx="525704" cy="535436"/>
            <a:chOff x="4906800" y="1507500"/>
            <a:chExt cx="70350" cy="71075"/>
          </a:xfrm>
        </p:grpSpPr>
        <p:sp>
          <p:nvSpPr>
            <p:cNvPr id="4558" name="Google Shape;4558;p5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59" name="Google Shape;4559;p5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60" name="Google Shape;4560;p5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61" name="Google Shape;4561;p5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62" name="Google Shape;4562;p5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63" name="Google Shape;4563;p54"/>
          <p:cNvGrpSpPr/>
          <p:nvPr/>
        </p:nvGrpSpPr>
        <p:grpSpPr>
          <a:xfrm>
            <a:off x="4477263" y="2343250"/>
            <a:ext cx="508054" cy="508095"/>
            <a:chOff x="3736598" y="2170606"/>
            <a:chExt cx="404889" cy="404889"/>
          </a:xfrm>
        </p:grpSpPr>
        <p:sp>
          <p:nvSpPr>
            <p:cNvPr id="4564" name="Google Shape;4564;p5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65" name="Google Shape;4565;p5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66" name="Google Shape;4566;p5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67" name="Google Shape;4567;p5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68" name="Google Shape;4568;p54"/>
          <p:cNvGrpSpPr/>
          <p:nvPr/>
        </p:nvGrpSpPr>
        <p:grpSpPr>
          <a:xfrm>
            <a:off x="3765303" y="2343345"/>
            <a:ext cx="575790" cy="507904"/>
            <a:chOff x="3161917" y="2170682"/>
            <a:chExt cx="458870" cy="404737"/>
          </a:xfrm>
        </p:grpSpPr>
        <p:sp>
          <p:nvSpPr>
            <p:cNvPr id="4569" name="Google Shape;4569;p5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lang="it-IT" noProof="0" dirty="0"/>
            </a:p>
          </p:txBody>
        </p:sp>
        <p:sp>
          <p:nvSpPr>
            <p:cNvPr id="4570" name="Google Shape;4570;p5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71" name="Google Shape;4571;p5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72" name="Google Shape;4572;p54"/>
          <p:cNvGrpSpPr/>
          <p:nvPr/>
        </p:nvGrpSpPr>
        <p:grpSpPr>
          <a:xfrm>
            <a:off x="3792833" y="3103717"/>
            <a:ext cx="520730" cy="498567"/>
            <a:chOff x="3179914" y="2889488"/>
            <a:chExt cx="422876" cy="404911"/>
          </a:xfrm>
        </p:grpSpPr>
        <p:sp>
          <p:nvSpPr>
            <p:cNvPr id="4573" name="Google Shape;4573;p5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74" name="Google Shape;4574;p5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75" name="Google Shape;4575;p5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76" name="Google Shape;4576;p5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77" name="Google Shape;4577;p5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78" name="Google Shape;4578;p5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79" name="Google Shape;4579;p54"/>
          <p:cNvGrpSpPr/>
          <p:nvPr/>
        </p:nvGrpSpPr>
        <p:grpSpPr>
          <a:xfrm>
            <a:off x="4421513" y="3103677"/>
            <a:ext cx="516145" cy="498648"/>
            <a:chOff x="3729467" y="2889422"/>
            <a:chExt cx="419153" cy="404977"/>
          </a:xfrm>
        </p:grpSpPr>
        <p:sp>
          <p:nvSpPr>
            <p:cNvPr id="4580" name="Google Shape;4580;p5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81" name="Google Shape;4581;p5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82" name="Google Shape;4582;p5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83" name="Google Shape;4583;p5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84" name="Google Shape;4584;p5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85" name="Google Shape;4585;p5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86" name="Google Shape;4586;p5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587" name="Google Shape;4587;p54"/>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88" name="Google Shape;4588;p54"/>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89" name="Google Shape;4589;p54"/>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90" name="Google Shape;4590;p54"/>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4591" name="Google Shape;4591;p54"/>
          <p:cNvGrpSpPr/>
          <p:nvPr/>
        </p:nvGrpSpPr>
        <p:grpSpPr>
          <a:xfrm>
            <a:off x="7141841" y="2550562"/>
            <a:ext cx="166473" cy="141497"/>
            <a:chOff x="4660325" y="1866850"/>
            <a:chExt cx="68350" cy="58100"/>
          </a:xfrm>
        </p:grpSpPr>
        <p:sp>
          <p:nvSpPr>
            <p:cNvPr id="4592" name="Google Shape;4592;p5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93" name="Google Shape;4593;p5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94" name="Google Shape;4594;p54"/>
          <p:cNvGrpSpPr/>
          <p:nvPr/>
        </p:nvGrpSpPr>
        <p:grpSpPr>
          <a:xfrm>
            <a:off x="7451186" y="2576286"/>
            <a:ext cx="162515" cy="90049"/>
            <a:chOff x="4791775" y="1877500"/>
            <a:chExt cx="66725" cy="36975"/>
          </a:xfrm>
        </p:grpSpPr>
        <p:sp>
          <p:nvSpPr>
            <p:cNvPr id="4595" name="Google Shape;4595;p5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96" name="Google Shape;4596;p5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597" name="Google Shape;4597;p54"/>
          <p:cNvGrpSpPr/>
          <p:nvPr/>
        </p:nvGrpSpPr>
        <p:grpSpPr>
          <a:xfrm>
            <a:off x="7772899" y="2576286"/>
            <a:ext cx="144979" cy="90049"/>
            <a:chOff x="4923925" y="1877500"/>
            <a:chExt cx="59525" cy="36975"/>
          </a:xfrm>
        </p:grpSpPr>
        <p:sp>
          <p:nvSpPr>
            <p:cNvPr id="4598" name="Google Shape;4598;p5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599" name="Google Shape;4599;p5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00" name="Google Shape;4600;p54"/>
          <p:cNvGrpSpPr/>
          <p:nvPr/>
        </p:nvGrpSpPr>
        <p:grpSpPr>
          <a:xfrm>
            <a:off x="8067390" y="2558477"/>
            <a:ext cx="141447" cy="125667"/>
            <a:chOff x="5058450" y="1870100"/>
            <a:chExt cx="58075" cy="51600"/>
          </a:xfrm>
        </p:grpSpPr>
        <p:sp>
          <p:nvSpPr>
            <p:cNvPr id="4601" name="Google Shape;4601;p5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02" name="Google Shape;4602;p5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03" name="Google Shape;4603;p54"/>
          <p:cNvGrpSpPr/>
          <p:nvPr/>
        </p:nvGrpSpPr>
        <p:grpSpPr>
          <a:xfrm>
            <a:off x="7481905" y="2980885"/>
            <a:ext cx="101077" cy="107645"/>
            <a:chOff x="4811425" y="2065025"/>
            <a:chExt cx="41500" cy="44200"/>
          </a:xfrm>
        </p:grpSpPr>
        <p:sp>
          <p:nvSpPr>
            <p:cNvPr id="4604" name="Google Shape;4604;p5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05" name="Google Shape;4605;p5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06" name="Google Shape;4606;p54"/>
          <p:cNvGrpSpPr/>
          <p:nvPr/>
        </p:nvGrpSpPr>
        <p:grpSpPr>
          <a:xfrm>
            <a:off x="7774342" y="2981098"/>
            <a:ext cx="120867" cy="107218"/>
            <a:chOff x="4929875" y="2065025"/>
            <a:chExt cx="49625" cy="44025"/>
          </a:xfrm>
        </p:grpSpPr>
        <p:sp>
          <p:nvSpPr>
            <p:cNvPr id="4607" name="Google Shape;4607;p5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08" name="Google Shape;4608;p5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09" name="Google Shape;4609;p54"/>
          <p:cNvGrpSpPr/>
          <p:nvPr/>
        </p:nvGrpSpPr>
        <p:grpSpPr>
          <a:xfrm>
            <a:off x="8103011" y="2984112"/>
            <a:ext cx="70206" cy="101191"/>
            <a:chOff x="5083925" y="2066350"/>
            <a:chExt cx="28825" cy="41550"/>
          </a:xfrm>
        </p:grpSpPr>
        <p:sp>
          <p:nvSpPr>
            <p:cNvPr id="4610" name="Google Shape;4610;p5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11" name="Google Shape;4611;p5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12" name="Google Shape;4612;p54"/>
          <p:cNvGrpSpPr/>
          <p:nvPr/>
        </p:nvGrpSpPr>
        <p:grpSpPr>
          <a:xfrm>
            <a:off x="7134565" y="2999759"/>
            <a:ext cx="181026" cy="69896"/>
            <a:chOff x="4659775" y="2072775"/>
            <a:chExt cx="74325" cy="28700"/>
          </a:xfrm>
        </p:grpSpPr>
        <p:sp>
          <p:nvSpPr>
            <p:cNvPr id="4613" name="Google Shape;4613;p5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14" name="Google Shape;4614;p5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15" name="Google Shape;4615;p5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16" name="Google Shape;4616;p54"/>
          <p:cNvGrpSpPr/>
          <p:nvPr/>
        </p:nvGrpSpPr>
        <p:grpSpPr>
          <a:xfrm>
            <a:off x="8054421" y="2790324"/>
            <a:ext cx="167387" cy="89197"/>
            <a:chOff x="4662475" y="1976500"/>
            <a:chExt cx="68725" cy="36625"/>
          </a:xfrm>
        </p:grpSpPr>
        <p:sp>
          <p:nvSpPr>
            <p:cNvPr id="4617" name="Google Shape;4617;p5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18" name="Google Shape;4618;p5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19" name="Google Shape;4619;p5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20" name="Google Shape;4620;p54"/>
          <p:cNvGrpSpPr/>
          <p:nvPr/>
        </p:nvGrpSpPr>
        <p:grpSpPr>
          <a:xfrm>
            <a:off x="7751326" y="2793764"/>
            <a:ext cx="166899" cy="82317"/>
            <a:chOff x="4920150" y="1977875"/>
            <a:chExt cx="68525" cy="33800"/>
          </a:xfrm>
        </p:grpSpPr>
        <p:sp>
          <p:nvSpPr>
            <p:cNvPr id="4621" name="Google Shape;4621;p5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22" name="Google Shape;4622;p5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23" name="Google Shape;4623;p5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24" name="Google Shape;4624;p54"/>
          <p:cNvGrpSpPr/>
          <p:nvPr/>
        </p:nvGrpSpPr>
        <p:grpSpPr>
          <a:xfrm>
            <a:off x="7162483" y="3197682"/>
            <a:ext cx="125190" cy="127859"/>
            <a:chOff x="4676550" y="2160575"/>
            <a:chExt cx="51400" cy="52500"/>
          </a:xfrm>
        </p:grpSpPr>
        <p:sp>
          <p:nvSpPr>
            <p:cNvPr id="4625" name="Google Shape;4625;p5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26" name="Google Shape;4626;p5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27" name="Google Shape;4627;p5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28" name="Google Shape;4628;p54"/>
          <p:cNvGrpSpPr/>
          <p:nvPr/>
        </p:nvGrpSpPr>
        <p:grpSpPr>
          <a:xfrm>
            <a:off x="7459741" y="3204714"/>
            <a:ext cx="145405" cy="113794"/>
            <a:chOff x="4768325" y="2163475"/>
            <a:chExt cx="59700" cy="46725"/>
          </a:xfrm>
        </p:grpSpPr>
        <p:sp>
          <p:nvSpPr>
            <p:cNvPr id="4629" name="Google Shape;4629;p5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30" name="Google Shape;4630;p5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631" name="Google Shape;4631;p54"/>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32" name="Google Shape;4632;p54"/>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33" name="Google Shape;4633;p54"/>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34" name="Google Shape;4634;p54"/>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35" name="Google Shape;4635;p54"/>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36" name="Google Shape;4636;p54"/>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4637" name="Google Shape;4637;p54"/>
          <p:cNvGrpSpPr/>
          <p:nvPr/>
        </p:nvGrpSpPr>
        <p:grpSpPr>
          <a:xfrm>
            <a:off x="7476059" y="3459808"/>
            <a:ext cx="112768" cy="106853"/>
            <a:chOff x="4768575" y="2253950"/>
            <a:chExt cx="46300" cy="43875"/>
          </a:xfrm>
        </p:grpSpPr>
        <p:sp>
          <p:nvSpPr>
            <p:cNvPr id="4638" name="Google Shape;4638;p5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39" name="Google Shape;4639;p5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40" name="Google Shape;4640;p54"/>
          <p:cNvGrpSpPr/>
          <p:nvPr/>
        </p:nvGrpSpPr>
        <p:grpSpPr>
          <a:xfrm>
            <a:off x="7775682" y="3948834"/>
            <a:ext cx="118187" cy="146246"/>
            <a:chOff x="4960900" y="2433225"/>
            <a:chExt cx="48525" cy="60050"/>
          </a:xfrm>
        </p:grpSpPr>
        <p:sp>
          <p:nvSpPr>
            <p:cNvPr id="4641" name="Google Shape;4641;p5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42" name="Google Shape;4642;p5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43" name="Google Shape;4643;p54"/>
          <p:cNvGrpSpPr/>
          <p:nvPr/>
        </p:nvGrpSpPr>
        <p:grpSpPr>
          <a:xfrm>
            <a:off x="7464247" y="4212895"/>
            <a:ext cx="136394" cy="143810"/>
            <a:chOff x="4854075" y="2527625"/>
            <a:chExt cx="56000" cy="59050"/>
          </a:xfrm>
        </p:grpSpPr>
        <p:sp>
          <p:nvSpPr>
            <p:cNvPr id="4644" name="Google Shape;4644;p5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45" name="Google Shape;4645;p5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646" name="Google Shape;4646;p54"/>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47" name="Google Shape;4647;p54"/>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48" name="Google Shape;4648;p54"/>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4649" name="Google Shape;4649;p54"/>
          <p:cNvGrpSpPr/>
          <p:nvPr/>
        </p:nvGrpSpPr>
        <p:grpSpPr>
          <a:xfrm>
            <a:off x="8088458" y="3676639"/>
            <a:ext cx="99312" cy="160797"/>
            <a:chOff x="5059700" y="2334775"/>
            <a:chExt cx="40775" cy="66025"/>
          </a:xfrm>
        </p:grpSpPr>
        <p:sp>
          <p:nvSpPr>
            <p:cNvPr id="4650" name="Google Shape;4650;p5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51" name="Google Shape;4651;p5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52" name="Google Shape;4652;p5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53" name="Google Shape;4653;p5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54" name="Google Shape;4654;p5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55" name="Google Shape;4655;p5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56" name="Google Shape;4656;p5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57" name="Google Shape;4657;p5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58" name="Google Shape;4658;p5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59" name="Google Shape;4659;p54"/>
          <p:cNvGrpSpPr/>
          <p:nvPr/>
        </p:nvGrpSpPr>
        <p:grpSpPr>
          <a:xfrm>
            <a:off x="8045622" y="3941771"/>
            <a:ext cx="184984" cy="160371"/>
            <a:chOff x="5037700" y="2430325"/>
            <a:chExt cx="75950" cy="65850"/>
          </a:xfrm>
        </p:grpSpPr>
        <p:sp>
          <p:nvSpPr>
            <p:cNvPr id="4660" name="Google Shape;4660;p5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61" name="Google Shape;4661;p5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62" name="Google Shape;4662;p54"/>
          <p:cNvGrpSpPr/>
          <p:nvPr/>
        </p:nvGrpSpPr>
        <p:grpSpPr>
          <a:xfrm>
            <a:off x="7465128" y="3708223"/>
            <a:ext cx="173014" cy="97629"/>
            <a:chOff x="4756975" y="2341800"/>
            <a:chExt cx="91975" cy="51925"/>
          </a:xfrm>
        </p:grpSpPr>
        <p:sp>
          <p:nvSpPr>
            <p:cNvPr id="4663" name="Google Shape;4663;p5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64" name="Google Shape;4664;p5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65" name="Google Shape;4665;p5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66" name="Google Shape;4666;p5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67" name="Google Shape;4667;p5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68" name="Google Shape;4668;p5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69" name="Google Shape;4669;p5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70" name="Google Shape;4670;p5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71" name="Google Shape;4671;p5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72" name="Google Shape;4672;p5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73" name="Google Shape;4673;p5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74" name="Google Shape;4674;p5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75" name="Google Shape;4675;p5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76" name="Google Shape;4676;p5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77" name="Google Shape;4677;p5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78" name="Google Shape;4678;p5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79" name="Google Shape;4679;p5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80" name="Google Shape;4680;p5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81" name="Google Shape;4681;p5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82" name="Google Shape;4682;p5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683" name="Google Shape;4683;p54"/>
          <p:cNvGrpSpPr/>
          <p:nvPr/>
        </p:nvGrpSpPr>
        <p:grpSpPr>
          <a:xfrm>
            <a:off x="7732065" y="4196920"/>
            <a:ext cx="212497" cy="175761"/>
            <a:chOff x="4943575" y="2516350"/>
            <a:chExt cx="98675" cy="81700"/>
          </a:xfrm>
        </p:grpSpPr>
        <p:sp>
          <p:nvSpPr>
            <p:cNvPr id="4684" name="Google Shape;4684;p5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85" name="Google Shape;4685;p5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86" name="Google Shape;4686;p5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87" name="Google Shape;4687;p5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88" name="Google Shape;4688;p5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89" name="Google Shape;4689;p5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90" name="Google Shape;4690;p5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91" name="Google Shape;4691;p5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92" name="Google Shape;4692;p5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93" name="Google Shape;4693;p5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94" name="Google Shape;4694;p5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95" name="Google Shape;4695;p5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96" name="Google Shape;4696;p5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97" name="Google Shape;4697;p5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98" name="Google Shape;4698;p5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699" name="Google Shape;4699;p5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00" name="Google Shape;4700;p5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01" name="Google Shape;4701;p5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02" name="Google Shape;4702;p5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03" name="Google Shape;4703;p5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04" name="Google Shape;4704;p5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05" name="Google Shape;4705;p5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06" name="Google Shape;4706;p5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07" name="Google Shape;4707;p5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08" name="Google Shape;4708;p5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09" name="Google Shape;4709;p5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10" name="Google Shape;4710;p5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11" name="Google Shape;4711;p5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12" name="Google Shape;4712;p5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13" name="Google Shape;4713;p5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14" name="Google Shape;4714;p5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15" name="Google Shape;4715;p5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16" name="Google Shape;4716;p5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17" name="Google Shape;4717;p5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18" name="Google Shape;4718;p5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19" name="Google Shape;4719;p5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20" name="Google Shape;4720;p5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21" name="Google Shape;4721;p5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22" name="Google Shape;4722;p5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23" name="Google Shape;4723;p5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24" name="Google Shape;4724;p5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25" name="Google Shape;4725;p5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26" name="Google Shape;4726;p5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27" name="Google Shape;4727;p5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28" name="Google Shape;4728;p5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29" name="Google Shape;4729;p5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30" name="Google Shape;4730;p5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31" name="Google Shape;4731;p5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32" name="Google Shape;4732;p5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33" name="Google Shape;4733;p5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34" name="Google Shape;4734;p5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35" name="Google Shape;4735;p5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36" name="Google Shape;4736;p5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37" name="Google Shape;4737;p5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38" name="Google Shape;4738;p5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39" name="Google Shape;4739;p5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40" name="Google Shape;4740;p5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41" name="Google Shape;4741;p5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42" name="Google Shape;4742;p5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43" name="Google Shape;4743;p5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44" name="Google Shape;4744;p5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45" name="Google Shape;4745;p5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46" name="Google Shape;4746;p5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47" name="Google Shape;4747;p5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48" name="Google Shape;4748;p5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49" name="Google Shape;4749;p5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50" name="Google Shape;4750;p5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51" name="Google Shape;4751;p5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52" name="Google Shape;4752;p5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53" name="Google Shape;4753;p5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54" name="Google Shape;4754;p5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55" name="Google Shape;4755;p5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56" name="Google Shape;4756;p5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57" name="Google Shape;4757;p5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58" name="Google Shape;4758;p5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59" name="Google Shape;4759;p5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60" name="Google Shape;4760;p5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61" name="Google Shape;4761;p5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762" name="Google Shape;4762;p54"/>
          <p:cNvGrpSpPr/>
          <p:nvPr/>
        </p:nvGrpSpPr>
        <p:grpSpPr>
          <a:xfrm>
            <a:off x="1990126" y="3423163"/>
            <a:ext cx="965351" cy="134611"/>
            <a:chOff x="4411970" y="2962952"/>
            <a:chExt cx="706544" cy="104212"/>
          </a:xfrm>
        </p:grpSpPr>
        <p:sp>
          <p:nvSpPr>
            <p:cNvPr id="4763" name="Google Shape;4763;p5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64" name="Google Shape;4764;p5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65" name="Google Shape;4765;p5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66" name="Google Shape;4766;p5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767" name="Google Shape;4767;p54"/>
          <p:cNvGrpSpPr/>
          <p:nvPr/>
        </p:nvGrpSpPr>
        <p:grpSpPr>
          <a:xfrm>
            <a:off x="1990126" y="3012077"/>
            <a:ext cx="960158" cy="289172"/>
            <a:chOff x="4411970" y="2726085"/>
            <a:chExt cx="643107" cy="193659"/>
          </a:xfrm>
        </p:grpSpPr>
        <p:sp>
          <p:nvSpPr>
            <p:cNvPr id="4768" name="Google Shape;4768;p5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69" name="Google Shape;4769;p5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70" name="Google Shape;4770;p5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771" name="Google Shape;4771;p54"/>
          <p:cNvGrpSpPr/>
          <p:nvPr/>
        </p:nvGrpSpPr>
        <p:grpSpPr>
          <a:xfrm>
            <a:off x="993018" y="3278187"/>
            <a:ext cx="833173" cy="259209"/>
            <a:chOff x="4411970" y="4340222"/>
            <a:chExt cx="779467" cy="242683"/>
          </a:xfrm>
        </p:grpSpPr>
        <p:sp>
          <p:nvSpPr>
            <p:cNvPr id="4772" name="Google Shape;4772;p5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73" name="Google Shape;4773;p5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74" name="Google Shape;4774;p5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775" name="Google Shape;4775;p54"/>
          <p:cNvGrpSpPr/>
          <p:nvPr/>
        </p:nvGrpSpPr>
        <p:grpSpPr>
          <a:xfrm>
            <a:off x="1990126" y="2673933"/>
            <a:ext cx="965160" cy="216230"/>
            <a:chOff x="4411970" y="2468674"/>
            <a:chExt cx="747317" cy="167425"/>
          </a:xfrm>
        </p:grpSpPr>
        <p:sp>
          <p:nvSpPr>
            <p:cNvPr id="4776" name="Google Shape;4776;p5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77" name="Google Shape;4777;p5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778" name="Google Shape;4778;p54"/>
          <p:cNvGrpSpPr/>
          <p:nvPr/>
        </p:nvGrpSpPr>
        <p:grpSpPr>
          <a:xfrm>
            <a:off x="988873" y="2578650"/>
            <a:ext cx="810451" cy="319148"/>
            <a:chOff x="4411970" y="3686602"/>
            <a:chExt cx="797845" cy="314215"/>
          </a:xfrm>
        </p:grpSpPr>
        <p:sp>
          <p:nvSpPr>
            <p:cNvPr id="4779" name="Google Shape;4779;p54"/>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80" name="Google Shape;4780;p54"/>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81" name="Google Shape;4781;p54"/>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82" name="Google Shape;4782;p54"/>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83" name="Google Shape;4783;p54"/>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784" name="Google Shape;4784;p54"/>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4785" name="Google Shape;4785;p54"/>
          <p:cNvGrpSpPr/>
          <p:nvPr/>
        </p:nvGrpSpPr>
        <p:grpSpPr>
          <a:xfrm>
            <a:off x="988970" y="2333174"/>
            <a:ext cx="1970333" cy="208784"/>
            <a:chOff x="6336019" y="3733725"/>
            <a:chExt cx="2566206" cy="351310"/>
          </a:xfrm>
        </p:grpSpPr>
        <p:sp>
          <p:nvSpPr>
            <p:cNvPr id="4786" name="Google Shape;4786;p54"/>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87" name="Google Shape;4787;p54"/>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88" name="Google Shape;4788;p54"/>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89" name="Google Shape;4789;p54"/>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790" name="Google Shape;4790;p54"/>
          <p:cNvGrpSpPr/>
          <p:nvPr/>
        </p:nvGrpSpPr>
        <p:grpSpPr>
          <a:xfrm>
            <a:off x="1990126" y="3940729"/>
            <a:ext cx="946551" cy="153200"/>
            <a:chOff x="4404545" y="3301592"/>
            <a:chExt cx="782403" cy="129272"/>
          </a:xfrm>
        </p:grpSpPr>
        <p:sp>
          <p:nvSpPr>
            <p:cNvPr id="4791" name="Google Shape;4791;p5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92" name="Google Shape;4792;p54"/>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793" name="Google Shape;4793;p54"/>
          <p:cNvGrpSpPr/>
          <p:nvPr/>
        </p:nvGrpSpPr>
        <p:grpSpPr>
          <a:xfrm>
            <a:off x="1990126" y="3679688"/>
            <a:ext cx="962257" cy="139127"/>
            <a:chOff x="4411970" y="3131459"/>
            <a:chExt cx="710520" cy="117397"/>
          </a:xfrm>
        </p:grpSpPr>
        <p:sp>
          <p:nvSpPr>
            <p:cNvPr id="4794" name="Google Shape;4794;p5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95" name="Google Shape;4795;p5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796" name="Google Shape;4796;p54"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4797" name="Google Shape;4797;p54"/>
          <p:cNvGrpSpPr/>
          <p:nvPr/>
        </p:nvGrpSpPr>
        <p:grpSpPr>
          <a:xfrm>
            <a:off x="990271" y="3614482"/>
            <a:ext cx="823838" cy="458988"/>
            <a:chOff x="4411970" y="1801825"/>
            <a:chExt cx="734586" cy="409262"/>
          </a:xfrm>
        </p:grpSpPr>
        <p:sp>
          <p:nvSpPr>
            <p:cNvPr id="4798" name="Google Shape;4798;p5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799" name="Google Shape;4799;p5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800" name="Google Shape;4800;p54"/>
          <p:cNvGrpSpPr/>
          <p:nvPr/>
        </p:nvGrpSpPr>
        <p:grpSpPr>
          <a:xfrm>
            <a:off x="990271" y="4162908"/>
            <a:ext cx="856348" cy="212039"/>
            <a:chOff x="4411970" y="2233974"/>
            <a:chExt cx="763574" cy="189068"/>
          </a:xfrm>
        </p:grpSpPr>
        <p:sp>
          <p:nvSpPr>
            <p:cNvPr id="4801" name="Google Shape;4801;p54"/>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02" name="Google Shape;4802;p54"/>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803" name="Google Shape;4803;p54"/>
          <p:cNvGrpSpPr/>
          <p:nvPr/>
        </p:nvGrpSpPr>
        <p:grpSpPr>
          <a:xfrm>
            <a:off x="3100467" y="2338244"/>
            <a:ext cx="511602" cy="511602"/>
            <a:chOff x="5681300" y="2527788"/>
            <a:chExt cx="805800" cy="805800"/>
          </a:xfrm>
        </p:grpSpPr>
        <p:sp>
          <p:nvSpPr>
            <p:cNvPr id="4804" name="Google Shape;4804;p54"/>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05" name="Google Shape;4805;p5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806" name="Google Shape;4806;p54"/>
          <p:cNvGrpSpPr/>
          <p:nvPr/>
        </p:nvGrpSpPr>
        <p:grpSpPr>
          <a:xfrm>
            <a:off x="3097662" y="3104827"/>
            <a:ext cx="513021" cy="512935"/>
            <a:chOff x="4049800" y="640400"/>
            <a:chExt cx="858900" cy="858900"/>
          </a:xfrm>
        </p:grpSpPr>
        <p:sp>
          <p:nvSpPr>
            <p:cNvPr id="4807" name="Google Shape;4807;p54"/>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08" name="Google Shape;4808;p54"/>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809" name="Google Shape;4809;p54"/>
          <p:cNvGrpSpPr/>
          <p:nvPr/>
        </p:nvGrpSpPr>
        <p:grpSpPr>
          <a:xfrm>
            <a:off x="3014861" y="3756719"/>
            <a:ext cx="686489" cy="686585"/>
            <a:chOff x="5080188" y="927900"/>
            <a:chExt cx="961200" cy="961200"/>
          </a:xfrm>
        </p:grpSpPr>
        <p:sp>
          <p:nvSpPr>
            <p:cNvPr id="4810" name="Google Shape;4810;p54"/>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11" name="Google Shape;4811;p54"/>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12" name="Google Shape;4812;p54"/>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13" name="Google Shape;4813;p54"/>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14" name="Google Shape;4814;p5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15" name="Google Shape;4815;p5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16" name="Google Shape;4816;p5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17" name="Google Shape;4817;p5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818" name="Google Shape;4818;p54"/>
          <p:cNvGrpSpPr/>
          <p:nvPr/>
        </p:nvGrpSpPr>
        <p:grpSpPr>
          <a:xfrm>
            <a:off x="3798012" y="3849448"/>
            <a:ext cx="510373" cy="510937"/>
            <a:chOff x="7508249" y="1522825"/>
            <a:chExt cx="1326332" cy="1322987"/>
          </a:xfrm>
        </p:grpSpPr>
        <p:sp>
          <p:nvSpPr>
            <p:cNvPr id="4819" name="Google Shape;4819;p54"/>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20" name="Google Shape;4820;p54"/>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21" name="Google Shape;4821;p54"/>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22" name="Google Shape;4822;p54"/>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23" name="Google Shape;4823;p54"/>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24" name="Google Shape;4824;p54"/>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25" name="Google Shape;4825;p54"/>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26" name="Google Shape;4826;p54"/>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27" name="Google Shape;4827;p54"/>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28" name="Google Shape;4828;p54"/>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829" name="Google Shape;4829;p54"/>
          <p:cNvGrpSpPr/>
          <p:nvPr/>
        </p:nvGrpSpPr>
        <p:grpSpPr>
          <a:xfrm>
            <a:off x="4489605" y="3850853"/>
            <a:ext cx="492652" cy="503348"/>
            <a:chOff x="6039282" y="1042577"/>
            <a:chExt cx="734315" cy="731929"/>
          </a:xfrm>
        </p:grpSpPr>
        <p:sp>
          <p:nvSpPr>
            <p:cNvPr id="4830" name="Google Shape;4830;p5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31" name="Google Shape;4831;p5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32" name="Google Shape;4832;p5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33" name="Google Shape;4833;p5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34" name="Google Shape;4834;p5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35" name="Google Shape;4835;p5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36" name="Google Shape;4836;p5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37" name="Google Shape;4837;p5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38" name="Google Shape;4838;p5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39" name="Google Shape;4839;p5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40" name="Google Shape;4840;p5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41" name="Google Shape;4841;p5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42" name="Google Shape;4842;p5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43" name="Google Shape;4843;p5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44" name="Google Shape;4844;p5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45" name="Google Shape;4845;p5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46" name="Google Shape;4846;p5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47" name="Google Shape;4847;p5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48" name="Google Shape;4848;p5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49" name="Google Shape;4849;p5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50" name="Google Shape;4850;p5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851" name="Google Shape;4851;p54"/>
          <p:cNvGrpSpPr/>
          <p:nvPr/>
        </p:nvGrpSpPr>
        <p:grpSpPr>
          <a:xfrm>
            <a:off x="5130019" y="2346894"/>
            <a:ext cx="483304" cy="504902"/>
            <a:chOff x="1825800" y="1651625"/>
            <a:chExt cx="568125" cy="591775"/>
          </a:xfrm>
        </p:grpSpPr>
        <p:sp>
          <p:nvSpPr>
            <p:cNvPr id="4852" name="Google Shape;4852;p54"/>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53" name="Google Shape;4853;p54"/>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54" name="Google Shape;4854;p54"/>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55" name="Google Shape;4855;p54"/>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56" name="Google Shape;4856;p5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57" name="Google Shape;4857;p54"/>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858" name="Google Shape;4858;p54"/>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59" name="Google Shape;4859;p54"/>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60" name="Google Shape;4860;p54"/>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61" name="Google Shape;4861;p54"/>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4865"/>
        <p:cNvGrpSpPr/>
        <p:nvPr/>
      </p:nvGrpSpPr>
      <p:grpSpPr>
        <a:xfrm>
          <a:off x="0" y="0"/>
          <a:ext cx="0" cy="0"/>
          <a:chOff x="0" y="0"/>
          <a:chExt cx="0" cy="0"/>
        </a:xfrm>
      </p:grpSpPr>
      <p:grpSp>
        <p:nvGrpSpPr>
          <p:cNvPr id="4866" name="Google Shape;4866;p55"/>
          <p:cNvGrpSpPr/>
          <p:nvPr/>
        </p:nvGrpSpPr>
        <p:grpSpPr>
          <a:xfrm>
            <a:off x="745571" y="1168666"/>
            <a:ext cx="2492868" cy="1379876"/>
            <a:chOff x="2654821" y="2311071"/>
            <a:chExt cx="2279715" cy="1262120"/>
          </a:xfrm>
        </p:grpSpPr>
        <p:grpSp>
          <p:nvGrpSpPr>
            <p:cNvPr id="4867" name="Google Shape;4867;p55"/>
            <p:cNvGrpSpPr/>
            <p:nvPr/>
          </p:nvGrpSpPr>
          <p:grpSpPr>
            <a:xfrm>
              <a:off x="4034269" y="2840745"/>
              <a:ext cx="40212" cy="36437"/>
              <a:chOff x="4293400" y="2574725"/>
              <a:chExt cx="84425" cy="80100"/>
            </a:xfrm>
          </p:grpSpPr>
          <p:sp>
            <p:nvSpPr>
              <p:cNvPr id="4868" name="Google Shape;4868;p5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it-IT" noProof="0" dirty="0"/>
              </a:p>
            </p:txBody>
          </p:sp>
          <p:sp>
            <p:nvSpPr>
              <p:cNvPr id="4869" name="Google Shape;4869;p5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870" name="Google Shape;4870;p55"/>
            <p:cNvGrpSpPr/>
            <p:nvPr/>
          </p:nvGrpSpPr>
          <p:grpSpPr>
            <a:xfrm>
              <a:off x="3894606" y="2334874"/>
              <a:ext cx="913198" cy="518984"/>
              <a:chOff x="4000175" y="1462675"/>
              <a:chExt cx="1917275" cy="1140875"/>
            </a:xfrm>
          </p:grpSpPr>
          <p:sp>
            <p:nvSpPr>
              <p:cNvPr id="4871" name="Google Shape;4871;p5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it-IT" noProof="0" dirty="0"/>
              </a:p>
            </p:txBody>
          </p:sp>
          <p:grpSp>
            <p:nvGrpSpPr>
              <p:cNvPr id="4872" name="Google Shape;4872;p55"/>
              <p:cNvGrpSpPr/>
              <p:nvPr/>
            </p:nvGrpSpPr>
            <p:grpSpPr>
              <a:xfrm>
                <a:off x="4000175" y="1462675"/>
                <a:ext cx="1917275" cy="1140875"/>
                <a:chOff x="4000175" y="1462675"/>
                <a:chExt cx="1917275" cy="1140875"/>
              </a:xfrm>
            </p:grpSpPr>
            <p:sp>
              <p:nvSpPr>
                <p:cNvPr id="4873" name="Google Shape;4873;p5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it-IT" noProof="0" dirty="0"/>
                </a:p>
              </p:txBody>
            </p:sp>
            <p:sp>
              <p:nvSpPr>
                <p:cNvPr id="4874" name="Google Shape;4874;p5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75" name="Google Shape;4875;p5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76" name="Google Shape;4876;p5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77" name="Google Shape;4877;p5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A6CBC2"/>
                    </a:solidFill>
                  </a:endParaRPr>
                </a:p>
              </p:txBody>
            </p:sp>
            <p:sp>
              <p:nvSpPr>
                <p:cNvPr id="4878" name="Google Shape;4878;p5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4879" name="Google Shape;4879;p55"/>
            <p:cNvGrpSpPr/>
            <p:nvPr/>
          </p:nvGrpSpPr>
          <p:grpSpPr>
            <a:xfrm>
              <a:off x="3875768" y="2846704"/>
              <a:ext cx="44796" cy="47366"/>
              <a:chOff x="3960625" y="2587825"/>
              <a:chExt cx="94050" cy="104125"/>
            </a:xfrm>
          </p:grpSpPr>
          <p:sp>
            <p:nvSpPr>
              <p:cNvPr id="4880" name="Google Shape;4880;p5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it-IT" noProof="0" dirty="0"/>
              </a:p>
            </p:txBody>
          </p:sp>
          <p:sp>
            <p:nvSpPr>
              <p:cNvPr id="4881" name="Google Shape;4881;p5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882" name="Google Shape;4882;p55"/>
            <p:cNvGrpSpPr/>
            <p:nvPr/>
          </p:nvGrpSpPr>
          <p:grpSpPr>
            <a:xfrm>
              <a:off x="3782759" y="2807162"/>
              <a:ext cx="82686" cy="85487"/>
              <a:chOff x="3765350" y="2500900"/>
              <a:chExt cx="173600" cy="187925"/>
            </a:xfrm>
          </p:grpSpPr>
          <p:sp>
            <p:nvSpPr>
              <p:cNvPr id="4883" name="Google Shape;4883;p5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it-IT" noProof="0" dirty="0"/>
              </a:p>
            </p:txBody>
          </p:sp>
          <p:sp>
            <p:nvSpPr>
              <p:cNvPr id="4884" name="Google Shape;4884;p5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85" name="Google Shape;4885;p5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86" name="Google Shape;4886;p5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87" name="Google Shape;4887;p5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88" name="Google Shape;4888;p5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889" name="Google Shape;4889;p55"/>
            <p:cNvGrpSpPr/>
            <p:nvPr/>
          </p:nvGrpSpPr>
          <p:grpSpPr>
            <a:xfrm>
              <a:off x="3775674" y="2798496"/>
              <a:ext cx="40545" cy="23564"/>
              <a:chOff x="3750475" y="2481850"/>
              <a:chExt cx="85125" cy="51800"/>
            </a:xfrm>
          </p:grpSpPr>
          <p:sp>
            <p:nvSpPr>
              <p:cNvPr id="4890" name="Google Shape;4890;p5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91" name="Google Shape;4891;p5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it-IT" noProof="0" dirty="0"/>
              </a:p>
            </p:txBody>
          </p:sp>
        </p:grpSp>
        <p:grpSp>
          <p:nvGrpSpPr>
            <p:cNvPr id="4892" name="Google Shape;4892;p55"/>
            <p:cNvGrpSpPr/>
            <p:nvPr/>
          </p:nvGrpSpPr>
          <p:grpSpPr>
            <a:xfrm>
              <a:off x="3716946" y="2776024"/>
              <a:ext cx="81971" cy="76912"/>
              <a:chOff x="3627175" y="2432450"/>
              <a:chExt cx="172100" cy="169075"/>
            </a:xfrm>
          </p:grpSpPr>
          <p:sp>
            <p:nvSpPr>
              <p:cNvPr id="4893" name="Google Shape;4893;p5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94" name="Google Shape;4894;p5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it-IT" noProof="0" dirty="0"/>
              </a:p>
            </p:txBody>
          </p:sp>
          <p:sp>
            <p:nvSpPr>
              <p:cNvPr id="4895" name="Google Shape;4895;p5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it-IT" noProof="0" dirty="0"/>
              </a:p>
            </p:txBody>
          </p:sp>
        </p:grpSp>
        <p:grpSp>
          <p:nvGrpSpPr>
            <p:cNvPr id="4896" name="Google Shape;4896;p55"/>
            <p:cNvGrpSpPr/>
            <p:nvPr/>
          </p:nvGrpSpPr>
          <p:grpSpPr>
            <a:xfrm>
              <a:off x="3685682" y="2845624"/>
              <a:ext cx="29311" cy="45055"/>
              <a:chOff x="3561536" y="2585450"/>
              <a:chExt cx="61539" cy="99045"/>
            </a:xfrm>
          </p:grpSpPr>
          <p:sp>
            <p:nvSpPr>
              <p:cNvPr id="4897" name="Google Shape;4897;p5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898" name="Google Shape;4898;p5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it-IT" noProof="0" dirty="0"/>
              </a:p>
            </p:txBody>
          </p:sp>
        </p:grpSp>
        <p:grpSp>
          <p:nvGrpSpPr>
            <p:cNvPr id="4899" name="Google Shape;4899;p55"/>
            <p:cNvGrpSpPr/>
            <p:nvPr/>
          </p:nvGrpSpPr>
          <p:grpSpPr>
            <a:xfrm>
              <a:off x="3849905" y="2572252"/>
              <a:ext cx="74339" cy="119559"/>
              <a:chOff x="3906325" y="1984500"/>
              <a:chExt cx="156075" cy="262825"/>
            </a:xfrm>
          </p:grpSpPr>
          <p:sp>
            <p:nvSpPr>
              <p:cNvPr id="4900" name="Google Shape;4900;p5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it-IT" noProof="0" dirty="0"/>
              </a:p>
            </p:txBody>
          </p:sp>
          <p:sp>
            <p:nvSpPr>
              <p:cNvPr id="4901" name="Google Shape;4901;p5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902" name="Google Shape;4902;p55"/>
            <p:cNvGrpSpPr/>
            <p:nvPr/>
          </p:nvGrpSpPr>
          <p:grpSpPr>
            <a:xfrm>
              <a:off x="2654821" y="2414345"/>
              <a:ext cx="667570" cy="558731"/>
              <a:chOff x="1397225" y="1637375"/>
              <a:chExt cx="1401575" cy="1228250"/>
            </a:xfrm>
          </p:grpSpPr>
          <p:sp>
            <p:nvSpPr>
              <p:cNvPr id="4903" name="Google Shape;4903;p5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it-IT" noProof="0" dirty="0"/>
              </a:p>
            </p:txBody>
          </p:sp>
          <p:grpSp>
            <p:nvGrpSpPr>
              <p:cNvPr id="4904" name="Google Shape;4904;p55"/>
              <p:cNvGrpSpPr/>
              <p:nvPr/>
            </p:nvGrpSpPr>
            <p:grpSpPr>
              <a:xfrm>
                <a:off x="1397225" y="1637375"/>
                <a:ext cx="1398775" cy="1228250"/>
                <a:chOff x="1397225" y="1637375"/>
                <a:chExt cx="1398775" cy="1228250"/>
              </a:xfrm>
            </p:grpSpPr>
            <p:sp>
              <p:nvSpPr>
                <p:cNvPr id="4905" name="Google Shape;4905;p5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06" name="Google Shape;4906;p5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4907" name="Google Shape;4907;p55"/>
            <p:cNvGrpSpPr/>
            <p:nvPr/>
          </p:nvGrpSpPr>
          <p:grpSpPr>
            <a:xfrm>
              <a:off x="3230417" y="3103734"/>
              <a:ext cx="282982" cy="280332"/>
              <a:chOff x="2605700" y="3152850"/>
              <a:chExt cx="594125" cy="616250"/>
            </a:xfrm>
          </p:grpSpPr>
          <p:sp>
            <p:nvSpPr>
              <p:cNvPr id="4908" name="Google Shape;4908;p5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it-IT" noProof="0" dirty="0"/>
              </a:p>
            </p:txBody>
          </p:sp>
          <p:sp>
            <p:nvSpPr>
              <p:cNvPr id="4909" name="Google Shape;4909;p5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FF6B65"/>
                  </a:solidFill>
                </a:endParaRPr>
              </a:p>
            </p:txBody>
          </p:sp>
        </p:grpSp>
        <p:grpSp>
          <p:nvGrpSpPr>
            <p:cNvPr id="4910" name="Google Shape;4910;p55"/>
            <p:cNvGrpSpPr/>
            <p:nvPr/>
          </p:nvGrpSpPr>
          <p:grpSpPr>
            <a:xfrm>
              <a:off x="3265985" y="3226989"/>
              <a:ext cx="87151" cy="346202"/>
              <a:chOff x="2680375" y="3423800"/>
              <a:chExt cx="182975" cy="761050"/>
            </a:xfrm>
          </p:grpSpPr>
          <p:sp>
            <p:nvSpPr>
              <p:cNvPr id="4911" name="Google Shape;4911;p5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it-IT" noProof="0" dirty="0"/>
              </a:p>
            </p:txBody>
          </p:sp>
          <p:sp>
            <p:nvSpPr>
              <p:cNvPr id="4912" name="Google Shape;4912;p5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4913" name="Google Shape;4913;p55"/>
            <p:cNvGrpSpPr/>
            <p:nvPr/>
          </p:nvGrpSpPr>
          <p:grpSpPr>
            <a:xfrm>
              <a:off x="3855466" y="3289811"/>
              <a:ext cx="112514" cy="94210"/>
              <a:chOff x="3918000" y="3561900"/>
              <a:chExt cx="236225" cy="207100"/>
            </a:xfrm>
          </p:grpSpPr>
          <p:sp>
            <p:nvSpPr>
              <p:cNvPr id="4914" name="Google Shape;4914;p5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it-IT" noProof="0" dirty="0"/>
              </a:p>
            </p:txBody>
          </p:sp>
          <p:sp>
            <p:nvSpPr>
              <p:cNvPr id="4915" name="Google Shape;4915;p5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916" name="Google Shape;4916;p5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17" name="Google Shape;4917;p5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18" name="Google Shape;4918;p5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FF6B65"/>
                </a:solidFill>
              </a:endParaRPr>
            </a:p>
          </p:txBody>
        </p:sp>
        <p:grpSp>
          <p:nvGrpSpPr>
            <p:cNvPr id="4919" name="Google Shape;4919;p55"/>
            <p:cNvGrpSpPr/>
            <p:nvPr/>
          </p:nvGrpSpPr>
          <p:grpSpPr>
            <a:xfrm>
              <a:off x="2905224" y="2311071"/>
              <a:ext cx="596721" cy="528992"/>
              <a:chOff x="1922950" y="1410350"/>
              <a:chExt cx="1252825" cy="1162875"/>
            </a:xfrm>
          </p:grpSpPr>
          <p:sp>
            <p:nvSpPr>
              <p:cNvPr id="4920" name="Google Shape;4920;p5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21" name="Google Shape;4921;p5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22" name="Google Shape;4922;p5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23" name="Google Shape;4923;p5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24" name="Google Shape;4924;p5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25" name="Google Shape;4925;p5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26" name="Google Shape;4926;p5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27" name="Google Shape;4927;p5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28" name="Google Shape;4928;p5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29" name="Google Shape;4929;p5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30" name="Google Shape;4930;p5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31" name="Google Shape;4931;p5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32" name="Google Shape;4932;p5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33" name="Google Shape;4933;p5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34" name="Google Shape;4934;p5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35" name="Google Shape;4935;p5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A6CBC2"/>
                  </a:solidFill>
                </a:endParaRPr>
              </a:p>
            </p:txBody>
          </p:sp>
        </p:grpSp>
        <p:sp>
          <p:nvSpPr>
            <p:cNvPr id="4936" name="Google Shape;4936;p5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37" name="Google Shape;4937;p5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38" name="Google Shape;4938;p5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39" name="Google Shape;4939;p5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40" name="Google Shape;4940;p5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41" name="Google Shape;4941;p5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42" name="Google Shape;4942;p5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43" name="Google Shape;4943;p5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44" name="Google Shape;4944;p5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45" name="Google Shape;4945;p5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46" name="Google Shape;4946;p5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47" name="Google Shape;4947;p5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48" name="Google Shape;4948;p5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49" name="Google Shape;4949;p5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50" name="Google Shape;4950;p5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51" name="Google Shape;4951;p5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52" name="Google Shape;4952;p5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53" name="Google Shape;4953;p5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54" name="Google Shape;4954;p5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55" name="Google Shape;4955;p5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FF6B65"/>
                </a:solidFill>
              </a:endParaRPr>
            </a:p>
          </p:txBody>
        </p:sp>
        <p:sp>
          <p:nvSpPr>
            <p:cNvPr id="4956" name="Google Shape;4956;p5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A6CBC2"/>
                </a:solidFill>
              </a:endParaRPr>
            </a:p>
          </p:txBody>
        </p:sp>
        <p:sp>
          <p:nvSpPr>
            <p:cNvPr id="4957" name="Google Shape;4957;p5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4958" name="Google Shape;4958;p55"/>
            <p:cNvGrpSpPr/>
            <p:nvPr/>
          </p:nvGrpSpPr>
          <p:grpSpPr>
            <a:xfrm>
              <a:off x="3280929" y="3294542"/>
              <a:ext cx="109894" cy="272224"/>
              <a:chOff x="2711750" y="3572300"/>
              <a:chExt cx="230725" cy="598425"/>
            </a:xfrm>
          </p:grpSpPr>
          <p:sp>
            <p:nvSpPr>
              <p:cNvPr id="4959" name="Google Shape;4959;p5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60" name="Google Shape;4960;p5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961" name="Google Shape;4961;p5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4962" name="Google Shape;4962;p55"/>
            <p:cNvGrpSpPr/>
            <p:nvPr/>
          </p:nvGrpSpPr>
          <p:grpSpPr>
            <a:xfrm>
              <a:off x="3790439" y="2408636"/>
              <a:ext cx="73017" cy="75684"/>
              <a:chOff x="3781475" y="1624825"/>
              <a:chExt cx="153300" cy="166375"/>
            </a:xfrm>
          </p:grpSpPr>
          <p:sp>
            <p:nvSpPr>
              <p:cNvPr id="4963" name="Google Shape;4963;p5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64" name="Google Shape;4964;p5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65" name="Google Shape;4965;p5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66" name="Google Shape;4966;p5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967" name="Google Shape;4967;p5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68" name="Google Shape;4968;p5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69" name="Google Shape;4969;p5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70" name="Google Shape;4970;p5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71" name="Google Shape;4971;p5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72" name="Google Shape;4972;p5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73" name="Google Shape;4973;p5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4974" name="Google Shape;4974;p55"/>
            <p:cNvGrpSpPr/>
            <p:nvPr/>
          </p:nvGrpSpPr>
          <p:grpSpPr>
            <a:xfrm>
              <a:off x="4403342" y="3107749"/>
              <a:ext cx="316680" cy="101374"/>
              <a:chOff x="5068275" y="3161675"/>
              <a:chExt cx="664875" cy="222850"/>
            </a:xfrm>
          </p:grpSpPr>
          <p:sp>
            <p:nvSpPr>
              <p:cNvPr id="4975" name="Google Shape;4975;p5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76" name="Google Shape;4976;p5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77" name="Google Shape;4977;p5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78" name="Google Shape;4978;p5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4979" name="Google Shape;4979;p5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80" name="Google Shape;4980;p5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81" name="Google Shape;4981;p5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82" name="Google Shape;4982;p5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83" name="Google Shape;4983;p5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84" name="Google Shape;4984;p5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85" name="Google Shape;4985;p5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86" name="Google Shape;4986;p5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87" name="Google Shape;4987;p5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88" name="Google Shape;4988;p5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89" name="Google Shape;4989;p5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90" name="Google Shape;4990;p5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91" name="Google Shape;4991;p5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92" name="Google Shape;4992;p5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93" name="Google Shape;4993;p5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94" name="Google Shape;4994;p5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95" name="Google Shape;4995;p5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96" name="Google Shape;4996;p5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97" name="Google Shape;4997;p5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98" name="Google Shape;4998;p5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4999" name="Google Shape;4999;p5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00" name="Google Shape;5000;p5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01" name="Google Shape;5001;p5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02" name="Google Shape;5002;p5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03" name="Google Shape;5003;p5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04" name="Google Shape;5004;p5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05" name="Google Shape;5005;p5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06" name="Google Shape;5006;p5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07" name="Google Shape;5007;p5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5008" name="Google Shape;5008;p55"/>
            <p:cNvGrpSpPr/>
            <p:nvPr/>
          </p:nvGrpSpPr>
          <p:grpSpPr>
            <a:xfrm>
              <a:off x="3697513" y="2707266"/>
              <a:ext cx="59549" cy="79733"/>
              <a:chOff x="3586375" y="2281300"/>
              <a:chExt cx="125025" cy="175275"/>
            </a:xfrm>
          </p:grpSpPr>
          <p:sp>
            <p:nvSpPr>
              <p:cNvPr id="5009" name="Google Shape;5009;p5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10" name="Google Shape;5010;p5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5011" name="Google Shape;5011;p5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5012" name="Google Shape;5012;p55"/>
            <p:cNvGrpSpPr/>
            <p:nvPr/>
          </p:nvGrpSpPr>
          <p:grpSpPr>
            <a:xfrm>
              <a:off x="4513224" y="3221724"/>
              <a:ext cx="274563" cy="280321"/>
              <a:chOff x="5298975" y="3412225"/>
              <a:chExt cx="576450" cy="616225"/>
            </a:xfrm>
          </p:grpSpPr>
          <p:sp>
            <p:nvSpPr>
              <p:cNvPr id="5013" name="Google Shape;5013;p5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A6CBC2"/>
                  </a:solidFill>
                </a:endParaRPr>
              </a:p>
            </p:txBody>
          </p:sp>
          <p:sp>
            <p:nvSpPr>
              <p:cNvPr id="5014" name="Google Shape;5014;p5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5015" name="Google Shape;5015;p55"/>
            <p:cNvGrpSpPr/>
            <p:nvPr/>
          </p:nvGrpSpPr>
          <p:grpSpPr>
            <a:xfrm>
              <a:off x="4824403" y="3421846"/>
              <a:ext cx="110132" cy="130647"/>
              <a:chOff x="5952300" y="3852150"/>
              <a:chExt cx="231225" cy="287200"/>
            </a:xfrm>
          </p:grpSpPr>
          <p:sp>
            <p:nvSpPr>
              <p:cNvPr id="5016" name="Google Shape;5016;p5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17" name="Google Shape;5017;p5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5018" name="Google Shape;5018;p5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19" name="Google Shape;5019;p5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20" name="Google Shape;5020;p5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21" name="Google Shape;5021;p5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22" name="Google Shape;5022;p5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23" name="Google Shape;5023;p5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24" name="Google Shape;5024;p5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25" name="Google Shape;5025;p5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5026" name="Google Shape;5026;p55"/>
            <p:cNvGrpSpPr/>
            <p:nvPr/>
          </p:nvGrpSpPr>
          <p:grpSpPr>
            <a:xfrm>
              <a:off x="4295710" y="3079670"/>
              <a:ext cx="14968" cy="27135"/>
              <a:chOff x="4842300" y="3099950"/>
              <a:chExt cx="31425" cy="59650"/>
            </a:xfrm>
          </p:grpSpPr>
          <p:sp>
            <p:nvSpPr>
              <p:cNvPr id="5027" name="Google Shape;5027;p5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28" name="Google Shape;5028;p5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29" name="Google Shape;5029;p5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30" name="Google Shape;5030;p5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5031" name="Google Shape;5031;p5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32" name="Google Shape;5032;p5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33" name="Google Shape;5033;p5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34" name="Google Shape;5034;p5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35" name="Google Shape;5035;p5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36" name="Google Shape;5036;p5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37" name="Google Shape;5037;p5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38" name="Google Shape;5038;p5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5039" name="Google Shape;5039;p55"/>
            <p:cNvGrpSpPr/>
            <p:nvPr/>
          </p:nvGrpSpPr>
          <p:grpSpPr>
            <a:xfrm>
              <a:off x="3831056" y="2816010"/>
              <a:ext cx="37378" cy="27612"/>
              <a:chOff x="3866750" y="2520350"/>
              <a:chExt cx="78475" cy="60700"/>
            </a:xfrm>
          </p:grpSpPr>
          <p:sp>
            <p:nvSpPr>
              <p:cNvPr id="5040" name="Google Shape;5040;p5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41" name="Google Shape;5041;p5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42" name="Google Shape;5042;p5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43" name="Google Shape;5043;p5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5044" name="Google Shape;5044;p5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45" name="Google Shape;5045;p5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46" name="Google Shape;5046;p5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47" name="Google Shape;5047;p5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48" name="Google Shape;5048;p5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49" name="Google Shape;5049;p5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50" name="Google Shape;5050;p5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51" name="Google Shape;5051;p5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52" name="Google Shape;5052;p5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53" name="Google Shape;5053;p5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54" name="Google Shape;5054;p5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55" name="Google Shape;5055;p5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56" name="Google Shape;5056;p5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57" name="Google Shape;5057;p5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58" name="Google Shape;5058;p5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59" name="Google Shape;5059;p5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60" name="Google Shape;5060;p5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FF6B65"/>
                </a:solidFill>
              </a:endParaRPr>
            </a:p>
          </p:txBody>
        </p:sp>
        <p:sp>
          <p:nvSpPr>
            <p:cNvPr id="5061" name="Google Shape;5061;p5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62" name="Google Shape;5062;p5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63" name="Google Shape;5063;p5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64" name="Google Shape;5064;p5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65" name="Google Shape;5065;p5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66" name="Google Shape;5066;p5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67" name="Google Shape;5067;p5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68" name="Google Shape;5068;p5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69" name="Google Shape;5069;p5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70" name="Google Shape;5070;p5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71" name="Google Shape;5071;p5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72" name="Google Shape;5072;p5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FF6B65"/>
                </a:solidFill>
              </a:endParaRPr>
            </a:p>
          </p:txBody>
        </p:sp>
        <p:sp>
          <p:nvSpPr>
            <p:cNvPr id="5073" name="Google Shape;5073;p5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74" name="Google Shape;5074;p5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75" name="Google Shape;5075;p5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76" name="Google Shape;5076;p5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77" name="Google Shape;5077;p5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78" name="Google Shape;5078;p5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79" name="Google Shape;5079;p5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80" name="Google Shape;5080;p5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81" name="Google Shape;5081;p5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82" name="Google Shape;5082;p5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83" name="Google Shape;5083;p5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84" name="Google Shape;5084;p5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85" name="Google Shape;5085;p5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5086" name="Google Shape;5086;p55"/>
            <p:cNvGrpSpPr/>
            <p:nvPr/>
          </p:nvGrpSpPr>
          <p:grpSpPr>
            <a:xfrm>
              <a:off x="3632736" y="3051591"/>
              <a:ext cx="63288" cy="45217"/>
              <a:chOff x="3450375" y="3038225"/>
              <a:chExt cx="132875" cy="99400"/>
            </a:xfrm>
          </p:grpSpPr>
          <p:sp>
            <p:nvSpPr>
              <p:cNvPr id="5087" name="Google Shape;5087;p5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88" name="Google Shape;5088;p5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5089" name="Google Shape;5089;p5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90" name="Google Shape;5090;p5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91" name="Google Shape;5091;p5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92" name="Google Shape;5092;p5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93" name="Google Shape;5093;p5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94" name="Google Shape;5094;p5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95" name="Google Shape;5095;p5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96" name="Google Shape;5096;p5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97" name="Google Shape;5097;p5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A6CBC2"/>
                </a:solidFill>
              </a:endParaRPr>
            </a:p>
          </p:txBody>
        </p:sp>
        <p:sp>
          <p:nvSpPr>
            <p:cNvPr id="5098" name="Google Shape;5098;p5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099" name="Google Shape;5099;p5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00" name="Google Shape;5100;p5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01" name="Google Shape;5101;p5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02" name="Google Shape;5102;p5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03" name="Google Shape;5103;p5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04" name="Google Shape;5104;p5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05" name="Google Shape;5105;p5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06" name="Google Shape;5106;p5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07" name="Google Shape;5107;p5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A6CBC2"/>
                </a:solidFill>
              </a:endParaRPr>
            </a:p>
          </p:txBody>
        </p:sp>
        <p:sp>
          <p:nvSpPr>
            <p:cNvPr id="5108" name="Google Shape;5108;p5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09" name="Google Shape;5109;p5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10" name="Google Shape;5110;p5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11" name="Google Shape;5111;p5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12" name="Google Shape;5112;p5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13" name="Google Shape;5113;p5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FF6B65"/>
                </a:solidFill>
              </a:endParaRPr>
            </a:p>
          </p:txBody>
        </p:sp>
        <p:sp>
          <p:nvSpPr>
            <p:cNvPr id="5114" name="Google Shape;5114;p5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15" name="Google Shape;5115;p5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16" name="Google Shape;5116;p5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17" name="Google Shape;5117;p5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18" name="Google Shape;5118;p5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19" name="Google Shape;5119;p5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20" name="Google Shape;5120;p5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21" name="Google Shape;5121;p5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22" name="Google Shape;5122;p5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23" name="Google Shape;5123;p5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5124" name="Google Shape;5124;p55"/>
          <p:cNvGrpSpPr/>
          <p:nvPr/>
        </p:nvGrpSpPr>
        <p:grpSpPr>
          <a:xfrm>
            <a:off x="3554131" y="1233340"/>
            <a:ext cx="2078182" cy="1366558"/>
            <a:chOff x="235800" y="830650"/>
            <a:chExt cx="6978450" cy="4588844"/>
          </a:xfrm>
        </p:grpSpPr>
        <p:sp>
          <p:nvSpPr>
            <p:cNvPr id="5125" name="Google Shape;5125;p55"/>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26" name="Google Shape;5126;p55"/>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27" name="Google Shape;5127;p55"/>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28" name="Google Shape;5128;p55"/>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29" name="Google Shape;5129;p55"/>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30" name="Google Shape;5130;p55"/>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5131" name="Google Shape;5131;p55"/>
          <p:cNvGrpSpPr/>
          <p:nvPr/>
        </p:nvGrpSpPr>
        <p:grpSpPr>
          <a:xfrm>
            <a:off x="742628" y="3064442"/>
            <a:ext cx="2622876" cy="1333540"/>
            <a:chOff x="238125" y="1038125"/>
            <a:chExt cx="7146800" cy="3633625"/>
          </a:xfrm>
        </p:grpSpPr>
        <p:sp>
          <p:nvSpPr>
            <p:cNvPr id="5132" name="Google Shape;5132;p5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33" name="Google Shape;5133;p5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34" name="Google Shape;5134;p5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35" name="Google Shape;5135;p5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36" name="Google Shape;5136;p5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37" name="Google Shape;5137;p5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38" name="Google Shape;5138;p5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39" name="Google Shape;5139;p5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40" name="Google Shape;5140;p5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41" name="Google Shape;5141;p5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42" name="Google Shape;5142;p5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43" name="Google Shape;5143;p5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44" name="Google Shape;5144;p5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45" name="Google Shape;5145;p5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46" name="Google Shape;5146;p5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47" name="Google Shape;5147;p5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48" name="Google Shape;5148;p5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49" name="Google Shape;5149;p5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50" name="Google Shape;5150;p5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51" name="Google Shape;5151;p5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52" name="Google Shape;5152;p5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53" name="Google Shape;5153;p5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54" name="Google Shape;5154;p5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55" name="Google Shape;5155;p5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56" name="Google Shape;5156;p5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57" name="Google Shape;5157;p5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58" name="Google Shape;5158;p5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59" name="Google Shape;5159;p5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60" name="Google Shape;5160;p5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61" name="Google Shape;5161;p5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62" name="Google Shape;5162;p5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63" name="Google Shape;5163;p5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64" name="Google Shape;5164;p5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65" name="Google Shape;5165;p5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66" name="Google Shape;5166;p5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67" name="Google Shape;5167;p5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68" name="Google Shape;5168;p5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69" name="Google Shape;5169;p5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70" name="Google Shape;5170;p5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71" name="Google Shape;5171;p5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72" name="Google Shape;5172;p5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73" name="Google Shape;5173;p5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74" name="Google Shape;5174;p5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75" name="Google Shape;5175;p5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76" name="Google Shape;5176;p5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77" name="Google Shape;5177;p5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78" name="Google Shape;5178;p5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79" name="Google Shape;5179;p5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80" name="Google Shape;5180;p5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81" name="Google Shape;5181;p5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82" name="Google Shape;5182;p5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83" name="Google Shape;5183;p5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84" name="Google Shape;5184;p5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85" name="Google Shape;5185;p5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86" name="Google Shape;5186;p5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87" name="Google Shape;5187;p5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88" name="Google Shape;5188;p5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89" name="Google Shape;5189;p5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90" name="Google Shape;5190;p5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91" name="Google Shape;5191;p5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92" name="Google Shape;5192;p5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93" name="Google Shape;5193;p5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94" name="Google Shape;5194;p5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95" name="Google Shape;5195;p5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96" name="Google Shape;5196;p5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97" name="Google Shape;5197;p5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98" name="Google Shape;5198;p5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199" name="Google Shape;5199;p5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00" name="Google Shape;5200;p5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01" name="Google Shape;5201;p5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02" name="Google Shape;5202;p5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03" name="Google Shape;5203;p5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04" name="Google Shape;5204;p5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05" name="Google Shape;5205;p5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06" name="Google Shape;5206;p5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07" name="Google Shape;5207;p5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08" name="Google Shape;5208;p5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09" name="Google Shape;5209;p5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10" name="Google Shape;5210;p5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11" name="Google Shape;5211;p5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12" name="Google Shape;5212;p5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13" name="Google Shape;5213;p5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14" name="Google Shape;5214;p5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15" name="Google Shape;5215;p5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16" name="Google Shape;5216;p5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17" name="Google Shape;5217;p5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18" name="Google Shape;5218;p5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19" name="Google Shape;5219;p5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20" name="Google Shape;5220;p5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21" name="Google Shape;5221;p5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22" name="Google Shape;5222;p5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23" name="Google Shape;5223;p5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24" name="Google Shape;5224;p5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25" name="Google Shape;5225;p5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26" name="Google Shape;5226;p5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27" name="Google Shape;5227;p5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28" name="Google Shape;5228;p5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29" name="Google Shape;5229;p5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30" name="Google Shape;5230;p5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31" name="Google Shape;5231;p5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32" name="Google Shape;5232;p5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33" name="Google Shape;5233;p5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34" name="Google Shape;5234;p5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35" name="Google Shape;5235;p5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36" name="Google Shape;5236;p5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37" name="Google Shape;5237;p5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38" name="Google Shape;5238;p5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39" name="Google Shape;5239;p5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40" name="Google Shape;5240;p5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41" name="Google Shape;5241;p5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42" name="Google Shape;5242;p5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43" name="Google Shape;5243;p5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44" name="Google Shape;5244;p5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45" name="Google Shape;5245;p5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46" name="Google Shape;5246;p5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47" name="Google Shape;5247;p5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48" name="Google Shape;5248;p5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49" name="Google Shape;5249;p5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50" name="Google Shape;5250;p5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51" name="Google Shape;5251;p5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52" name="Google Shape;5252;p5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53" name="Google Shape;5253;p5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54" name="Google Shape;5254;p5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55" name="Google Shape;5255;p5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56" name="Google Shape;5256;p5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57" name="Google Shape;5257;p5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58" name="Google Shape;5258;p5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59" name="Google Shape;5259;p5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60" name="Google Shape;5260;p5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61" name="Google Shape;5261;p5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62" name="Google Shape;5262;p5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63" name="Google Shape;5263;p5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64" name="Google Shape;5264;p5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65" name="Google Shape;5265;p5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66" name="Google Shape;5266;p5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67" name="Google Shape;5267;p5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68" name="Google Shape;5268;p5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69" name="Google Shape;5269;p5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70" name="Google Shape;5270;p5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71" name="Google Shape;5271;p5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72" name="Google Shape;5272;p5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73" name="Google Shape;5273;p5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74" name="Google Shape;5274;p5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75" name="Google Shape;5275;p5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76" name="Google Shape;5276;p5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77" name="Google Shape;5277;p5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78" name="Google Shape;5278;p5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79" name="Google Shape;5279;p5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80" name="Google Shape;5280;p5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81" name="Google Shape;5281;p5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82" name="Google Shape;5282;p5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83" name="Google Shape;5283;p5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84" name="Google Shape;5284;p5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85" name="Google Shape;5285;p5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86" name="Google Shape;5286;p5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87" name="Google Shape;5287;p5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88" name="Google Shape;5288;p5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89" name="Google Shape;5289;p5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90" name="Google Shape;5290;p5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91" name="Google Shape;5291;p5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92" name="Google Shape;5292;p5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93" name="Google Shape;5293;p5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94" name="Google Shape;5294;p5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95" name="Google Shape;5295;p5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96" name="Google Shape;5296;p5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97" name="Google Shape;5297;p5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98" name="Google Shape;5298;p5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299" name="Google Shape;5299;p5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00" name="Google Shape;5300;p5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01" name="Google Shape;5301;p5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02" name="Google Shape;5302;p5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03" name="Google Shape;5303;p5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04" name="Google Shape;5304;p5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05" name="Google Shape;5305;p5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06" name="Google Shape;5306;p5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07" name="Google Shape;5307;p5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08" name="Google Shape;5308;p5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09" name="Google Shape;5309;p5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10" name="Google Shape;5310;p5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11" name="Google Shape;5311;p5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12" name="Google Shape;5312;p5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13" name="Google Shape;5313;p5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14" name="Google Shape;5314;p5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15" name="Google Shape;5315;p5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16" name="Google Shape;5316;p5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17" name="Google Shape;5317;p5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18" name="Google Shape;5318;p5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19" name="Google Shape;5319;p5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20" name="Google Shape;5320;p5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21" name="Google Shape;5321;p5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22" name="Google Shape;5322;p5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23" name="Google Shape;5323;p5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24" name="Google Shape;5324;p5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25" name="Google Shape;5325;p5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26" name="Google Shape;5326;p5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27" name="Google Shape;5327;p5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28" name="Google Shape;5328;p5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29" name="Google Shape;5329;p5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30" name="Google Shape;5330;p5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31" name="Google Shape;5331;p5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32" name="Google Shape;5332;p5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33" name="Google Shape;5333;p5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34" name="Google Shape;5334;p5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35" name="Google Shape;5335;p5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36" name="Google Shape;5336;p5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37" name="Google Shape;5337;p5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38" name="Google Shape;5338;p5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39" name="Google Shape;5339;p5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40" name="Google Shape;5340;p5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41" name="Google Shape;5341;p5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42" name="Google Shape;5342;p5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43" name="Google Shape;5343;p5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44" name="Google Shape;5344;p5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45" name="Google Shape;5345;p5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46" name="Google Shape;5346;p5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47" name="Google Shape;5347;p5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48" name="Google Shape;5348;p5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49" name="Google Shape;5349;p5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50" name="Google Shape;5350;p5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51" name="Google Shape;5351;p5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52" name="Google Shape;5352;p5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53" name="Google Shape;5353;p5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54" name="Google Shape;5354;p5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55" name="Google Shape;5355;p5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56" name="Google Shape;5356;p5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57" name="Google Shape;5357;p5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58" name="Google Shape;5358;p5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59" name="Google Shape;5359;p5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60" name="Google Shape;5360;p5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61" name="Google Shape;5361;p5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62" name="Google Shape;5362;p5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63" name="Google Shape;5363;p5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64" name="Google Shape;5364;p5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65" name="Google Shape;5365;p5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66" name="Google Shape;5366;p5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67" name="Google Shape;5367;p5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68" name="Google Shape;5368;p5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69" name="Google Shape;5369;p5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70" name="Google Shape;5370;p5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71" name="Google Shape;5371;p5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72" name="Google Shape;5372;p5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73" name="Google Shape;5373;p5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74" name="Google Shape;5374;p5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75" name="Google Shape;5375;p5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76" name="Google Shape;5376;p5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77" name="Google Shape;5377;p5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78" name="Google Shape;5378;p5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79" name="Google Shape;5379;p5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80" name="Google Shape;5380;p5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81" name="Google Shape;5381;p5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82" name="Google Shape;5382;p5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83" name="Google Shape;5383;p5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84" name="Google Shape;5384;p5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85" name="Google Shape;5385;p5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86" name="Google Shape;5386;p5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87" name="Google Shape;5387;p5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88" name="Google Shape;5388;p5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89" name="Google Shape;5389;p5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90" name="Google Shape;5390;p5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91" name="Google Shape;5391;p5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92" name="Google Shape;5392;p5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93" name="Google Shape;5393;p5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94" name="Google Shape;5394;p5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95" name="Google Shape;5395;p5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96" name="Google Shape;5396;p5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97" name="Google Shape;5397;p5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98" name="Google Shape;5398;p5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399" name="Google Shape;5399;p5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00" name="Google Shape;5400;p5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01" name="Google Shape;5401;p5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02" name="Google Shape;5402;p5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03" name="Google Shape;5403;p5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04" name="Google Shape;5404;p5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05" name="Google Shape;5405;p5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06" name="Google Shape;5406;p5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07" name="Google Shape;5407;p5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08" name="Google Shape;5408;p5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09" name="Google Shape;5409;p5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10" name="Google Shape;5410;p5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11" name="Google Shape;5411;p5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12" name="Google Shape;5412;p5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13" name="Google Shape;5413;p5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14" name="Google Shape;5414;p5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15" name="Google Shape;5415;p5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16" name="Google Shape;5416;p5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17" name="Google Shape;5417;p5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18" name="Google Shape;5418;p5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19" name="Google Shape;5419;p5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20" name="Google Shape;5420;p5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21" name="Google Shape;5421;p5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22" name="Google Shape;5422;p5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23" name="Google Shape;5423;p5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24" name="Google Shape;5424;p5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25" name="Google Shape;5425;p5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26" name="Google Shape;5426;p5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27" name="Google Shape;5427;p5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28" name="Google Shape;5428;p5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29" name="Google Shape;5429;p5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30" name="Google Shape;5430;p5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31" name="Google Shape;5431;p5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32" name="Google Shape;5432;p5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33" name="Google Shape;5433;p5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34" name="Google Shape;5434;p5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35" name="Google Shape;5435;p5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36" name="Google Shape;5436;p5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37" name="Google Shape;5437;p5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38" name="Google Shape;5438;p5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39" name="Google Shape;5439;p5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40" name="Google Shape;5440;p5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41" name="Google Shape;5441;p5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42" name="Google Shape;5442;p5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43" name="Google Shape;5443;p5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44" name="Google Shape;5444;p5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45" name="Google Shape;5445;p5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46" name="Google Shape;5446;p5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47" name="Google Shape;5447;p5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48" name="Google Shape;5448;p5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49" name="Google Shape;5449;p5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50" name="Google Shape;5450;p5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51" name="Google Shape;5451;p5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52" name="Google Shape;5452;p5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53" name="Google Shape;5453;p5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54" name="Google Shape;5454;p5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55" name="Google Shape;5455;p5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56" name="Google Shape;5456;p5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57" name="Google Shape;5457;p5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58" name="Google Shape;5458;p5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59" name="Google Shape;5459;p5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60" name="Google Shape;5460;p5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61" name="Google Shape;5461;p5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62" name="Google Shape;5462;p5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63" name="Google Shape;5463;p5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64" name="Google Shape;5464;p5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65" name="Google Shape;5465;p5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66" name="Google Shape;5466;p5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67" name="Google Shape;5467;p5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68" name="Google Shape;5468;p5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69" name="Google Shape;5469;p5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70" name="Google Shape;5470;p5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71" name="Google Shape;5471;p5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72" name="Google Shape;5472;p5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73" name="Google Shape;5473;p5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74" name="Google Shape;5474;p5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75" name="Google Shape;5475;p5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76" name="Google Shape;5476;p5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77" name="Google Shape;5477;p5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78" name="Google Shape;5478;p5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79" name="Google Shape;5479;p5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80" name="Google Shape;5480;p5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81" name="Google Shape;5481;p5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82" name="Google Shape;5482;p5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83" name="Google Shape;5483;p5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84" name="Google Shape;5484;p5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85" name="Google Shape;5485;p5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86" name="Google Shape;5486;p5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87" name="Google Shape;5487;p5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88" name="Google Shape;5488;p5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89" name="Google Shape;5489;p5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90" name="Google Shape;5490;p5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91" name="Google Shape;5491;p5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92" name="Google Shape;5492;p5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93" name="Google Shape;5493;p5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94" name="Google Shape;5494;p5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95" name="Google Shape;5495;p5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96" name="Google Shape;5496;p5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97" name="Google Shape;5497;p5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98" name="Google Shape;5498;p5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499" name="Google Shape;5499;p5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00" name="Google Shape;5500;p5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01" name="Google Shape;5501;p5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02" name="Google Shape;5502;p5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03" name="Google Shape;5503;p5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04" name="Google Shape;5504;p5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05" name="Google Shape;5505;p5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06" name="Google Shape;5506;p5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07" name="Google Shape;5507;p5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08" name="Google Shape;5508;p5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09" name="Google Shape;5509;p5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10" name="Google Shape;5510;p5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11" name="Google Shape;5511;p5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12" name="Google Shape;5512;p5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13" name="Google Shape;5513;p5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14" name="Google Shape;5514;p5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15" name="Google Shape;5515;p5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16" name="Google Shape;5516;p5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17" name="Google Shape;5517;p5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18" name="Google Shape;5518;p5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19" name="Google Shape;5519;p5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20" name="Google Shape;5520;p5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21" name="Google Shape;5521;p5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22" name="Google Shape;5522;p5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23" name="Google Shape;5523;p5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24" name="Google Shape;5524;p5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25" name="Google Shape;5525;p5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26" name="Google Shape;5526;p5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27" name="Google Shape;5527;p5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28" name="Google Shape;5528;p5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29" name="Google Shape;5529;p5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30" name="Google Shape;5530;p5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31" name="Google Shape;5531;p5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32" name="Google Shape;5532;p5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33" name="Google Shape;5533;p5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34" name="Google Shape;5534;p5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35" name="Google Shape;5535;p5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36" name="Google Shape;5536;p5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37" name="Google Shape;5537;p5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38" name="Google Shape;5538;p5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39" name="Google Shape;5539;p5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40" name="Google Shape;5540;p5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41" name="Google Shape;5541;p5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42" name="Google Shape;5542;p5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43" name="Google Shape;5543;p5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44" name="Google Shape;5544;p5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45" name="Google Shape;5545;p5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46" name="Google Shape;5546;p5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47" name="Google Shape;5547;p5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48" name="Google Shape;5548;p5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49" name="Google Shape;5549;p5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50" name="Google Shape;5550;p5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51" name="Google Shape;5551;p5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52" name="Google Shape;5552;p5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53" name="Google Shape;5553;p5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54" name="Google Shape;5554;p5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55" name="Google Shape;5555;p5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56" name="Google Shape;5556;p5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57" name="Google Shape;5557;p5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58" name="Google Shape;5558;p5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59" name="Google Shape;5559;p5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60" name="Google Shape;5560;p5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61" name="Google Shape;5561;p5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62" name="Google Shape;5562;p5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63" name="Google Shape;5563;p5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64" name="Google Shape;5564;p5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65" name="Google Shape;5565;p5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66" name="Google Shape;5566;p5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67" name="Google Shape;5567;p5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68" name="Google Shape;5568;p5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69" name="Google Shape;5569;p5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70" name="Google Shape;5570;p5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71" name="Google Shape;5571;p5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72" name="Google Shape;5572;p5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73" name="Google Shape;5573;p5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74" name="Google Shape;5574;p5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75" name="Google Shape;5575;p5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76" name="Google Shape;5576;p5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77" name="Google Shape;5577;p5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78" name="Google Shape;5578;p5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79" name="Google Shape;5579;p5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80" name="Google Shape;5580;p5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81" name="Google Shape;5581;p5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82" name="Google Shape;5582;p5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83" name="Google Shape;5583;p5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84" name="Google Shape;5584;p5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85" name="Google Shape;5585;p5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86" name="Google Shape;5586;p5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87" name="Google Shape;5587;p5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88" name="Google Shape;5588;p5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89" name="Google Shape;5589;p5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90" name="Google Shape;5590;p5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91" name="Google Shape;5591;p5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92" name="Google Shape;5592;p5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93" name="Google Shape;5593;p5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94" name="Google Shape;5594;p5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95" name="Google Shape;5595;p5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96" name="Google Shape;5596;p5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97" name="Google Shape;5597;p5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98" name="Google Shape;5598;p5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599" name="Google Shape;5599;p5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00" name="Google Shape;5600;p5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01" name="Google Shape;5601;p5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02" name="Google Shape;5602;p5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03" name="Google Shape;5603;p5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04" name="Google Shape;5604;p5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05" name="Google Shape;5605;p5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06" name="Google Shape;5606;p5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07" name="Google Shape;5607;p5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08" name="Google Shape;5608;p5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09" name="Google Shape;5609;p5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10" name="Google Shape;5610;p5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11" name="Google Shape;5611;p5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12" name="Google Shape;5612;p5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13" name="Google Shape;5613;p5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14" name="Google Shape;5614;p5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15" name="Google Shape;5615;p5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16" name="Google Shape;5616;p5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17" name="Google Shape;5617;p5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18" name="Google Shape;5618;p5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19" name="Google Shape;5619;p5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20" name="Google Shape;5620;p5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21" name="Google Shape;5621;p5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22" name="Google Shape;5622;p5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23" name="Google Shape;5623;p5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24" name="Google Shape;5624;p5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25" name="Google Shape;5625;p5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26" name="Google Shape;5626;p5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27" name="Google Shape;5627;p5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28" name="Google Shape;5628;p5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29" name="Google Shape;5629;p5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30" name="Google Shape;5630;p5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31" name="Google Shape;5631;p5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32" name="Google Shape;5632;p5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33" name="Google Shape;5633;p5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34" name="Google Shape;5634;p5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35" name="Google Shape;5635;p5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36" name="Google Shape;5636;p5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37" name="Google Shape;5637;p5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38" name="Google Shape;5638;p5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39" name="Google Shape;5639;p5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40" name="Google Shape;5640;p5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41" name="Google Shape;5641;p5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42" name="Google Shape;5642;p5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43" name="Google Shape;5643;p5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44" name="Google Shape;5644;p5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45" name="Google Shape;5645;p5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46" name="Google Shape;5646;p5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47" name="Google Shape;5647;p5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48" name="Google Shape;5648;p5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49" name="Google Shape;5649;p5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50" name="Google Shape;5650;p5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51" name="Google Shape;5651;p5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52" name="Google Shape;5652;p5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53" name="Google Shape;5653;p5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54" name="Google Shape;5654;p5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55" name="Google Shape;5655;p5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56" name="Google Shape;5656;p5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57" name="Google Shape;5657;p5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58" name="Google Shape;5658;p5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59" name="Google Shape;5659;p5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60" name="Google Shape;5660;p5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61" name="Google Shape;5661;p5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62" name="Google Shape;5662;p5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63" name="Google Shape;5663;p5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64" name="Google Shape;5664;p5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65" name="Google Shape;5665;p5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66" name="Google Shape;5666;p5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67" name="Google Shape;5667;p5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68" name="Google Shape;5668;p5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69" name="Google Shape;5669;p5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70" name="Google Shape;5670;p5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71" name="Google Shape;5671;p5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72" name="Google Shape;5672;p5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73" name="Google Shape;5673;p5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74" name="Google Shape;5674;p5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75" name="Google Shape;5675;p5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76" name="Google Shape;5676;p5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77" name="Google Shape;5677;p5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78" name="Google Shape;5678;p5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79" name="Google Shape;5679;p5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80" name="Google Shape;5680;p5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81" name="Google Shape;5681;p5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82" name="Google Shape;5682;p5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83" name="Google Shape;5683;p5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84" name="Google Shape;5684;p5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85" name="Google Shape;5685;p5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86" name="Google Shape;5686;p5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87" name="Google Shape;5687;p5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88" name="Google Shape;5688;p5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89" name="Google Shape;5689;p5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90" name="Google Shape;5690;p5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91" name="Google Shape;5691;p5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92" name="Google Shape;5692;p5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93" name="Google Shape;5693;p5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94" name="Google Shape;5694;p5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95" name="Google Shape;5695;p5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96" name="Google Shape;5696;p5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97" name="Google Shape;5697;p5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98" name="Google Shape;5698;p5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699" name="Google Shape;5699;p5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00" name="Google Shape;5700;p5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01" name="Google Shape;5701;p5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02" name="Google Shape;5702;p5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03" name="Google Shape;5703;p5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04" name="Google Shape;5704;p5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05" name="Google Shape;5705;p5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06" name="Google Shape;5706;p5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07" name="Google Shape;5707;p5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08" name="Google Shape;5708;p5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09" name="Google Shape;5709;p5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10" name="Google Shape;5710;p5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11" name="Google Shape;5711;p5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12" name="Google Shape;5712;p5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13" name="Google Shape;5713;p5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14" name="Google Shape;5714;p5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15" name="Google Shape;5715;p5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16" name="Google Shape;5716;p5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17" name="Google Shape;5717;p5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18" name="Google Shape;5718;p5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19" name="Google Shape;5719;p5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20" name="Google Shape;5720;p5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21" name="Google Shape;5721;p5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22" name="Google Shape;5722;p5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23" name="Google Shape;5723;p5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24" name="Google Shape;5724;p5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25" name="Google Shape;5725;p5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26" name="Google Shape;5726;p5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27" name="Google Shape;5727;p5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28" name="Google Shape;5728;p5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29" name="Google Shape;5729;p5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30" name="Google Shape;5730;p5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31" name="Google Shape;5731;p5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32" name="Google Shape;5732;p5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33" name="Google Shape;5733;p5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34" name="Google Shape;5734;p5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35" name="Google Shape;5735;p5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36" name="Google Shape;5736;p5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37" name="Google Shape;5737;p5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38" name="Google Shape;5738;p5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39" name="Google Shape;5739;p5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40" name="Google Shape;5740;p5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41" name="Google Shape;5741;p5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42" name="Google Shape;5742;p5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43" name="Google Shape;5743;p5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44" name="Google Shape;5744;p5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45" name="Google Shape;5745;p5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46" name="Google Shape;5746;p5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47" name="Google Shape;5747;p5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48" name="Google Shape;5748;p5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49" name="Google Shape;5749;p5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50" name="Google Shape;5750;p5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51" name="Google Shape;5751;p5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52" name="Google Shape;5752;p5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53" name="Google Shape;5753;p5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54" name="Google Shape;5754;p5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55" name="Google Shape;5755;p5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56" name="Google Shape;5756;p5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57" name="Google Shape;5757;p5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58" name="Google Shape;5758;p5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59" name="Google Shape;5759;p5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60" name="Google Shape;5760;p5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61" name="Google Shape;5761;p5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62" name="Google Shape;5762;p5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63" name="Google Shape;5763;p5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64" name="Google Shape;5764;p5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65" name="Google Shape;5765;p5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66" name="Google Shape;5766;p5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67" name="Google Shape;5767;p5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68" name="Google Shape;5768;p5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69" name="Google Shape;5769;p5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70" name="Google Shape;5770;p5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71" name="Google Shape;5771;p5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72" name="Google Shape;5772;p5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73" name="Google Shape;5773;p5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74" name="Google Shape;5774;p5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75" name="Google Shape;5775;p5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76" name="Google Shape;5776;p5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77" name="Google Shape;5777;p5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78" name="Google Shape;5778;p5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79" name="Google Shape;5779;p5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80" name="Google Shape;5780;p5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81" name="Google Shape;5781;p5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82" name="Google Shape;5782;p5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83" name="Google Shape;5783;p5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84" name="Google Shape;5784;p5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85" name="Google Shape;5785;p5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86" name="Google Shape;5786;p5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87" name="Google Shape;5787;p5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88" name="Google Shape;5788;p5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89" name="Google Shape;5789;p5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90" name="Google Shape;5790;p5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91" name="Google Shape;5791;p5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92" name="Google Shape;5792;p5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93" name="Google Shape;5793;p5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94" name="Google Shape;5794;p5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95" name="Google Shape;5795;p5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96" name="Google Shape;5796;p5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97" name="Google Shape;5797;p5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98" name="Google Shape;5798;p5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799" name="Google Shape;5799;p5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00" name="Google Shape;5800;p5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01" name="Google Shape;5801;p5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02" name="Google Shape;5802;p5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03" name="Google Shape;5803;p5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04" name="Google Shape;5804;p5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05" name="Google Shape;5805;p5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06" name="Google Shape;5806;p5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07" name="Google Shape;5807;p5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08" name="Google Shape;5808;p5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09" name="Google Shape;5809;p5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10" name="Google Shape;5810;p5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11" name="Google Shape;5811;p5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12" name="Google Shape;5812;p5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13" name="Google Shape;5813;p5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14" name="Google Shape;5814;p5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15" name="Google Shape;5815;p5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16" name="Google Shape;5816;p5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17" name="Google Shape;5817;p5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18" name="Google Shape;5818;p5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19" name="Google Shape;5819;p5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20" name="Google Shape;5820;p5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21" name="Google Shape;5821;p5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22" name="Google Shape;5822;p5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23" name="Google Shape;5823;p5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24" name="Google Shape;5824;p5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25" name="Google Shape;5825;p5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26" name="Google Shape;5826;p5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27" name="Google Shape;5827;p5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28" name="Google Shape;5828;p5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29" name="Google Shape;5829;p5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30" name="Google Shape;5830;p5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31" name="Google Shape;5831;p5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32" name="Google Shape;5832;p5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33" name="Google Shape;5833;p5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34" name="Google Shape;5834;p5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35" name="Google Shape;5835;p5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36" name="Google Shape;5836;p5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37" name="Google Shape;5837;p5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38" name="Google Shape;5838;p5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39" name="Google Shape;5839;p5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40" name="Google Shape;5840;p5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41" name="Google Shape;5841;p5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42" name="Google Shape;5842;p5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43" name="Google Shape;5843;p5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44" name="Google Shape;5844;p5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45" name="Google Shape;5845;p5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46" name="Google Shape;5846;p5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47" name="Google Shape;5847;p5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48" name="Google Shape;5848;p5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49" name="Google Shape;5849;p5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50" name="Google Shape;5850;p5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51" name="Google Shape;5851;p5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52" name="Google Shape;5852;p5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53" name="Google Shape;5853;p5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54" name="Google Shape;5854;p5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55" name="Google Shape;5855;p5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56" name="Google Shape;5856;p5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57" name="Google Shape;5857;p5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58" name="Google Shape;5858;p5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59" name="Google Shape;5859;p5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60" name="Google Shape;5860;p5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61" name="Google Shape;5861;p5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62" name="Google Shape;5862;p5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63" name="Google Shape;5863;p5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64" name="Google Shape;5864;p5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65" name="Google Shape;5865;p5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66" name="Google Shape;5866;p5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67" name="Google Shape;5867;p5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68" name="Google Shape;5868;p5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69" name="Google Shape;5869;p5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70" name="Google Shape;5870;p5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71" name="Google Shape;5871;p5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72" name="Google Shape;5872;p5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73" name="Google Shape;5873;p5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74" name="Google Shape;5874;p5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75" name="Google Shape;5875;p5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76" name="Google Shape;5876;p5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77" name="Google Shape;5877;p5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78" name="Google Shape;5878;p5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79" name="Google Shape;5879;p5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80" name="Google Shape;5880;p5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81" name="Google Shape;5881;p5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82" name="Google Shape;5882;p5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83" name="Google Shape;5883;p5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84" name="Google Shape;5884;p5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85" name="Google Shape;5885;p5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86" name="Google Shape;5886;p5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87" name="Google Shape;5887;p5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88" name="Google Shape;5888;p5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89" name="Google Shape;5889;p5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90" name="Google Shape;5890;p5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91" name="Google Shape;5891;p5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92" name="Google Shape;5892;p5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93" name="Google Shape;5893;p5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94" name="Google Shape;5894;p5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95" name="Google Shape;5895;p5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96" name="Google Shape;5896;p5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97" name="Google Shape;5897;p5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98" name="Google Shape;5898;p5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899" name="Google Shape;5899;p5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00" name="Google Shape;5900;p5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01" name="Google Shape;5901;p5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02" name="Google Shape;5902;p5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03" name="Google Shape;5903;p5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04" name="Google Shape;5904;p5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05" name="Google Shape;5905;p5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06" name="Google Shape;5906;p5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07" name="Google Shape;5907;p5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08" name="Google Shape;5908;p5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09" name="Google Shape;5909;p5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10" name="Google Shape;5910;p5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11" name="Google Shape;5911;p5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12" name="Google Shape;5912;p5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13" name="Google Shape;5913;p5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14" name="Google Shape;5914;p5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15" name="Google Shape;5915;p5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16" name="Google Shape;5916;p5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17" name="Google Shape;5917;p5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18" name="Google Shape;5918;p5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19" name="Google Shape;5919;p5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20" name="Google Shape;5920;p5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21" name="Google Shape;5921;p5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22" name="Google Shape;5922;p5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23" name="Google Shape;5923;p5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24" name="Google Shape;5924;p5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25" name="Google Shape;5925;p5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26" name="Google Shape;5926;p5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27" name="Google Shape;5927;p5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28" name="Google Shape;5928;p5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29" name="Google Shape;5929;p5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30" name="Google Shape;5930;p5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31" name="Google Shape;5931;p5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32" name="Google Shape;5932;p5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33" name="Google Shape;5933;p5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34" name="Google Shape;5934;p5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35" name="Google Shape;5935;p5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36" name="Google Shape;5936;p5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37" name="Google Shape;5937;p5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38" name="Google Shape;5938;p5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39" name="Google Shape;5939;p5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40" name="Google Shape;5940;p5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41" name="Google Shape;5941;p5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42" name="Google Shape;5942;p5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43" name="Google Shape;5943;p5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44" name="Google Shape;5944;p5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45" name="Google Shape;5945;p5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46" name="Google Shape;5946;p5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47" name="Google Shape;5947;p5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48" name="Google Shape;5948;p5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49" name="Google Shape;5949;p5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50" name="Google Shape;5950;p5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51" name="Google Shape;5951;p5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52" name="Google Shape;5952;p5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53" name="Google Shape;5953;p5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54" name="Google Shape;5954;p5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55" name="Google Shape;5955;p5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56" name="Google Shape;5956;p5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57" name="Google Shape;5957;p5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58" name="Google Shape;5958;p5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59" name="Google Shape;5959;p5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60" name="Google Shape;5960;p5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61" name="Google Shape;5961;p5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62" name="Google Shape;5962;p5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63" name="Google Shape;5963;p5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64" name="Google Shape;5964;p5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65" name="Google Shape;5965;p5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66" name="Google Shape;5966;p5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67" name="Google Shape;5967;p5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68" name="Google Shape;5968;p5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69" name="Google Shape;5969;p5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70" name="Google Shape;5970;p5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71" name="Google Shape;5971;p5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72" name="Google Shape;5972;p5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73" name="Google Shape;5973;p5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74" name="Google Shape;5974;p5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75" name="Google Shape;5975;p5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76" name="Google Shape;5976;p5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77" name="Google Shape;5977;p5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78" name="Google Shape;5978;p5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79" name="Google Shape;5979;p5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80" name="Google Shape;5980;p5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81" name="Google Shape;5981;p5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82" name="Google Shape;5982;p5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83" name="Google Shape;5983;p5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84" name="Google Shape;5984;p5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85" name="Google Shape;5985;p5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86" name="Google Shape;5986;p5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87" name="Google Shape;5987;p5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88" name="Google Shape;5988;p5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89" name="Google Shape;5989;p5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90" name="Google Shape;5990;p5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91" name="Google Shape;5991;p5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92" name="Google Shape;5992;p5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93" name="Google Shape;5993;p5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94" name="Google Shape;5994;p5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95" name="Google Shape;5995;p5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96" name="Google Shape;5996;p5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97" name="Google Shape;5997;p5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98" name="Google Shape;5998;p5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5999" name="Google Shape;5999;p5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00" name="Google Shape;6000;p5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01" name="Google Shape;6001;p5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02" name="Google Shape;6002;p5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03" name="Google Shape;6003;p5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04" name="Google Shape;6004;p5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05" name="Google Shape;6005;p5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06" name="Google Shape;6006;p5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07" name="Google Shape;6007;p5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08" name="Google Shape;6008;p5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09" name="Google Shape;6009;p5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10" name="Google Shape;6010;p5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11" name="Google Shape;6011;p5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12" name="Google Shape;6012;p5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13" name="Google Shape;6013;p5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14" name="Google Shape;6014;p5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15" name="Google Shape;6015;p5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16" name="Google Shape;6016;p5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17" name="Google Shape;6017;p5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18" name="Google Shape;6018;p5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19" name="Google Shape;6019;p5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20" name="Google Shape;6020;p5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21" name="Google Shape;6021;p5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22" name="Google Shape;6022;p5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23" name="Google Shape;6023;p5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24" name="Google Shape;6024;p5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25" name="Google Shape;6025;p5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26" name="Google Shape;6026;p5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27" name="Google Shape;6027;p5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28" name="Google Shape;6028;p5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29" name="Google Shape;6029;p5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30" name="Google Shape;6030;p5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31" name="Google Shape;6031;p5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32" name="Google Shape;6032;p5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33" name="Google Shape;6033;p5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34" name="Google Shape;6034;p5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35" name="Google Shape;6035;p5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36" name="Google Shape;6036;p5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37" name="Google Shape;6037;p5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38" name="Google Shape;6038;p5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39" name="Google Shape;6039;p5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40" name="Google Shape;6040;p5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41" name="Google Shape;6041;p5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42" name="Google Shape;6042;p5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43" name="Google Shape;6043;p5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44" name="Google Shape;6044;p5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45" name="Google Shape;6045;p5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46" name="Google Shape;6046;p5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47" name="Google Shape;6047;p5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48" name="Google Shape;6048;p5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49" name="Google Shape;6049;p5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50" name="Google Shape;6050;p5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51" name="Google Shape;6051;p5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52" name="Google Shape;6052;p5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53" name="Google Shape;6053;p5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54" name="Google Shape;6054;p5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55" name="Google Shape;6055;p5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56" name="Google Shape;6056;p5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57" name="Google Shape;6057;p5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58" name="Google Shape;6058;p5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59" name="Google Shape;6059;p5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60" name="Google Shape;6060;p5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61" name="Google Shape;6061;p5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62" name="Google Shape;6062;p5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63" name="Google Shape;6063;p5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64" name="Google Shape;6064;p5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65" name="Google Shape;6065;p5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66" name="Google Shape;6066;p5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67" name="Google Shape;6067;p5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68" name="Google Shape;6068;p5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69" name="Google Shape;6069;p5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70" name="Google Shape;6070;p5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71" name="Google Shape;6071;p5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72" name="Google Shape;6072;p5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73" name="Google Shape;6073;p5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74" name="Google Shape;6074;p5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75" name="Google Shape;6075;p5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76" name="Google Shape;6076;p5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77" name="Google Shape;6077;p5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78" name="Google Shape;6078;p5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79" name="Google Shape;6079;p5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80" name="Google Shape;6080;p5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81" name="Google Shape;6081;p5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82" name="Google Shape;6082;p5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83" name="Google Shape;6083;p5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84" name="Google Shape;6084;p5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85" name="Google Shape;6085;p5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86" name="Google Shape;6086;p5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87" name="Google Shape;6087;p5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88" name="Google Shape;6088;p5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89" name="Google Shape;6089;p5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90" name="Google Shape;6090;p5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91" name="Google Shape;6091;p5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92" name="Google Shape;6092;p5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93" name="Google Shape;6093;p5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94" name="Google Shape;6094;p5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95" name="Google Shape;6095;p5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96" name="Google Shape;6096;p5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97" name="Google Shape;6097;p5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98" name="Google Shape;6098;p5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099" name="Google Shape;6099;p5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00" name="Google Shape;6100;p5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01" name="Google Shape;6101;p5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02" name="Google Shape;6102;p5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03" name="Google Shape;6103;p5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04" name="Google Shape;6104;p5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05" name="Google Shape;6105;p5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06" name="Google Shape;6106;p5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07" name="Google Shape;6107;p5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08" name="Google Shape;6108;p5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09" name="Google Shape;6109;p5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10" name="Google Shape;6110;p5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11" name="Google Shape;6111;p5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12" name="Google Shape;6112;p5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13" name="Google Shape;6113;p5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14" name="Google Shape;6114;p5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15" name="Google Shape;6115;p5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16" name="Google Shape;6116;p5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17" name="Google Shape;6117;p5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18" name="Google Shape;6118;p5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19" name="Google Shape;6119;p5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20" name="Google Shape;6120;p5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21" name="Google Shape;6121;p5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22" name="Google Shape;6122;p5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23" name="Google Shape;6123;p5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24" name="Google Shape;6124;p5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25" name="Google Shape;6125;p5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26" name="Google Shape;6126;p5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27" name="Google Shape;6127;p5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28" name="Google Shape;6128;p5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29" name="Google Shape;6129;p5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30" name="Google Shape;6130;p5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31" name="Google Shape;6131;p5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32" name="Google Shape;6132;p5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33" name="Google Shape;6133;p5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34" name="Google Shape;6134;p5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35" name="Google Shape;6135;p5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36" name="Google Shape;6136;p5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37" name="Google Shape;6137;p5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38" name="Google Shape;6138;p5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39" name="Google Shape;6139;p5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40" name="Google Shape;6140;p5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41" name="Google Shape;6141;p5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42" name="Google Shape;6142;p5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43" name="Google Shape;6143;p5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44" name="Google Shape;6144;p5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45" name="Google Shape;6145;p5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46" name="Google Shape;6146;p5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47" name="Google Shape;6147;p5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48" name="Google Shape;6148;p5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49" name="Google Shape;6149;p5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50" name="Google Shape;6150;p5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51" name="Google Shape;6151;p5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52" name="Google Shape;6152;p5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53" name="Google Shape;6153;p5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54" name="Google Shape;6154;p5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55" name="Google Shape;6155;p5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56" name="Google Shape;6156;p5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57" name="Google Shape;6157;p5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58" name="Google Shape;6158;p5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59" name="Google Shape;6159;p5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60" name="Google Shape;6160;p5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61" name="Google Shape;6161;p5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62" name="Google Shape;6162;p5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63" name="Google Shape;6163;p5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64" name="Google Shape;6164;p5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65" name="Google Shape;6165;p5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66" name="Google Shape;6166;p5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67" name="Google Shape;6167;p5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68" name="Google Shape;6168;p5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69" name="Google Shape;6169;p5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70" name="Google Shape;6170;p5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71" name="Google Shape;6171;p5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72" name="Google Shape;6172;p5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73" name="Google Shape;6173;p5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74" name="Google Shape;6174;p5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75" name="Google Shape;6175;p5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76" name="Google Shape;6176;p5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77" name="Google Shape;6177;p5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78" name="Google Shape;6178;p5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79" name="Google Shape;6179;p5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80" name="Google Shape;6180;p5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81" name="Google Shape;6181;p5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82" name="Google Shape;6182;p5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83" name="Google Shape;6183;p5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84" name="Google Shape;6184;p5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85" name="Google Shape;6185;p5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86" name="Google Shape;6186;p5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87" name="Google Shape;6187;p5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88" name="Google Shape;6188;p5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89" name="Google Shape;6189;p5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90" name="Google Shape;6190;p5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91" name="Google Shape;6191;p5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92" name="Google Shape;6192;p5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93" name="Google Shape;6193;p5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94" name="Google Shape;6194;p5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95" name="Google Shape;6195;p5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96" name="Google Shape;6196;p5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97" name="Google Shape;6197;p5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98" name="Google Shape;6198;p5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199" name="Google Shape;6199;p5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00" name="Google Shape;6200;p5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01" name="Google Shape;6201;p5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02" name="Google Shape;6202;p5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03" name="Google Shape;6203;p5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04" name="Google Shape;6204;p5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05" name="Google Shape;6205;p5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06" name="Google Shape;6206;p5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07" name="Google Shape;6207;p5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08" name="Google Shape;6208;p5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09" name="Google Shape;6209;p5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10" name="Google Shape;6210;p5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11" name="Google Shape;6211;p5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12" name="Google Shape;6212;p5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13" name="Google Shape;6213;p5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14" name="Google Shape;6214;p5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15" name="Google Shape;6215;p5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16" name="Google Shape;6216;p5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17" name="Google Shape;6217;p5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18" name="Google Shape;6218;p5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19" name="Google Shape;6219;p5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20" name="Google Shape;6220;p5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21" name="Google Shape;6221;p5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22" name="Google Shape;6222;p5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23" name="Google Shape;6223;p5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24" name="Google Shape;6224;p5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25" name="Google Shape;6225;p5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26" name="Google Shape;6226;p5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27" name="Google Shape;6227;p5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28" name="Google Shape;6228;p5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29" name="Google Shape;6229;p5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30" name="Google Shape;6230;p5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31" name="Google Shape;6231;p5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32" name="Google Shape;6232;p5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33" name="Google Shape;6233;p5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34" name="Google Shape;6234;p5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35" name="Google Shape;6235;p5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36" name="Google Shape;6236;p5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37" name="Google Shape;6237;p5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38" name="Google Shape;6238;p5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39" name="Google Shape;6239;p5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40" name="Google Shape;6240;p5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41" name="Google Shape;6241;p5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42" name="Google Shape;6242;p5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43" name="Google Shape;6243;p5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44" name="Google Shape;6244;p5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45" name="Google Shape;6245;p5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46" name="Google Shape;6246;p5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47" name="Google Shape;6247;p5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48" name="Google Shape;6248;p5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49" name="Google Shape;6249;p5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50" name="Google Shape;6250;p5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51" name="Google Shape;6251;p5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52" name="Google Shape;6252;p5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53" name="Google Shape;6253;p5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54" name="Google Shape;6254;p5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55" name="Google Shape;6255;p5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56" name="Google Shape;6256;p5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57" name="Google Shape;6257;p5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58" name="Google Shape;6258;p5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59" name="Google Shape;6259;p5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60" name="Google Shape;6260;p5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61" name="Google Shape;6261;p5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62" name="Google Shape;6262;p5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63" name="Google Shape;6263;p5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64" name="Google Shape;6264;p5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65" name="Google Shape;6265;p5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66" name="Google Shape;6266;p5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67" name="Google Shape;6267;p5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68" name="Google Shape;6268;p5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69" name="Google Shape;6269;p5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70" name="Google Shape;6270;p5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71" name="Google Shape;6271;p5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72" name="Google Shape;6272;p5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73" name="Google Shape;6273;p5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74" name="Google Shape;6274;p5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75" name="Google Shape;6275;p5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76" name="Google Shape;6276;p5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77" name="Google Shape;6277;p5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78" name="Google Shape;6278;p5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79" name="Google Shape;6279;p5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80" name="Google Shape;6280;p5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81" name="Google Shape;6281;p5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82" name="Google Shape;6282;p5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83" name="Google Shape;6283;p5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84" name="Google Shape;6284;p5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85" name="Google Shape;6285;p5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86" name="Google Shape;6286;p5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87" name="Google Shape;6287;p5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88" name="Google Shape;6288;p5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89" name="Google Shape;6289;p5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90" name="Google Shape;6290;p5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91" name="Google Shape;6291;p5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92" name="Google Shape;6292;p5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93" name="Google Shape;6293;p5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94" name="Google Shape;6294;p5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95" name="Google Shape;6295;p5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96" name="Google Shape;6296;p5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97" name="Google Shape;6297;p5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98" name="Google Shape;6298;p5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299" name="Google Shape;6299;p5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00" name="Google Shape;6300;p5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01" name="Google Shape;6301;p5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02" name="Google Shape;6302;p5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03" name="Google Shape;6303;p5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04" name="Google Shape;6304;p5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05" name="Google Shape;6305;p5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06" name="Google Shape;6306;p5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07" name="Google Shape;6307;p5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08" name="Google Shape;6308;p5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09" name="Google Shape;6309;p5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10" name="Google Shape;6310;p5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11" name="Google Shape;6311;p5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12" name="Google Shape;6312;p5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13" name="Google Shape;6313;p5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14" name="Google Shape;6314;p5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15" name="Google Shape;6315;p5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16" name="Google Shape;6316;p5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17" name="Google Shape;6317;p5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18" name="Google Shape;6318;p5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19" name="Google Shape;6319;p5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20" name="Google Shape;6320;p5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21" name="Google Shape;6321;p5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22" name="Google Shape;6322;p5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23" name="Google Shape;6323;p5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24" name="Google Shape;6324;p5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25" name="Google Shape;6325;p5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26" name="Google Shape;6326;p5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27" name="Google Shape;6327;p5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28" name="Google Shape;6328;p5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29" name="Google Shape;6329;p5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30" name="Google Shape;6330;p5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31" name="Google Shape;6331;p5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32" name="Google Shape;6332;p5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33" name="Google Shape;6333;p5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34" name="Google Shape;6334;p5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35" name="Google Shape;6335;p5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36" name="Google Shape;6336;p5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37" name="Google Shape;6337;p5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38" name="Google Shape;6338;p5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39" name="Google Shape;6339;p5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40" name="Google Shape;6340;p5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41" name="Google Shape;6341;p5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42" name="Google Shape;6342;p5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43" name="Google Shape;6343;p5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44" name="Google Shape;6344;p5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45" name="Google Shape;6345;p5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46" name="Google Shape;6346;p5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47" name="Google Shape;6347;p5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48" name="Google Shape;6348;p5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49" name="Google Shape;6349;p5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50" name="Google Shape;6350;p5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51" name="Google Shape;6351;p5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52" name="Google Shape;6352;p5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53" name="Google Shape;6353;p5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54" name="Google Shape;6354;p5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55" name="Google Shape;6355;p5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56" name="Google Shape;6356;p5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57" name="Google Shape;6357;p5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58" name="Google Shape;6358;p5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59" name="Google Shape;6359;p5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60" name="Google Shape;6360;p5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61" name="Google Shape;6361;p5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62" name="Google Shape;6362;p5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63" name="Google Shape;6363;p5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64" name="Google Shape;6364;p5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65" name="Google Shape;6365;p5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66" name="Google Shape;6366;p5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67" name="Google Shape;6367;p5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68" name="Google Shape;6368;p5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69" name="Google Shape;6369;p5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70" name="Google Shape;6370;p5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71" name="Google Shape;6371;p5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72" name="Google Shape;6372;p5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73" name="Google Shape;6373;p5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74" name="Google Shape;6374;p5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75" name="Google Shape;6375;p5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76" name="Google Shape;6376;p5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77" name="Google Shape;6377;p5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78" name="Google Shape;6378;p5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79" name="Google Shape;6379;p5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80" name="Google Shape;6380;p5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81" name="Google Shape;6381;p5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82" name="Google Shape;6382;p5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83" name="Google Shape;6383;p5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84" name="Google Shape;6384;p5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85" name="Google Shape;6385;p5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86" name="Google Shape;6386;p5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87" name="Google Shape;6387;p5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88" name="Google Shape;6388;p5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89" name="Google Shape;6389;p5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90" name="Google Shape;6390;p5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91" name="Google Shape;6391;p5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92" name="Google Shape;6392;p5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93" name="Google Shape;6393;p5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94" name="Google Shape;6394;p5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95" name="Google Shape;6395;p5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96" name="Google Shape;6396;p5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97" name="Google Shape;6397;p5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98" name="Google Shape;6398;p5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399" name="Google Shape;6399;p5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00" name="Google Shape;6400;p5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01" name="Google Shape;6401;p5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02" name="Google Shape;6402;p5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03" name="Google Shape;6403;p5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04" name="Google Shape;6404;p5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05" name="Google Shape;6405;p5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06" name="Google Shape;6406;p5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07" name="Google Shape;6407;p5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08" name="Google Shape;6408;p5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09" name="Google Shape;6409;p5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10" name="Google Shape;6410;p5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11" name="Google Shape;6411;p5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12" name="Google Shape;6412;p5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13" name="Google Shape;6413;p5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14" name="Google Shape;6414;p5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15" name="Google Shape;6415;p5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16" name="Google Shape;6416;p5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17" name="Google Shape;6417;p5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18" name="Google Shape;6418;p5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19" name="Google Shape;6419;p5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20" name="Google Shape;6420;p5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21" name="Google Shape;6421;p5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22" name="Google Shape;6422;p5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23" name="Google Shape;6423;p5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24" name="Google Shape;6424;p5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25" name="Google Shape;6425;p5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26" name="Google Shape;6426;p5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27" name="Google Shape;6427;p5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28" name="Google Shape;6428;p5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29" name="Google Shape;6429;p5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30" name="Google Shape;6430;p5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31" name="Google Shape;6431;p5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32" name="Google Shape;6432;p5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33" name="Google Shape;6433;p5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34" name="Google Shape;6434;p5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35" name="Google Shape;6435;p5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36" name="Google Shape;6436;p5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37" name="Google Shape;6437;p5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38" name="Google Shape;6438;p5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39" name="Google Shape;6439;p5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40" name="Google Shape;6440;p5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41" name="Google Shape;6441;p5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42" name="Google Shape;6442;p5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43" name="Google Shape;6443;p5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44" name="Google Shape;6444;p5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45" name="Google Shape;6445;p5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46" name="Google Shape;6446;p5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47" name="Google Shape;6447;p5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48" name="Google Shape;6448;p5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49" name="Google Shape;6449;p5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50" name="Google Shape;6450;p5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51" name="Google Shape;6451;p5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52" name="Google Shape;6452;p5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53" name="Google Shape;6453;p5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54" name="Google Shape;6454;p5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55" name="Google Shape;6455;p5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56" name="Google Shape;6456;p5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57" name="Google Shape;6457;p5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58" name="Google Shape;6458;p5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59" name="Google Shape;6459;p5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60" name="Google Shape;6460;p5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61" name="Google Shape;6461;p5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62" name="Google Shape;6462;p5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63" name="Google Shape;6463;p5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64" name="Google Shape;6464;p5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65" name="Google Shape;6465;p5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66" name="Google Shape;6466;p5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67" name="Google Shape;6467;p5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68" name="Google Shape;6468;p5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69" name="Google Shape;6469;p5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70" name="Google Shape;6470;p5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71" name="Google Shape;6471;p5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72" name="Google Shape;6472;p5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73" name="Google Shape;6473;p5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74" name="Google Shape;6474;p5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75" name="Google Shape;6475;p5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76" name="Google Shape;6476;p5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77" name="Google Shape;6477;p5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78" name="Google Shape;6478;p5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79" name="Google Shape;6479;p5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80" name="Google Shape;6480;p5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81" name="Google Shape;6481;p5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82" name="Google Shape;6482;p5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83" name="Google Shape;6483;p5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84" name="Google Shape;6484;p5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85" name="Google Shape;6485;p5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86" name="Google Shape;6486;p5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87" name="Google Shape;6487;p5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88" name="Google Shape;6488;p5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89" name="Google Shape;6489;p5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90" name="Google Shape;6490;p5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91" name="Google Shape;6491;p5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92" name="Google Shape;6492;p5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93" name="Google Shape;6493;p5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94" name="Google Shape;6494;p5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95" name="Google Shape;6495;p5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96" name="Google Shape;6496;p5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97" name="Google Shape;6497;p5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98" name="Google Shape;6498;p5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499" name="Google Shape;6499;p5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00" name="Google Shape;6500;p5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01" name="Google Shape;6501;p5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02" name="Google Shape;6502;p5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03" name="Google Shape;6503;p5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04" name="Google Shape;6504;p5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05" name="Google Shape;6505;p5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06" name="Google Shape;6506;p5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07" name="Google Shape;6507;p5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08" name="Google Shape;6508;p5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09" name="Google Shape;6509;p5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10" name="Google Shape;6510;p5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11" name="Google Shape;6511;p5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12" name="Google Shape;6512;p5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13" name="Google Shape;6513;p5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14" name="Google Shape;6514;p5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15" name="Google Shape;6515;p5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16" name="Google Shape;6516;p5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17" name="Google Shape;6517;p5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18" name="Google Shape;6518;p5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19" name="Google Shape;6519;p5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20" name="Google Shape;6520;p5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21" name="Google Shape;6521;p5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22" name="Google Shape;6522;p5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23" name="Google Shape;6523;p5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24" name="Google Shape;6524;p5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25" name="Google Shape;6525;p5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26" name="Google Shape;6526;p5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27" name="Google Shape;6527;p5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28" name="Google Shape;6528;p5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29" name="Google Shape;6529;p5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30" name="Google Shape;6530;p5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31" name="Google Shape;6531;p5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32" name="Google Shape;6532;p5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33" name="Google Shape;6533;p5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34" name="Google Shape;6534;p5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35" name="Google Shape;6535;p5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36" name="Google Shape;6536;p5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37" name="Google Shape;6537;p5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38" name="Google Shape;6538;p5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39" name="Google Shape;6539;p5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40" name="Google Shape;6540;p5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41" name="Google Shape;6541;p5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42" name="Google Shape;6542;p5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43" name="Google Shape;6543;p5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44" name="Google Shape;6544;p5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45" name="Google Shape;6545;p5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46" name="Google Shape;6546;p5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47" name="Google Shape;6547;p5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48" name="Google Shape;6548;p5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49" name="Google Shape;6549;p5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50" name="Google Shape;6550;p5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51" name="Google Shape;6551;p5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52" name="Google Shape;6552;p5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53" name="Google Shape;6553;p5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54" name="Google Shape;6554;p5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55" name="Google Shape;6555;p5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56" name="Google Shape;6556;p5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57" name="Google Shape;6557;p5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58" name="Google Shape;6558;p5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59" name="Google Shape;6559;p5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60" name="Google Shape;6560;p5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61" name="Google Shape;6561;p5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62" name="Google Shape;6562;p5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63" name="Google Shape;6563;p5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64" name="Google Shape;6564;p5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65" name="Google Shape;6565;p5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66" name="Google Shape;6566;p5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67" name="Google Shape;6567;p5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68" name="Google Shape;6568;p5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69" name="Google Shape;6569;p5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70" name="Google Shape;6570;p5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71" name="Google Shape;6571;p5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72" name="Google Shape;6572;p5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73" name="Google Shape;6573;p5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74" name="Google Shape;6574;p5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75" name="Google Shape;6575;p5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76" name="Google Shape;6576;p5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77" name="Google Shape;6577;p5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78" name="Google Shape;6578;p5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79" name="Google Shape;6579;p5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80" name="Google Shape;6580;p5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81" name="Google Shape;6581;p5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82" name="Google Shape;6582;p5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83" name="Google Shape;6583;p5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84" name="Google Shape;6584;p5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85" name="Google Shape;6585;p5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86" name="Google Shape;6586;p5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87" name="Google Shape;6587;p5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88" name="Google Shape;6588;p5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89" name="Google Shape;6589;p5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90" name="Google Shape;6590;p5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91" name="Google Shape;6591;p5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92" name="Google Shape;6592;p5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93" name="Google Shape;6593;p5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94" name="Google Shape;6594;p5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95" name="Google Shape;6595;p5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96" name="Google Shape;6596;p5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97" name="Google Shape;6597;p5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98" name="Google Shape;6598;p5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599" name="Google Shape;6599;p5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00" name="Google Shape;6600;p5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01" name="Google Shape;6601;p5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02" name="Google Shape;6602;p5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03" name="Google Shape;6603;p5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04" name="Google Shape;6604;p5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05" name="Google Shape;6605;p5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06" name="Google Shape;6606;p5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07" name="Google Shape;6607;p5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08" name="Google Shape;6608;p5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09" name="Google Shape;6609;p5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10" name="Google Shape;6610;p5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11" name="Google Shape;6611;p5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12" name="Google Shape;6612;p5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13" name="Google Shape;6613;p5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14" name="Google Shape;6614;p5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15" name="Google Shape;6615;p5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16" name="Google Shape;6616;p5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17" name="Google Shape;6617;p5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18" name="Google Shape;6618;p5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19" name="Google Shape;6619;p5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20" name="Google Shape;6620;p5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21" name="Google Shape;6621;p5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22" name="Google Shape;6622;p5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23" name="Google Shape;6623;p5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24" name="Google Shape;6624;p5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25" name="Google Shape;6625;p5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26" name="Google Shape;6626;p5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27" name="Google Shape;6627;p5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28" name="Google Shape;6628;p5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29" name="Google Shape;6629;p5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30" name="Google Shape;6630;p5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31" name="Google Shape;6631;p5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32" name="Google Shape;6632;p5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33" name="Google Shape;6633;p5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34" name="Google Shape;6634;p5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35" name="Google Shape;6635;p5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36" name="Google Shape;6636;p5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37" name="Google Shape;6637;p5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38" name="Google Shape;6638;p5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39" name="Google Shape;6639;p5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40" name="Google Shape;6640;p5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41" name="Google Shape;6641;p5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42" name="Google Shape;6642;p5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43" name="Google Shape;6643;p5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44" name="Google Shape;6644;p5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45" name="Google Shape;6645;p5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46" name="Google Shape;6646;p5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47" name="Google Shape;6647;p5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48" name="Google Shape;6648;p5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49" name="Google Shape;6649;p5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50" name="Google Shape;6650;p5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51" name="Google Shape;6651;p5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52" name="Google Shape;6652;p5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53" name="Google Shape;6653;p5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54" name="Google Shape;6654;p5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55" name="Google Shape;6655;p5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56" name="Google Shape;6656;p5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57" name="Google Shape;6657;p5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58" name="Google Shape;6658;p5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59" name="Google Shape;6659;p5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60" name="Google Shape;6660;p5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61" name="Google Shape;6661;p5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62" name="Google Shape;6662;p5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63" name="Google Shape;6663;p5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64" name="Google Shape;6664;p5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65" name="Google Shape;6665;p5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66" name="Google Shape;6666;p5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67" name="Google Shape;6667;p5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68" name="Google Shape;6668;p5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69" name="Google Shape;6669;p5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70" name="Google Shape;6670;p5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71" name="Google Shape;6671;p5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72" name="Google Shape;6672;p5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73" name="Google Shape;6673;p5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74" name="Google Shape;6674;p5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75" name="Google Shape;6675;p5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76" name="Google Shape;6676;p5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77" name="Google Shape;6677;p5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78" name="Google Shape;6678;p5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79" name="Google Shape;6679;p5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80" name="Google Shape;6680;p5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81" name="Google Shape;6681;p5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82" name="Google Shape;6682;p5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83" name="Google Shape;6683;p5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84" name="Google Shape;6684;p5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85" name="Google Shape;6685;p5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86" name="Google Shape;6686;p5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87" name="Google Shape;6687;p5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88" name="Google Shape;6688;p5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89" name="Google Shape;6689;p5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90" name="Google Shape;6690;p5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91" name="Google Shape;6691;p5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92" name="Google Shape;6692;p5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93" name="Google Shape;6693;p5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94" name="Google Shape;6694;p5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95" name="Google Shape;6695;p5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96" name="Google Shape;6696;p5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97" name="Google Shape;6697;p5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98" name="Google Shape;6698;p5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699" name="Google Shape;6699;p5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00" name="Google Shape;6700;p5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01" name="Google Shape;6701;p5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02" name="Google Shape;6702;p5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03" name="Google Shape;6703;p5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704" name="Google Shape;6704;p55"/>
          <p:cNvGrpSpPr/>
          <p:nvPr/>
        </p:nvGrpSpPr>
        <p:grpSpPr>
          <a:xfrm>
            <a:off x="5857556" y="1206552"/>
            <a:ext cx="2590840" cy="1380235"/>
            <a:chOff x="233350" y="949250"/>
            <a:chExt cx="7137300" cy="3802300"/>
          </a:xfrm>
        </p:grpSpPr>
        <p:sp>
          <p:nvSpPr>
            <p:cNvPr id="6705" name="Google Shape;6705;p5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06" name="Google Shape;6706;p5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07" name="Google Shape;6707;p5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08" name="Google Shape;6708;p5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09" name="Google Shape;6709;p5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10" name="Google Shape;6710;p5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11" name="Google Shape;6711;p5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12" name="Google Shape;6712;p5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13" name="Google Shape;6713;p5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14" name="Google Shape;6714;p5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15" name="Google Shape;6715;p5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16" name="Google Shape;6716;p5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17" name="Google Shape;6717;p5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18" name="Google Shape;6718;p5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19" name="Google Shape;6719;p5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20" name="Google Shape;6720;p5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21" name="Google Shape;6721;p5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22" name="Google Shape;6722;p5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23" name="Google Shape;6723;p5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24" name="Google Shape;6724;p5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25" name="Google Shape;6725;p5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26" name="Google Shape;6726;p5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27" name="Google Shape;6727;p5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28" name="Google Shape;6728;p5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29" name="Google Shape;6729;p5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30" name="Google Shape;6730;p5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31" name="Google Shape;6731;p5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32" name="Google Shape;6732;p5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33" name="Google Shape;6733;p5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34" name="Google Shape;6734;p5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35" name="Google Shape;6735;p5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36" name="Google Shape;6736;p5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37" name="Google Shape;6737;p5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38" name="Google Shape;6738;p5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39" name="Google Shape;6739;p5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40" name="Google Shape;6740;p5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41" name="Google Shape;6741;p5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42" name="Google Shape;6742;p5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43" name="Google Shape;6743;p5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44" name="Google Shape;6744;p5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45" name="Google Shape;6745;p5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46" name="Google Shape;6746;p5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47" name="Google Shape;6747;p5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48" name="Google Shape;6748;p5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49" name="Google Shape;6749;p5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50" name="Google Shape;6750;p5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51" name="Google Shape;6751;p5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52" name="Google Shape;6752;p5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53" name="Google Shape;6753;p5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54" name="Google Shape;6754;p5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55" name="Google Shape;6755;p5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756" name="Google Shape;6756;p55"/>
          <p:cNvGrpSpPr/>
          <p:nvPr/>
        </p:nvGrpSpPr>
        <p:grpSpPr>
          <a:xfrm>
            <a:off x="7671985" y="3251325"/>
            <a:ext cx="104231" cy="320340"/>
            <a:chOff x="7564426" y="3224343"/>
            <a:chExt cx="119985" cy="368801"/>
          </a:xfrm>
        </p:grpSpPr>
        <p:sp>
          <p:nvSpPr>
            <p:cNvPr id="6757" name="Google Shape;6757;p5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58" name="Google Shape;6758;p5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759" name="Google Shape;6759;p55"/>
          <p:cNvGrpSpPr/>
          <p:nvPr/>
        </p:nvGrpSpPr>
        <p:grpSpPr>
          <a:xfrm>
            <a:off x="7371473" y="3245427"/>
            <a:ext cx="189489" cy="332132"/>
            <a:chOff x="8370831" y="3202002"/>
            <a:chExt cx="218129" cy="382376"/>
          </a:xfrm>
        </p:grpSpPr>
        <p:sp>
          <p:nvSpPr>
            <p:cNvPr id="6760" name="Google Shape;6760;p5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61" name="Google Shape;6761;p5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762" name="Google Shape;6762;p55"/>
          <p:cNvGrpSpPr/>
          <p:nvPr/>
        </p:nvGrpSpPr>
        <p:grpSpPr>
          <a:xfrm>
            <a:off x="8094863" y="3656559"/>
            <a:ext cx="309429" cy="267000"/>
            <a:chOff x="6742064" y="3750480"/>
            <a:chExt cx="399315" cy="344560"/>
          </a:xfrm>
        </p:grpSpPr>
        <p:sp>
          <p:nvSpPr>
            <p:cNvPr id="6763" name="Google Shape;6763;p5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64" name="Google Shape;6764;p5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765" name="Google Shape;6765;p55"/>
          <p:cNvGrpSpPr/>
          <p:nvPr/>
        </p:nvGrpSpPr>
        <p:grpSpPr>
          <a:xfrm>
            <a:off x="7633882" y="4007606"/>
            <a:ext cx="180437" cy="281608"/>
            <a:chOff x="7248525" y="3739696"/>
            <a:chExt cx="230531" cy="359790"/>
          </a:xfrm>
        </p:grpSpPr>
        <p:sp>
          <p:nvSpPr>
            <p:cNvPr id="6766" name="Google Shape;6766;p5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67" name="Google Shape;6767;p5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768" name="Google Shape;6768;p55"/>
          <p:cNvGrpSpPr/>
          <p:nvPr/>
        </p:nvGrpSpPr>
        <p:grpSpPr>
          <a:xfrm>
            <a:off x="7879801" y="3650830"/>
            <a:ext cx="162896" cy="278710"/>
            <a:chOff x="7601242" y="3729267"/>
            <a:chExt cx="222566" cy="380803"/>
          </a:xfrm>
        </p:grpSpPr>
        <p:sp>
          <p:nvSpPr>
            <p:cNvPr id="6769" name="Google Shape;6769;p5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70" name="Google Shape;6770;p5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6771" name="Google Shape;6771;p55"/>
          <p:cNvSpPr/>
          <p:nvPr/>
        </p:nvSpPr>
        <p:spPr>
          <a:xfrm>
            <a:off x="7845827" y="32631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6772" name="Google Shape;6772;p55"/>
          <p:cNvGrpSpPr/>
          <p:nvPr/>
        </p:nvGrpSpPr>
        <p:grpSpPr>
          <a:xfrm>
            <a:off x="7369446" y="3651971"/>
            <a:ext cx="193543" cy="275990"/>
            <a:chOff x="8304647" y="3738687"/>
            <a:chExt cx="225076" cy="320956"/>
          </a:xfrm>
        </p:grpSpPr>
        <p:sp>
          <p:nvSpPr>
            <p:cNvPr id="6773" name="Google Shape;6773;p5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74" name="Google Shape;6774;p5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75" name="Google Shape;6775;p5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776" name="Google Shape;6776;p55"/>
          <p:cNvGrpSpPr/>
          <p:nvPr/>
        </p:nvGrpSpPr>
        <p:grpSpPr>
          <a:xfrm>
            <a:off x="7641939" y="3651971"/>
            <a:ext cx="178492" cy="275990"/>
            <a:chOff x="8615101" y="3738687"/>
            <a:chExt cx="207573" cy="320956"/>
          </a:xfrm>
        </p:grpSpPr>
        <p:sp>
          <p:nvSpPr>
            <p:cNvPr id="6777" name="Google Shape;6777;p5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78" name="Google Shape;6778;p5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79" name="Google Shape;6779;p5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6780" name="Google Shape;6780;p55"/>
          <p:cNvSpPr/>
          <p:nvPr/>
        </p:nvSpPr>
        <p:spPr>
          <a:xfrm>
            <a:off x="8138379" y="32418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6781" name="Google Shape;6781;p55"/>
          <p:cNvGrpSpPr/>
          <p:nvPr/>
        </p:nvGrpSpPr>
        <p:grpSpPr>
          <a:xfrm>
            <a:off x="6036644" y="3773459"/>
            <a:ext cx="557670" cy="511283"/>
            <a:chOff x="6015419" y="3716859"/>
            <a:chExt cx="557671" cy="511283"/>
          </a:xfrm>
        </p:grpSpPr>
        <p:sp>
          <p:nvSpPr>
            <p:cNvPr id="6782" name="Google Shape;6782;p5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6783" name="Google Shape;6783;p55"/>
            <p:cNvGrpSpPr/>
            <p:nvPr/>
          </p:nvGrpSpPr>
          <p:grpSpPr>
            <a:xfrm>
              <a:off x="6036094" y="3716980"/>
              <a:ext cx="529860" cy="510468"/>
              <a:chOff x="6036094" y="3716980"/>
              <a:chExt cx="529860" cy="510468"/>
            </a:xfrm>
          </p:grpSpPr>
          <p:sp>
            <p:nvSpPr>
              <p:cNvPr id="6784" name="Google Shape;6784;p5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85" name="Google Shape;6785;p5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86" name="Google Shape;6786;p5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87" name="Google Shape;6787;p5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88" name="Google Shape;6788;p5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89" name="Google Shape;6789;p5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90" name="Google Shape;6790;p5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91" name="Google Shape;6791;p5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92" name="Google Shape;6792;p5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93" name="Google Shape;6793;p5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6794" name="Google Shape;6794;p55"/>
          <p:cNvGrpSpPr/>
          <p:nvPr/>
        </p:nvGrpSpPr>
        <p:grpSpPr>
          <a:xfrm>
            <a:off x="6665529" y="3130228"/>
            <a:ext cx="576302" cy="511871"/>
            <a:chOff x="6644304" y="3073628"/>
            <a:chExt cx="576302" cy="511871"/>
          </a:xfrm>
        </p:grpSpPr>
        <p:sp>
          <p:nvSpPr>
            <p:cNvPr id="6795" name="Google Shape;6795;p5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6796" name="Google Shape;6796;p55"/>
            <p:cNvGrpSpPr/>
            <p:nvPr/>
          </p:nvGrpSpPr>
          <p:grpSpPr>
            <a:xfrm>
              <a:off x="6712169" y="3085440"/>
              <a:ext cx="481622" cy="494913"/>
              <a:chOff x="6712169" y="3085440"/>
              <a:chExt cx="481622" cy="494913"/>
            </a:xfrm>
          </p:grpSpPr>
          <p:sp>
            <p:nvSpPr>
              <p:cNvPr id="6797" name="Google Shape;6797;p5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98" name="Google Shape;6798;p5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799" name="Google Shape;6799;p5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00" name="Google Shape;6800;p5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01" name="Google Shape;6801;p5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6802" name="Google Shape;6802;p5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03" name="Google Shape;6803;p5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04" name="Google Shape;6804;p5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6805" name="Google Shape;6805;p55"/>
          <p:cNvSpPr/>
          <p:nvPr/>
        </p:nvSpPr>
        <p:spPr>
          <a:xfrm>
            <a:off x="7009563" y="3146856"/>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6806" name="Google Shape;6806;p55"/>
          <p:cNvGrpSpPr/>
          <p:nvPr/>
        </p:nvGrpSpPr>
        <p:grpSpPr>
          <a:xfrm>
            <a:off x="6673379" y="3773223"/>
            <a:ext cx="560631" cy="511352"/>
            <a:chOff x="6652154" y="3716623"/>
            <a:chExt cx="560631" cy="511352"/>
          </a:xfrm>
        </p:grpSpPr>
        <p:sp>
          <p:nvSpPr>
            <p:cNvPr id="6807" name="Google Shape;6807;p55"/>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6808" name="Google Shape;6808;p55"/>
            <p:cNvGrpSpPr/>
            <p:nvPr/>
          </p:nvGrpSpPr>
          <p:grpSpPr>
            <a:xfrm>
              <a:off x="6669657" y="3716715"/>
              <a:ext cx="466779" cy="464290"/>
              <a:chOff x="6669657" y="3716715"/>
              <a:chExt cx="466779" cy="464290"/>
            </a:xfrm>
          </p:grpSpPr>
          <p:sp>
            <p:nvSpPr>
              <p:cNvPr id="6809" name="Google Shape;6809;p5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10" name="Google Shape;6810;p5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11" name="Google Shape;6811;p5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12" name="Google Shape;6812;p5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13" name="Google Shape;6813;p5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14" name="Google Shape;6814;p5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15" name="Google Shape;6815;p5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16" name="Google Shape;6816;p5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17" name="Google Shape;6817;p5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18" name="Google Shape;6818;p5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19" name="Google Shape;6819;p5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20" name="Google Shape;6820;p5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21" name="Google Shape;6821;p5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6822" name="Google Shape;6822;p55"/>
          <p:cNvGrpSpPr/>
          <p:nvPr/>
        </p:nvGrpSpPr>
        <p:grpSpPr>
          <a:xfrm>
            <a:off x="7867470" y="4054631"/>
            <a:ext cx="187557" cy="187557"/>
            <a:chOff x="8565775" y="671075"/>
            <a:chExt cx="441000" cy="441000"/>
          </a:xfrm>
        </p:grpSpPr>
        <p:sp>
          <p:nvSpPr>
            <p:cNvPr id="6823" name="Google Shape;6823;p5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24" name="Google Shape;6824;p55"/>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6825" name="Google Shape;6825;p55"/>
          <p:cNvSpPr/>
          <p:nvPr/>
        </p:nvSpPr>
        <p:spPr>
          <a:xfrm>
            <a:off x="8168685" y="40505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26" name="Google Shape;6826;p55"/>
          <p:cNvSpPr/>
          <p:nvPr/>
        </p:nvSpPr>
        <p:spPr>
          <a:xfrm flipH="1">
            <a:off x="7376923" y="4017007"/>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6827" name="Google Shape;6827;p55"/>
          <p:cNvGrpSpPr/>
          <p:nvPr/>
        </p:nvGrpSpPr>
        <p:grpSpPr>
          <a:xfrm>
            <a:off x="6021325" y="3132850"/>
            <a:ext cx="587871" cy="512373"/>
            <a:chOff x="6000100" y="3076250"/>
            <a:chExt cx="587871" cy="512373"/>
          </a:xfrm>
        </p:grpSpPr>
        <p:sp>
          <p:nvSpPr>
            <p:cNvPr id="6828" name="Google Shape;6828;p5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6829" name="Google Shape;6829;p55"/>
            <p:cNvGrpSpPr/>
            <p:nvPr/>
          </p:nvGrpSpPr>
          <p:grpSpPr>
            <a:xfrm>
              <a:off x="6031360" y="3076713"/>
              <a:ext cx="539107" cy="480965"/>
              <a:chOff x="6031360" y="3076713"/>
              <a:chExt cx="539107" cy="480965"/>
            </a:xfrm>
          </p:grpSpPr>
          <p:sp>
            <p:nvSpPr>
              <p:cNvPr id="6830" name="Google Shape;6830;p5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31" name="Google Shape;6831;p5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32" name="Google Shape;6832;p5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33" name="Google Shape;6833;p5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34" name="Google Shape;6834;p5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35" name="Google Shape;6835;p5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36" name="Google Shape;6836;p5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6837" name="Google Shape;6837;p55"/>
          <p:cNvGrpSpPr/>
          <p:nvPr/>
        </p:nvGrpSpPr>
        <p:grpSpPr>
          <a:xfrm>
            <a:off x="3597785" y="3065882"/>
            <a:ext cx="2241344" cy="1330656"/>
            <a:chOff x="3597785" y="3065882"/>
            <a:chExt cx="2241344" cy="1330656"/>
          </a:xfrm>
        </p:grpSpPr>
        <p:grpSp>
          <p:nvGrpSpPr>
            <p:cNvPr id="6838" name="Google Shape;6838;p55"/>
            <p:cNvGrpSpPr/>
            <p:nvPr/>
          </p:nvGrpSpPr>
          <p:grpSpPr>
            <a:xfrm>
              <a:off x="5296908" y="3937355"/>
              <a:ext cx="143198" cy="32380"/>
              <a:chOff x="5296908" y="3937355"/>
              <a:chExt cx="143198" cy="32380"/>
            </a:xfrm>
          </p:grpSpPr>
          <p:sp>
            <p:nvSpPr>
              <p:cNvPr id="6839" name="Google Shape;6839;p55"/>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6840" name="Google Shape;6840;p55"/>
              <p:cNvGrpSpPr/>
              <p:nvPr/>
            </p:nvGrpSpPr>
            <p:grpSpPr>
              <a:xfrm>
                <a:off x="5402331" y="3937355"/>
                <a:ext cx="37776" cy="32380"/>
                <a:chOff x="5402331" y="3937355"/>
                <a:chExt cx="37776" cy="32380"/>
              </a:xfrm>
            </p:grpSpPr>
            <p:sp>
              <p:nvSpPr>
                <p:cNvPr id="6841" name="Google Shape;6841;p55"/>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42" name="Google Shape;6842;p55"/>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43" name="Google Shape;6843;p55"/>
              <p:cNvGrpSpPr/>
              <p:nvPr/>
            </p:nvGrpSpPr>
            <p:grpSpPr>
              <a:xfrm>
                <a:off x="5296908" y="3937355"/>
                <a:ext cx="37783" cy="32380"/>
                <a:chOff x="5296908" y="3937355"/>
                <a:chExt cx="37783" cy="32380"/>
              </a:xfrm>
            </p:grpSpPr>
            <p:sp>
              <p:nvSpPr>
                <p:cNvPr id="6844" name="Google Shape;6844;p55"/>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45" name="Google Shape;6845;p55"/>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6846" name="Google Shape;6846;p55"/>
            <p:cNvGrpSpPr/>
            <p:nvPr/>
          </p:nvGrpSpPr>
          <p:grpSpPr>
            <a:xfrm>
              <a:off x="4724163" y="3119631"/>
              <a:ext cx="120838" cy="84218"/>
              <a:chOff x="4724163" y="3119631"/>
              <a:chExt cx="120838" cy="84218"/>
            </a:xfrm>
          </p:grpSpPr>
          <p:grpSp>
            <p:nvGrpSpPr>
              <p:cNvPr id="6847" name="Google Shape;6847;p55"/>
              <p:cNvGrpSpPr/>
              <p:nvPr/>
            </p:nvGrpSpPr>
            <p:grpSpPr>
              <a:xfrm>
                <a:off x="4746712" y="3132773"/>
                <a:ext cx="86869" cy="56424"/>
                <a:chOff x="4746712" y="3132773"/>
                <a:chExt cx="86869" cy="56424"/>
              </a:xfrm>
            </p:grpSpPr>
            <p:sp>
              <p:nvSpPr>
                <p:cNvPr id="6848" name="Google Shape;6848;p55"/>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49" name="Google Shape;6849;p55"/>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50" name="Google Shape;6850;p55"/>
              <p:cNvGrpSpPr/>
              <p:nvPr/>
            </p:nvGrpSpPr>
            <p:grpSpPr>
              <a:xfrm>
                <a:off x="4773634" y="3143336"/>
                <a:ext cx="37776" cy="32451"/>
                <a:chOff x="4773634" y="3143336"/>
                <a:chExt cx="37776" cy="32451"/>
              </a:xfrm>
            </p:grpSpPr>
            <p:sp>
              <p:nvSpPr>
                <p:cNvPr id="6851" name="Google Shape;6851;p55"/>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52" name="Google Shape;6852;p55"/>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53" name="Google Shape;6853;p55"/>
              <p:cNvGrpSpPr/>
              <p:nvPr/>
            </p:nvGrpSpPr>
            <p:grpSpPr>
              <a:xfrm>
                <a:off x="4724163" y="3131248"/>
                <a:ext cx="37776" cy="32459"/>
                <a:chOff x="4724163" y="3131248"/>
                <a:chExt cx="37776" cy="32459"/>
              </a:xfrm>
            </p:grpSpPr>
            <p:sp>
              <p:nvSpPr>
                <p:cNvPr id="6854" name="Google Shape;6854;p55"/>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55" name="Google Shape;6855;p55"/>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56" name="Google Shape;6856;p55"/>
              <p:cNvGrpSpPr/>
              <p:nvPr/>
            </p:nvGrpSpPr>
            <p:grpSpPr>
              <a:xfrm>
                <a:off x="4755081" y="3176054"/>
                <a:ext cx="32357" cy="27795"/>
                <a:chOff x="4755081" y="3176054"/>
                <a:chExt cx="32357" cy="27795"/>
              </a:xfrm>
            </p:grpSpPr>
            <p:sp>
              <p:nvSpPr>
                <p:cNvPr id="6857" name="Google Shape;6857;p55"/>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58" name="Google Shape;6858;p55"/>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59" name="Google Shape;6859;p55"/>
              <p:cNvGrpSpPr/>
              <p:nvPr/>
            </p:nvGrpSpPr>
            <p:grpSpPr>
              <a:xfrm>
                <a:off x="4812550" y="3119631"/>
                <a:ext cx="32451" cy="27803"/>
                <a:chOff x="4812550" y="3119631"/>
                <a:chExt cx="32451" cy="27803"/>
              </a:xfrm>
            </p:grpSpPr>
            <p:sp>
              <p:nvSpPr>
                <p:cNvPr id="6860" name="Google Shape;6860;p55"/>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61" name="Google Shape;6861;p55"/>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6862" name="Google Shape;6862;p55"/>
            <p:cNvGrpSpPr/>
            <p:nvPr/>
          </p:nvGrpSpPr>
          <p:grpSpPr>
            <a:xfrm>
              <a:off x="5382826" y="4027197"/>
              <a:ext cx="268967" cy="250422"/>
              <a:chOff x="5382826" y="4027197"/>
              <a:chExt cx="268967" cy="250422"/>
            </a:xfrm>
          </p:grpSpPr>
          <p:grpSp>
            <p:nvGrpSpPr>
              <p:cNvPr id="6863" name="Google Shape;6863;p55"/>
              <p:cNvGrpSpPr/>
              <p:nvPr/>
            </p:nvGrpSpPr>
            <p:grpSpPr>
              <a:xfrm>
                <a:off x="5405280" y="4042510"/>
                <a:ext cx="237570" cy="218647"/>
                <a:chOff x="5405280" y="4042510"/>
                <a:chExt cx="237570" cy="218647"/>
              </a:xfrm>
            </p:grpSpPr>
            <p:sp>
              <p:nvSpPr>
                <p:cNvPr id="6864" name="Google Shape;6864;p55"/>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65" name="Google Shape;6865;p55"/>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66" name="Google Shape;6866;p55"/>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67" name="Google Shape;6867;p55"/>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68" name="Google Shape;6868;p55"/>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69" name="Google Shape;6869;p55"/>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70" name="Google Shape;6870;p55"/>
              <p:cNvGrpSpPr/>
              <p:nvPr/>
            </p:nvGrpSpPr>
            <p:grpSpPr>
              <a:xfrm>
                <a:off x="5382826" y="4125549"/>
                <a:ext cx="37776" cy="32380"/>
                <a:chOff x="5382826" y="4125549"/>
                <a:chExt cx="37776" cy="32380"/>
              </a:xfrm>
            </p:grpSpPr>
            <p:sp>
              <p:nvSpPr>
                <p:cNvPr id="6871" name="Google Shape;6871;p55"/>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72" name="Google Shape;6872;p55"/>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73" name="Google Shape;6873;p55"/>
              <p:cNvGrpSpPr/>
              <p:nvPr/>
            </p:nvGrpSpPr>
            <p:grpSpPr>
              <a:xfrm>
                <a:off x="5475680" y="4195587"/>
                <a:ext cx="37783" cy="32364"/>
                <a:chOff x="5475680" y="4195587"/>
                <a:chExt cx="37783" cy="32364"/>
              </a:xfrm>
            </p:grpSpPr>
            <p:sp>
              <p:nvSpPr>
                <p:cNvPr id="6874" name="Google Shape;6874;p55"/>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75" name="Google Shape;6875;p55"/>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76" name="Google Shape;6876;p55"/>
              <p:cNvGrpSpPr/>
              <p:nvPr/>
            </p:nvGrpSpPr>
            <p:grpSpPr>
              <a:xfrm>
                <a:off x="5532575" y="4027197"/>
                <a:ext cx="33308" cy="32262"/>
                <a:chOff x="5532575" y="4027197"/>
                <a:chExt cx="33308" cy="32262"/>
              </a:xfrm>
            </p:grpSpPr>
            <p:sp>
              <p:nvSpPr>
                <p:cNvPr id="6877" name="Google Shape;6877;p55"/>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78" name="Google Shape;6878;p55"/>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79" name="Google Shape;6879;p55"/>
              <p:cNvGrpSpPr/>
              <p:nvPr/>
            </p:nvGrpSpPr>
            <p:grpSpPr>
              <a:xfrm>
                <a:off x="5590706" y="4245348"/>
                <a:ext cx="33497" cy="32270"/>
                <a:chOff x="5590706" y="4245348"/>
                <a:chExt cx="33497" cy="32270"/>
              </a:xfrm>
            </p:grpSpPr>
            <p:sp>
              <p:nvSpPr>
                <p:cNvPr id="6880" name="Google Shape;6880;p55"/>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81" name="Google Shape;6881;p55"/>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82" name="Google Shape;6882;p55"/>
              <p:cNvGrpSpPr/>
              <p:nvPr/>
            </p:nvGrpSpPr>
            <p:grpSpPr>
              <a:xfrm>
                <a:off x="5618681" y="4109677"/>
                <a:ext cx="33112" cy="32357"/>
                <a:chOff x="5618681" y="4109677"/>
                <a:chExt cx="33112" cy="32357"/>
              </a:xfrm>
            </p:grpSpPr>
            <p:sp>
              <p:nvSpPr>
                <p:cNvPr id="6883" name="Google Shape;6883;p55"/>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84" name="Google Shape;6884;p55"/>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85" name="Google Shape;6885;p55"/>
              <p:cNvGrpSpPr/>
              <p:nvPr/>
            </p:nvGrpSpPr>
            <p:grpSpPr>
              <a:xfrm>
                <a:off x="5479298" y="4128262"/>
                <a:ext cx="31405" cy="26906"/>
                <a:chOff x="5479298" y="4128262"/>
                <a:chExt cx="31405" cy="26906"/>
              </a:xfrm>
            </p:grpSpPr>
            <p:sp>
              <p:nvSpPr>
                <p:cNvPr id="6886" name="Google Shape;6886;p55"/>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87" name="Google Shape;6887;p55"/>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88" name="Google Shape;6888;p55"/>
              <p:cNvGrpSpPr/>
              <p:nvPr/>
            </p:nvGrpSpPr>
            <p:grpSpPr>
              <a:xfrm>
                <a:off x="5582903" y="4180116"/>
                <a:ext cx="31499" cy="26898"/>
                <a:chOff x="5582903" y="4180116"/>
                <a:chExt cx="31499" cy="26898"/>
              </a:xfrm>
            </p:grpSpPr>
            <p:sp>
              <p:nvSpPr>
                <p:cNvPr id="6889" name="Google Shape;6889;p55"/>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90" name="Google Shape;6890;p55"/>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6891" name="Google Shape;6891;p55"/>
            <p:cNvGrpSpPr/>
            <p:nvPr/>
          </p:nvGrpSpPr>
          <p:grpSpPr>
            <a:xfrm>
              <a:off x="3977681" y="3230323"/>
              <a:ext cx="94584" cy="84085"/>
              <a:chOff x="3977681" y="3230323"/>
              <a:chExt cx="94584" cy="84085"/>
            </a:xfrm>
          </p:grpSpPr>
          <p:grpSp>
            <p:nvGrpSpPr>
              <p:cNvPr id="6892" name="Google Shape;6892;p55"/>
              <p:cNvGrpSpPr/>
              <p:nvPr/>
            </p:nvGrpSpPr>
            <p:grpSpPr>
              <a:xfrm>
                <a:off x="4000135" y="3243041"/>
                <a:ext cx="59570" cy="57186"/>
                <a:chOff x="4000135" y="3243041"/>
                <a:chExt cx="59570" cy="57186"/>
              </a:xfrm>
            </p:grpSpPr>
            <p:sp>
              <p:nvSpPr>
                <p:cNvPr id="6893" name="Google Shape;6893;p55"/>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94" name="Google Shape;6894;p55"/>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95" name="Google Shape;6895;p55"/>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96" name="Google Shape;6896;p55"/>
              <p:cNvGrpSpPr/>
              <p:nvPr/>
            </p:nvGrpSpPr>
            <p:grpSpPr>
              <a:xfrm>
                <a:off x="3977681" y="3245872"/>
                <a:ext cx="37783" cy="32380"/>
                <a:chOff x="3977681" y="3245872"/>
                <a:chExt cx="37783" cy="32380"/>
              </a:xfrm>
            </p:grpSpPr>
            <p:sp>
              <p:nvSpPr>
                <p:cNvPr id="6897" name="Google Shape;6897;p55"/>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898" name="Google Shape;6898;p55"/>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899" name="Google Shape;6899;p55"/>
              <p:cNvGrpSpPr/>
              <p:nvPr/>
            </p:nvGrpSpPr>
            <p:grpSpPr>
              <a:xfrm>
                <a:off x="4040860" y="3262672"/>
                <a:ext cx="31405" cy="27001"/>
                <a:chOff x="4040860" y="3262672"/>
                <a:chExt cx="31405" cy="27001"/>
              </a:xfrm>
            </p:grpSpPr>
            <p:sp>
              <p:nvSpPr>
                <p:cNvPr id="6900" name="Google Shape;6900;p55"/>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01" name="Google Shape;6901;p55"/>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02" name="Google Shape;6902;p55"/>
              <p:cNvGrpSpPr/>
              <p:nvPr/>
            </p:nvGrpSpPr>
            <p:grpSpPr>
              <a:xfrm>
                <a:off x="4021072" y="3230323"/>
                <a:ext cx="31397" cy="26906"/>
                <a:chOff x="4021072" y="3230323"/>
                <a:chExt cx="31397" cy="26906"/>
              </a:xfrm>
            </p:grpSpPr>
            <p:sp>
              <p:nvSpPr>
                <p:cNvPr id="6903" name="Google Shape;6903;p55"/>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04" name="Google Shape;6904;p55"/>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05" name="Google Shape;6905;p55"/>
              <p:cNvGrpSpPr/>
              <p:nvPr/>
            </p:nvGrpSpPr>
            <p:grpSpPr>
              <a:xfrm>
                <a:off x="4001472" y="3287462"/>
                <a:ext cx="31499" cy="26945"/>
                <a:chOff x="4001472" y="3287462"/>
                <a:chExt cx="31499" cy="26945"/>
              </a:xfrm>
            </p:grpSpPr>
            <p:sp>
              <p:nvSpPr>
                <p:cNvPr id="6906" name="Google Shape;6906;p55"/>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07" name="Google Shape;6907;p55"/>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6908" name="Google Shape;6908;p55"/>
            <p:cNvGrpSpPr/>
            <p:nvPr/>
          </p:nvGrpSpPr>
          <p:grpSpPr>
            <a:xfrm>
              <a:off x="4084715" y="3258865"/>
              <a:ext cx="184961" cy="137268"/>
              <a:chOff x="4084715" y="3258865"/>
              <a:chExt cx="184961" cy="137268"/>
            </a:xfrm>
          </p:grpSpPr>
          <p:grpSp>
            <p:nvGrpSpPr>
              <p:cNvPr id="6909" name="Google Shape;6909;p55"/>
              <p:cNvGrpSpPr/>
              <p:nvPr/>
            </p:nvGrpSpPr>
            <p:grpSpPr>
              <a:xfrm>
                <a:off x="4107453" y="3271583"/>
                <a:ext cx="153470" cy="110275"/>
                <a:chOff x="4107453" y="3271583"/>
                <a:chExt cx="153470" cy="110275"/>
              </a:xfrm>
            </p:grpSpPr>
            <p:sp>
              <p:nvSpPr>
                <p:cNvPr id="6910" name="Google Shape;6910;p55"/>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11" name="Google Shape;6911;p55"/>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12" name="Google Shape;6912;p55"/>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13" name="Google Shape;6913;p55"/>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14" name="Google Shape;6914;p55"/>
              <p:cNvGrpSpPr/>
              <p:nvPr/>
            </p:nvGrpSpPr>
            <p:grpSpPr>
              <a:xfrm>
                <a:off x="4136947" y="3258865"/>
                <a:ext cx="31499" cy="27001"/>
                <a:chOff x="4136947" y="3258865"/>
                <a:chExt cx="31499" cy="27001"/>
              </a:xfrm>
            </p:grpSpPr>
            <p:sp>
              <p:nvSpPr>
                <p:cNvPr id="6915" name="Google Shape;6915;p55"/>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16" name="Google Shape;6916;p55"/>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17" name="Google Shape;6917;p55"/>
              <p:cNvGrpSpPr/>
              <p:nvPr/>
            </p:nvGrpSpPr>
            <p:grpSpPr>
              <a:xfrm>
                <a:off x="4084715" y="3266478"/>
                <a:ext cx="31468" cy="26898"/>
                <a:chOff x="4084715" y="3266478"/>
                <a:chExt cx="31468" cy="26898"/>
              </a:xfrm>
            </p:grpSpPr>
            <p:sp>
              <p:nvSpPr>
                <p:cNvPr id="6918" name="Google Shape;6918;p55"/>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19" name="Google Shape;6919;p55"/>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20" name="Google Shape;6920;p55"/>
              <p:cNvGrpSpPr/>
              <p:nvPr/>
            </p:nvGrpSpPr>
            <p:grpSpPr>
              <a:xfrm>
                <a:off x="4159213" y="3279849"/>
                <a:ext cx="31405" cy="26945"/>
                <a:chOff x="4159213" y="3279849"/>
                <a:chExt cx="31405" cy="26945"/>
              </a:xfrm>
            </p:grpSpPr>
            <p:sp>
              <p:nvSpPr>
                <p:cNvPr id="6921" name="Google Shape;6921;p55"/>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22" name="Google Shape;6922;p55"/>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23" name="Google Shape;6923;p55"/>
              <p:cNvGrpSpPr/>
              <p:nvPr/>
            </p:nvGrpSpPr>
            <p:grpSpPr>
              <a:xfrm>
                <a:off x="4201550" y="3266502"/>
                <a:ext cx="31405" cy="26883"/>
                <a:chOff x="4201550" y="3266502"/>
                <a:chExt cx="31405" cy="26883"/>
              </a:xfrm>
            </p:grpSpPr>
            <p:sp>
              <p:nvSpPr>
                <p:cNvPr id="6924" name="Google Shape;6924;p55"/>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25" name="Google Shape;6925;p55"/>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26" name="Google Shape;6926;p55"/>
              <p:cNvGrpSpPr/>
              <p:nvPr/>
            </p:nvGrpSpPr>
            <p:grpSpPr>
              <a:xfrm>
                <a:off x="4201550" y="3338278"/>
                <a:ext cx="31405" cy="26930"/>
                <a:chOff x="4201550" y="3338278"/>
                <a:chExt cx="31405" cy="26930"/>
              </a:xfrm>
            </p:grpSpPr>
            <p:sp>
              <p:nvSpPr>
                <p:cNvPr id="6927" name="Google Shape;6927;p55"/>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28" name="Google Shape;6928;p55"/>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29" name="Google Shape;6929;p55"/>
              <p:cNvGrpSpPr/>
              <p:nvPr/>
            </p:nvGrpSpPr>
            <p:grpSpPr>
              <a:xfrm>
                <a:off x="4238272" y="3369132"/>
                <a:ext cx="31405" cy="27001"/>
                <a:chOff x="4238272" y="3369132"/>
                <a:chExt cx="31405" cy="27001"/>
              </a:xfrm>
            </p:grpSpPr>
            <p:sp>
              <p:nvSpPr>
                <p:cNvPr id="6930" name="Google Shape;6930;p55"/>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31" name="Google Shape;6931;p55"/>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6932" name="Google Shape;6932;p55"/>
            <p:cNvGrpSpPr/>
            <p:nvPr/>
          </p:nvGrpSpPr>
          <p:grpSpPr>
            <a:xfrm>
              <a:off x="4068639" y="3200169"/>
              <a:ext cx="77643" cy="37272"/>
              <a:chOff x="4068639" y="3200169"/>
              <a:chExt cx="77643" cy="37272"/>
            </a:xfrm>
          </p:grpSpPr>
          <p:sp>
            <p:nvSpPr>
              <p:cNvPr id="6933" name="Google Shape;6933;p55"/>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6934" name="Google Shape;6934;p55"/>
              <p:cNvGrpSpPr/>
              <p:nvPr/>
            </p:nvGrpSpPr>
            <p:grpSpPr>
              <a:xfrm>
                <a:off x="4114878" y="3200169"/>
                <a:ext cx="31405" cy="26993"/>
                <a:chOff x="4114878" y="3200169"/>
                <a:chExt cx="31405" cy="26993"/>
              </a:xfrm>
            </p:grpSpPr>
            <p:sp>
              <p:nvSpPr>
                <p:cNvPr id="6935" name="Google Shape;6935;p55"/>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36" name="Google Shape;6936;p55"/>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37" name="Google Shape;6937;p55"/>
              <p:cNvGrpSpPr/>
              <p:nvPr/>
            </p:nvGrpSpPr>
            <p:grpSpPr>
              <a:xfrm>
                <a:off x="4068639" y="3210535"/>
                <a:ext cx="31499" cy="26906"/>
                <a:chOff x="4068639" y="3210535"/>
                <a:chExt cx="31499" cy="26906"/>
              </a:xfrm>
            </p:grpSpPr>
            <p:sp>
              <p:nvSpPr>
                <p:cNvPr id="6938" name="Google Shape;6938;p55"/>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39" name="Google Shape;6939;p55"/>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6940" name="Google Shape;6940;p55"/>
            <p:cNvGrpSpPr/>
            <p:nvPr/>
          </p:nvGrpSpPr>
          <p:grpSpPr>
            <a:xfrm>
              <a:off x="3869702" y="3066935"/>
              <a:ext cx="382664" cy="190294"/>
              <a:chOff x="3869702" y="3066935"/>
              <a:chExt cx="382664" cy="190294"/>
            </a:xfrm>
          </p:grpSpPr>
          <p:grpSp>
            <p:nvGrpSpPr>
              <p:cNvPr id="6941" name="Google Shape;6941;p55"/>
              <p:cNvGrpSpPr/>
              <p:nvPr/>
            </p:nvGrpSpPr>
            <p:grpSpPr>
              <a:xfrm>
                <a:off x="3888633" y="3082351"/>
                <a:ext cx="351172" cy="160698"/>
                <a:chOff x="3888633" y="3082351"/>
                <a:chExt cx="351172" cy="160698"/>
              </a:xfrm>
            </p:grpSpPr>
            <p:sp>
              <p:nvSpPr>
                <p:cNvPr id="6942" name="Google Shape;6942;p55"/>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43" name="Google Shape;6943;p55"/>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44" name="Google Shape;6944;p55"/>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45" name="Google Shape;6945;p55"/>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46" name="Google Shape;6946;p55"/>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47" name="Google Shape;6947;p55"/>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48" name="Google Shape;6948;p55"/>
              <p:cNvGrpSpPr/>
              <p:nvPr/>
            </p:nvGrpSpPr>
            <p:grpSpPr>
              <a:xfrm>
                <a:off x="4143703" y="3066935"/>
                <a:ext cx="37783" cy="32357"/>
                <a:chOff x="4143703" y="3066935"/>
                <a:chExt cx="37783" cy="32357"/>
              </a:xfrm>
            </p:grpSpPr>
            <p:sp>
              <p:nvSpPr>
                <p:cNvPr id="6949" name="Google Shape;6949;p55"/>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50" name="Google Shape;6950;p55"/>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51" name="Google Shape;6951;p55"/>
              <p:cNvGrpSpPr/>
              <p:nvPr/>
            </p:nvGrpSpPr>
            <p:grpSpPr>
              <a:xfrm>
                <a:off x="4044565" y="3103563"/>
                <a:ext cx="37783" cy="32451"/>
                <a:chOff x="4044565" y="3103563"/>
                <a:chExt cx="37783" cy="32451"/>
              </a:xfrm>
            </p:grpSpPr>
            <p:sp>
              <p:nvSpPr>
                <p:cNvPr id="6952" name="Google Shape;6952;p55"/>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53" name="Google Shape;6953;p55"/>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54" name="Google Shape;6954;p55"/>
              <p:cNvGrpSpPr/>
              <p:nvPr/>
            </p:nvGrpSpPr>
            <p:grpSpPr>
              <a:xfrm>
                <a:off x="4017454" y="3188237"/>
                <a:ext cx="37776" cy="32357"/>
                <a:chOff x="4017454" y="3188237"/>
                <a:chExt cx="37776" cy="32357"/>
              </a:xfrm>
            </p:grpSpPr>
            <p:sp>
              <p:nvSpPr>
                <p:cNvPr id="6955" name="Google Shape;6955;p55"/>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56" name="Google Shape;6956;p55"/>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57" name="Google Shape;6957;p55"/>
              <p:cNvGrpSpPr/>
              <p:nvPr/>
            </p:nvGrpSpPr>
            <p:grpSpPr>
              <a:xfrm>
                <a:off x="3921548" y="3157509"/>
                <a:ext cx="37783" cy="32357"/>
                <a:chOff x="3921548" y="3157509"/>
                <a:chExt cx="37783" cy="32357"/>
              </a:xfrm>
            </p:grpSpPr>
            <p:sp>
              <p:nvSpPr>
                <p:cNvPr id="6958" name="Google Shape;6958;p55"/>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59" name="Google Shape;6959;p55"/>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60" name="Google Shape;6960;p55"/>
              <p:cNvGrpSpPr/>
              <p:nvPr/>
            </p:nvGrpSpPr>
            <p:grpSpPr>
              <a:xfrm>
                <a:off x="3939056" y="3211620"/>
                <a:ext cx="37783" cy="32380"/>
                <a:chOff x="3939056" y="3211620"/>
                <a:chExt cx="37783" cy="32380"/>
              </a:xfrm>
            </p:grpSpPr>
            <p:sp>
              <p:nvSpPr>
                <p:cNvPr id="6961" name="Google Shape;6961;p55"/>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62" name="Google Shape;6962;p55"/>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63" name="Google Shape;6963;p55"/>
              <p:cNvGrpSpPr/>
              <p:nvPr/>
            </p:nvGrpSpPr>
            <p:grpSpPr>
              <a:xfrm>
                <a:off x="4176240" y="3136965"/>
                <a:ext cx="31405" cy="26930"/>
                <a:chOff x="4176240" y="3136965"/>
                <a:chExt cx="31405" cy="26930"/>
              </a:xfrm>
            </p:grpSpPr>
            <p:sp>
              <p:nvSpPr>
                <p:cNvPr id="6964" name="Google Shape;6964;p55"/>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65" name="Google Shape;6965;p55"/>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66" name="Google Shape;6966;p55"/>
              <p:cNvGrpSpPr/>
              <p:nvPr/>
            </p:nvGrpSpPr>
            <p:grpSpPr>
              <a:xfrm>
                <a:off x="4133148" y="3152593"/>
                <a:ext cx="31499" cy="27001"/>
                <a:chOff x="4133148" y="3152593"/>
                <a:chExt cx="31499" cy="27001"/>
              </a:xfrm>
            </p:grpSpPr>
            <p:sp>
              <p:nvSpPr>
                <p:cNvPr id="6967" name="Google Shape;6967;p55"/>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68" name="Google Shape;6968;p55"/>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69" name="Google Shape;6969;p55"/>
              <p:cNvGrpSpPr/>
              <p:nvPr/>
            </p:nvGrpSpPr>
            <p:grpSpPr>
              <a:xfrm>
                <a:off x="4220866" y="3073534"/>
                <a:ext cx="31499" cy="26898"/>
                <a:chOff x="4220866" y="3073534"/>
                <a:chExt cx="31499" cy="26898"/>
              </a:xfrm>
            </p:grpSpPr>
            <p:sp>
              <p:nvSpPr>
                <p:cNvPr id="6970" name="Google Shape;6970;p55"/>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71" name="Google Shape;6971;p55"/>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72" name="Google Shape;6972;p55"/>
              <p:cNvGrpSpPr/>
              <p:nvPr/>
            </p:nvGrpSpPr>
            <p:grpSpPr>
              <a:xfrm>
                <a:off x="3869702" y="3230323"/>
                <a:ext cx="31499" cy="26906"/>
                <a:chOff x="3869702" y="3230323"/>
                <a:chExt cx="31499" cy="26906"/>
              </a:xfrm>
            </p:grpSpPr>
            <p:sp>
              <p:nvSpPr>
                <p:cNvPr id="6973" name="Google Shape;6973;p55"/>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74" name="Google Shape;6974;p55"/>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6975" name="Google Shape;6975;p55"/>
            <p:cNvGrpSpPr/>
            <p:nvPr/>
          </p:nvGrpSpPr>
          <p:grpSpPr>
            <a:xfrm>
              <a:off x="4271383" y="3065882"/>
              <a:ext cx="304556" cy="341663"/>
              <a:chOff x="4271383" y="3065882"/>
              <a:chExt cx="304556" cy="341663"/>
            </a:xfrm>
          </p:grpSpPr>
          <p:grpSp>
            <p:nvGrpSpPr>
              <p:cNvPr id="6976" name="Google Shape;6976;p55"/>
              <p:cNvGrpSpPr/>
              <p:nvPr/>
            </p:nvGrpSpPr>
            <p:grpSpPr>
              <a:xfrm>
                <a:off x="4293838" y="3078639"/>
                <a:ext cx="269353" cy="311973"/>
                <a:chOff x="4293838" y="3078639"/>
                <a:chExt cx="269353" cy="311973"/>
              </a:xfrm>
            </p:grpSpPr>
            <p:sp>
              <p:nvSpPr>
                <p:cNvPr id="6977" name="Google Shape;6977;p55"/>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78" name="Google Shape;6978;p55"/>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79" name="Google Shape;6979;p55"/>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80" name="Google Shape;6980;p55"/>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81" name="Google Shape;6981;p55"/>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82" name="Google Shape;6982;p55"/>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83" name="Google Shape;6983;p55"/>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84" name="Google Shape;6984;p55"/>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85" name="Google Shape;6985;p55"/>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86" name="Google Shape;6986;p55"/>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87" name="Google Shape;6987;p55"/>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88" name="Google Shape;6988;p55"/>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89" name="Google Shape;6989;p55"/>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90" name="Google Shape;6990;p55"/>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91" name="Google Shape;6991;p55"/>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92" name="Google Shape;6992;p55"/>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93" name="Google Shape;6993;p55"/>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94" name="Google Shape;6994;p55"/>
              <p:cNvGrpSpPr/>
              <p:nvPr/>
            </p:nvGrpSpPr>
            <p:grpSpPr>
              <a:xfrm>
                <a:off x="4538164" y="3342061"/>
                <a:ext cx="37776" cy="32380"/>
                <a:chOff x="4538164" y="3342061"/>
                <a:chExt cx="37776" cy="32380"/>
              </a:xfrm>
            </p:grpSpPr>
            <p:sp>
              <p:nvSpPr>
                <p:cNvPr id="6995" name="Google Shape;6995;p55"/>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96" name="Google Shape;6996;p55"/>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6997" name="Google Shape;6997;p55"/>
              <p:cNvGrpSpPr/>
              <p:nvPr/>
            </p:nvGrpSpPr>
            <p:grpSpPr>
              <a:xfrm>
                <a:off x="4271383" y="3194742"/>
                <a:ext cx="37783" cy="32420"/>
                <a:chOff x="4271383" y="3194742"/>
                <a:chExt cx="37783" cy="32420"/>
              </a:xfrm>
            </p:grpSpPr>
            <p:sp>
              <p:nvSpPr>
                <p:cNvPr id="6998" name="Google Shape;6998;p55"/>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6999" name="Google Shape;6999;p55"/>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00" name="Google Shape;7000;p55"/>
              <p:cNvGrpSpPr/>
              <p:nvPr/>
            </p:nvGrpSpPr>
            <p:grpSpPr>
              <a:xfrm>
                <a:off x="4284416" y="3084058"/>
                <a:ext cx="37783" cy="32357"/>
                <a:chOff x="4284416" y="3084058"/>
                <a:chExt cx="37783" cy="32357"/>
              </a:xfrm>
            </p:grpSpPr>
            <p:sp>
              <p:nvSpPr>
                <p:cNvPr id="7001" name="Google Shape;7001;p55"/>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02" name="Google Shape;7002;p55"/>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03" name="Google Shape;7003;p55"/>
              <p:cNvGrpSpPr/>
              <p:nvPr/>
            </p:nvGrpSpPr>
            <p:grpSpPr>
              <a:xfrm>
                <a:off x="4478697" y="3297561"/>
                <a:ext cx="37776" cy="32451"/>
                <a:chOff x="4478697" y="3297561"/>
                <a:chExt cx="37776" cy="32451"/>
              </a:xfrm>
            </p:grpSpPr>
            <p:sp>
              <p:nvSpPr>
                <p:cNvPr id="7004" name="Google Shape;7004;p55"/>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05" name="Google Shape;7005;p55"/>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06" name="Google Shape;7006;p55"/>
              <p:cNvGrpSpPr/>
              <p:nvPr/>
            </p:nvGrpSpPr>
            <p:grpSpPr>
              <a:xfrm>
                <a:off x="4411813" y="3331711"/>
                <a:ext cx="37776" cy="32451"/>
                <a:chOff x="4411813" y="3331711"/>
                <a:chExt cx="37776" cy="32451"/>
              </a:xfrm>
            </p:grpSpPr>
            <p:sp>
              <p:nvSpPr>
                <p:cNvPr id="7007" name="Google Shape;7007;p55"/>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08" name="Google Shape;7008;p55"/>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09" name="Google Shape;7009;p55"/>
              <p:cNvGrpSpPr/>
              <p:nvPr/>
            </p:nvGrpSpPr>
            <p:grpSpPr>
              <a:xfrm>
                <a:off x="4337984" y="3375188"/>
                <a:ext cx="37776" cy="32357"/>
                <a:chOff x="4337984" y="3375188"/>
                <a:chExt cx="37776" cy="32357"/>
              </a:xfrm>
            </p:grpSpPr>
            <p:sp>
              <p:nvSpPr>
                <p:cNvPr id="7010" name="Google Shape;7010;p55"/>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11" name="Google Shape;7011;p55"/>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12" name="Google Shape;7012;p55"/>
              <p:cNvGrpSpPr/>
              <p:nvPr/>
            </p:nvGrpSpPr>
            <p:grpSpPr>
              <a:xfrm>
                <a:off x="4494867" y="3090530"/>
                <a:ext cx="37878" cy="32451"/>
                <a:chOff x="4494867" y="3090530"/>
                <a:chExt cx="37878" cy="32451"/>
              </a:xfrm>
            </p:grpSpPr>
            <p:sp>
              <p:nvSpPr>
                <p:cNvPr id="7013" name="Google Shape;7013;p55"/>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14" name="Google Shape;7014;p55"/>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15" name="Google Shape;7015;p55"/>
              <p:cNvGrpSpPr/>
              <p:nvPr/>
            </p:nvGrpSpPr>
            <p:grpSpPr>
              <a:xfrm>
                <a:off x="4525124" y="3207774"/>
                <a:ext cx="37783" cy="32420"/>
                <a:chOff x="4525124" y="3207774"/>
                <a:chExt cx="37783" cy="32420"/>
              </a:xfrm>
            </p:grpSpPr>
            <p:sp>
              <p:nvSpPr>
                <p:cNvPr id="7016" name="Google Shape;7016;p55"/>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17" name="Google Shape;7017;p55"/>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18" name="Google Shape;7018;p55"/>
              <p:cNvGrpSpPr/>
              <p:nvPr/>
            </p:nvGrpSpPr>
            <p:grpSpPr>
              <a:xfrm>
                <a:off x="4440544" y="3176479"/>
                <a:ext cx="31499" cy="26898"/>
                <a:chOff x="4440544" y="3176479"/>
                <a:chExt cx="31499" cy="26898"/>
              </a:xfrm>
            </p:grpSpPr>
            <p:sp>
              <p:nvSpPr>
                <p:cNvPr id="7019" name="Google Shape;7019;p55"/>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20" name="Google Shape;7020;p55"/>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21" name="Google Shape;7021;p55"/>
              <p:cNvGrpSpPr/>
              <p:nvPr/>
            </p:nvGrpSpPr>
            <p:grpSpPr>
              <a:xfrm>
                <a:off x="4350545" y="3156400"/>
                <a:ext cx="31405" cy="27001"/>
                <a:chOff x="4350545" y="3156400"/>
                <a:chExt cx="31405" cy="27001"/>
              </a:xfrm>
            </p:grpSpPr>
            <p:sp>
              <p:nvSpPr>
                <p:cNvPr id="7022" name="Google Shape;7022;p55"/>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23" name="Google Shape;7023;p55"/>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24" name="Google Shape;7024;p55"/>
              <p:cNvGrpSpPr/>
              <p:nvPr/>
            </p:nvGrpSpPr>
            <p:grpSpPr>
              <a:xfrm>
                <a:off x="4376703" y="3255058"/>
                <a:ext cx="31405" cy="27001"/>
                <a:chOff x="4376703" y="3255058"/>
                <a:chExt cx="31405" cy="27001"/>
              </a:xfrm>
            </p:grpSpPr>
            <p:sp>
              <p:nvSpPr>
                <p:cNvPr id="7025" name="Google Shape;7025;p55"/>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26" name="Google Shape;7026;p55"/>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27" name="Google Shape;7027;p55"/>
              <p:cNvGrpSpPr/>
              <p:nvPr/>
            </p:nvGrpSpPr>
            <p:grpSpPr>
              <a:xfrm>
                <a:off x="4331322" y="3283656"/>
                <a:ext cx="31405" cy="26945"/>
                <a:chOff x="4331322" y="3283656"/>
                <a:chExt cx="31405" cy="26945"/>
              </a:xfrm>
            </p:grpSpPr>
            <p:sp>
              <p:nvSpPr>
                <p:cNvPr id="7028" name="Google Shape;7028;p55"/>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29" name="Google Shape;7029;p55"/>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030" name="Google Shape;7030;p55"/>
              <p:cNvGrpSpPr/>
              <p:nvPr/>
            </p:nvGrpSpPr>
            <p:grpSpPr>
              <a:xfrm>
                <a:off x="4380510" y="3065882"/>
                <a:ext cx="31405" cy="26938"/>
                <a:chOff x="4380510" y="3065882"/>
                <a:chExt cx="31405" cy="26938"/>
              </a:xfrm>
            </p:grpSpPr>
            <p:sp>
              <p:nvSpPr>
                <p:cNvPr id="7031" name="Google Shape;7031;p55"/>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32" name="Google Shape;7032;p55"/>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033" name="Google Shape;7033;p55"/>
            <p:cNvGrpSpPr/>
            <p:nvPr/>
          </p:nvGrpSpPr>
          <p:grpSpPr>
            <a:xfrm>
              <a:off x="4558998" y="3188237"/>
              <a:ext cx="1280131" cy="1052746"/>
              <a:chOff x="4558998" y="3188237"/>
              <a:chExt cx="1280131" cy="1052746"/>
            </a:xfrm>
          </p:grpSpPr>
          <p:sp>
            <p:nvSpPr>
              <p:cNvPr id="7034" name="Google Shape;7034;p55"/>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035" name="Google Shape;7035;p55"/>
              <p:cNvGrpSpPr/>
              <p:nvPr/>
            </p:nvGrpSpPr>
            <p:grpSpPr>
              <a:xfrm>
                <a:off x="4579164" y="3203653"/>
                <a:ext cx="1244833" cy="1020397"/>
                <a:chOff x="4579164" y="3203653"/>
                <a:chExt cx="1244833" cy="1020397"/>
              </a:xfrm>
            </p:grpSpPr>
            <p:sp>
              <p:nvSpPr>
                <p:cNvPr id="7036" name="Google Shape;7036;p55"/>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37" name="Google Shape;7037;p55"/>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038" name="Google Shape;7038;p55"/>
                <p:cNvGrpSpPr/>
                <p:nvPr/>
              </p:nvGrpSpPr>
              <p:grpSpPr>
                <a:xfrm>
                  <a:off x="4579164" y="3203653"/>
                  <a:ext cx="1244833" cy="1020397"/>
                  <a:chOff x="4579164" y="3203653"/>
                  <a:chExt cx="1244833" cy="1020397"/>
                </a:xfrm>
              </p:grpSpPr>
              <p:sp>
                <p:nvSpPr>
                  <p:cNvPr id="7039" name="Google Shape;7039;p55"/>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40" name="Google Shape;7040;p55"/>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041" name="Google Shape;7041;p55"/>
                  <p:cNvGrpSpPr/>
                  <p:nvPr/>
                </p:nvGrpSpPr>
                <p:grpSpPr>
                  <a:xfrm>
                    <a:off x="4579164" y="3203653"/>
                    <a:ext cx="1244833" cy="1020397"/>
                    <a:chOff x="4579164" y="3203653"/>
                    <a:chExt cx="1244833" cy="1020397"/>
                  </a:xfrm>
                </p:grpSpPr>
                <p:sp>
                  <p:nvSpPr>
                    <p:cNvPr id="7042" name="Google Shape;7042;p55"/>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43" name="Google Shape;7043;p55"/>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44" name="Google Shape;7044;p55"/>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45" name="Google Shape;7045;p55"/>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46" name="Google Shape;7046;p55"/>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47" name="Google Shape;7047;p55"/>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48" name="Google Shape;7048;p55"/>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49" name="Google Shape;7049;p55"/>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050" name="Google Shape;7050;p55"/>
                    <p:cNvGrpSpPr/>
                    <p:nvPr/>
                  </p:nvGrpSpPr>
                  <p:grpSpPr>
                    <a:xfrm>
                      <a:off x="4579164" y="3203653"/>
                      <a:ext cx="1244833" cy="1020397"/>
                      <a:chOff x="4579164" y="3203653"/>
                      <a:chExt cx="1244833" cy="1020397"/>
                    </a:xfrm>
                  </p:grpSpPr>
                  <p:sp>
                    <p:nvSpPr>
                      <p:cNvPr id="7051" name="Google Shape;7051;p55"/>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52" name="Google Shape;7052;p55"/>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53" name="Google Shape;7053;p55"/>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54" name="Google Shape;7054;p55"/>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55" name="Google Shape;7055;p55"/>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56" name="Google Shape;7056;p55"/>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57" name="Google Shape;7057;p55"/>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58" name="Google Shape;7058;p55"/>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59" name="Google Shape;7059;p55"/>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60" name="Google Shape;7060;p55"/>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61" name="Google Shape;7061;p55"/>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62" name="Google Shape;7062;p55"/>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63" name="Google Shape;7063;p55"/>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64" name="Google Shape;7064;p55"/>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065" name="Google Shape;7065;p55"/>
                      <p:cNvGrpSpPr/>
                      <p:nvPr/>
                    </p:nvGrpSpPr>
                    <p:grpSpPr>
                      <a:xfrm>
                        <a:off x="4579164" y="3203653"/>
                        <a:ext cx="1244833" cy="1020397"/>
                        <a:chOff x="4579164" y="3203653"/>
                        <a:chExt cx="1244833" cy="1020397"/>
                      </a:xfrm>
                    </p:grpSpPr>
                    <p:sp>
                      <p:nvSpPr>
                        <p:cNvPr id="7066" name="Google Shape;7066;p55"/>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67" name="Google Shape;7067;p55"/>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68" name="Google Shape;7068;p55"/>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69" name="Google Shape;7069;p55"/>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70" name="Google Shape;7070;p55"/>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71" name="Google Shape;7071;p55"/>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72" name="Google Shape;7072;p55"/>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73" name="Google Shape;7073;p55"/>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74" name="Google Shape;7074;p55"/>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75" name="Google Shape;7075;p55"/>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76" name="Google Shape;7076;p55"/>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77" name="Google Shape;7077;p55"/>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78" name="Google Shape;7078;p55"/>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79" name="Google Shape;7079;p55"/>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80" name="Google Shape;7080;p55"/>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81" name="Google Shape;7081;p55"/>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82" name="Google Shape;7082;p55"/>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83" name="Google Shape;7083;p55"/>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84" name="Google Shape;7084;p55"/>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85" name="Google Shape;7085;p55"/>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86" name="Google Shape;7086;p55"/>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87" name="Google Shape;7087;p55"/>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88" name="Google Shape;7088;p55"/>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89" name="Google Shape;7089;p55"/>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090" name="Google Shape;7090;p55"/>
                        <p:cNvGrpSpPr/>
                        <p:nvPr/>
                      </p:nvGrpSpPr>
                      <p:grpSpPr>
                        <a:xfrm>
                          <a:off x="4579164" y="3203653"/>
                          <a:ext cx="1244833" cy="1020397"/>
                          <a:chOff x="4579164" y="3203653"/>
                          <a:chExt cx="1244833" cy="1020397"/>
                        </a:xfrm>
                      </p:grpSpPr>
                      <p:sp>
                        <p:nvSpPr>
                          <p:cNvPr id="7091" name="Google Shape;7091;p55"/>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092" name="Google Shape;7092;p55"/>
                          <p:cNvGrpSpPr/>
                          <p:nvPr/>
                        </p:nvGrpSpPr>
                        <p:grpSpPr>
                          <a:xfrm>
                            <a:off x="4579164" y="3203653"/>
                            <a:ext cx="1244833" cy="1020397"/>
                            <a:chOff x="4579164" y="3203653"/>
                            <a:chExt cx="1244833" cy="1020397"/>
                          </a:xfrm>
                        </p:grpSpPr>
                        <p:sp>
                          <p:nvSpPr>
                            <p:cNvPr id="7093" name="Google Shape;7093;p55"/>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94" name="Google Shape;7094;p55"/>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95" name="Google Shape;7095;p55"/>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96" name="Google Shape;7096;p55"/>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97" name="Google Shape;7097;p55"/>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98" name="Google Shape;7098;p55"/>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099" name="Google Shape;7099;p55"/>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100" name="Google Shape;7100;p55"/>
                            <p:cNvGrpSpPr/>
                            <p:nvPr/>
                          </p:nvGrpSpPr>
                          <p:grpSpPr>
                            <a:xfrm>
                              <a:off x="4579164" y="3203653"/>
                              <a:ext cx="1244833" cy="1020397"/>
                              <a:chOff x="4579164" y="3203653"/>
                              <a:chExt cx="1244833" cy="1020397"/>
                            </a:xfrm>
                          </p:grpSpPr>
                          <p:sp>
                            <p:nvSpPr>
                              <p:cNvPr id="7101" name="Google Shape;7101;p55"/>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02" name="Google Shape;7102;p55"/>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03" name="Google Shape;7103;p55"/>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04" name="Google Shape;7104;p55"/>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05" name="Google Shape;7105;p55"/>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06" name="Google Shape;7106;p55"/>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07" name="Google Shape;7107;p55"/>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08" name="Google Shape;7108;p55"/>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09" name="Google Shape;7109;p55"/>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10" name="Google Shape;7110;p55"/>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11" name="Google Shape;7111;p55"/>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12" name="Google Shape;7112;p55"/>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13" name="Google Shape;7113;p55"/>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114" name="Google Shape;7114;p55"/>
                              <p:cNvGrpSpPr/>
                              <p:nvPr/>
                            </p:nvGrpSpPr>
                            <p:grpSpPr>
                              <a:xfrm>
                                <a:off x="4579164" y="3203653"/>
                                <a:ext cx="1244833" cy="1020397"/>
                                <a:chOff x="4579164" y="3203653"/>
                                <a:chExt cx="1244833" cy="1020397"/>
                              </a:xfrm>
                            </p:grpSpPr>
                            <p:sp>
                              <p:nvSpPr>
                                <p:cNvPr id="7115" name="Google Shape;7115;p55"/>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16" name="Google Shape;7116;p55"/>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17" name="Google Shape;7117;p55"/>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18" name="Google Shape;7118;p55"/>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19" name="Google Shape;7119;p55"/>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20" name="Google Shape;7120;p55"/>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21" name="Google Shape;7121;p55"/>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122" name="Google Shape;7122;p55"/>
                                <p:cNvGrpSpPr/>
                                <p:nvPr/>
                              </p:nvGrpSpPr>
                              <p:grpSpPr>
                                <a:xfrm>
                                  <a:off x="4579164" y="3203653"/>
                                  <a:ext cx="1244833" cy="1020397"/>
                                  <a:chOff x="4579164" y="3203653"/>
                                  <a:chExt cx="1244833" cy="1020397"/>
                                </a:xfrm>
                              </p:grpSpPr>
                              <p:sp>
                                <p:nvSpPr>
                                  <p:cNvPr id="7123" name="Google Shape;7123;p55"/>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24" name="Google Shape;7124;p55"/>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25" name="Google Shape;7125;p55"/>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26" name="Google Shape;7126;p55"/>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27" name="Google Shape;7127;p55"/>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128" name="Google Shape;7128;p55"/>
                                  <p:cNvGrpSpPr/>
                                  <p:nvPr/>
                                </p:nvGrpSpPr>
                                <p:grpSpPr>
                                  <a:xfrm>
                                    <a:off x="4579164" y="3203653"/>
                                    <a:ext cx="1244833" cy="1020397"/>
                                    <a:chOff x="4579164" y="3203653"/>
                                    <a:chExt cx="1244833" cy="1020397"/>
                                  </a:xfrm>
                                </p:grpSpPr>
                                <p:sp>
                                  <p:nvSpPr>
                                    <p:cNvPr id="7129" name="Google Shape;7129;p55"/>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30" name="Google Shape;7130;p55"/>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31" name="Google Shape;7131;p55"/>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32" name="Google Shape;7132;p55"/>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sp>
                          <p:nvSpPr>
                            <p:cNvPr id="7133" name="Google Shape;7133;p55"/>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34" name="Google Shape;7134;p55"/>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35" name="Google Shape;7135;p55"/>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7136" name="Google Shape;7136;p55"/>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grpSp>
          <p:grpSp>
            <p:nvGrpSpPr>
              <p:cNvPr id="7137" name="Google Shape;7137;p55"/>
              <p:cNvGrpSpPr/>
              <p:nvPr/>
            </p:nvGrpSpPr>
            <p:grpSpPr>
              <a:xfrm>
                <a:off x="4595437" y="3598775"/>
                <a:ext cx="37776" cy="32451"/>
                <a:chOff x="4595437" y="3598775"/>
                <a:chExt cx="37776" cy="32451"/>
              </a:xfrm>
            </p:grpSpPr>
            <p:sp>
              <p:nvSpPr>
                <p:cNvPr id="7138" name="Google Shape;7138;p55"/>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39" name="Google Shape;7139;p55"/>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40" name="Google Shape;7140;p55"/>
              <p:cNvGrpSpPr/>
              <p:nvPr/>
            </p:nvGrpSpPr>
            <p:grpSpPr>
              <a:xfrm>
                <a:off x="4641864" y="3524443"/>
                <a:ext cx="37776" cy="32380"/>
                <a:chOff x="4641864" y="3524443"/>
                <a:chExt cx="37776" cy="32380"/>
              </a:xfrm>
            </p:grpSpPr>
            <p:sp>
              <p:nvSpPr>
                <p:cNvPr id="7141" name="Google Shape;7141;p55"/>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42" name="Google Shape;7142;p55"/>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43" name="Google Shape;7143;p55"/>
              <p:cNvGrpSpPr/>
              <p:nvPr/>
            </p:nvGrpSpPr>
            <p:grpSpPr>
              <a:xfrm>
                <a:off x="4648431" y="3893901"/>
                <a:ext cx="37776" cy="32357"/>
                <a:chOff x="4648431" y="3893901"/>
                <a:chExt cx="37776" cy="32357"/>
              </a:xfrm>
            </p:grpSpPr>
            <p:sp>
              <p:nvSpPr>
                <p:cNvPr id="7144" name="Google Shape;7144;p55"/>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45" name="Google Shape;7145;p55"/>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46" name="Google Shape;7146;p55"/>
              <p:cNvGrpSpPr/>
              <p:nvPr/>
            </p:nvGrpSpPr>
            <p:grpSpPr>
              <a:xfrm>
                <a:off x="4567752" y="3722908"/>
                <a:ext cx="37870" cy="32380"/>
                <a:chOff x="4567752" y="3722908"/>
                <a:chExt cx="37870" cy="32380"/>
              </a:xfrm>
            </p:grpSpPr>
            <p:sp>
              <p:nvSpPr>
                <p:cNvPr id="7147" name="Google Shape;7147;p55"/>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48" name="Google Shape;7148;p55"/>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49" name="Google Shape;7149;p55"/>
              <p:cNvGrpSpPr/>
              <p:nvPr/>
            </p:nvGrpSpPr>
            <p:grpSpPr>
              <a:xfrm>
                <a:off x="4617506" y="3652052"/>
                <a:ext cx="37783" cy="32357"/>
                <a:chOff x="4617506" y="3652052"/>
                <a:chExt cx="37783" cy="32357"/>
              </a:xfrm>
            </p:grpSpPr>
            <p:sp>
              <p:nvSpPr>
                <p:cNvPr id="7150" name="Google Shape;7150;p55"/>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51" name="Google Shape;7151;p55"/>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52" name="Google Shape;7152;p55"/>
              <p:cNvGrpSpPr/>
              <p:nvPr/>
            </p:nvGrpSpPr>
            <p:grpSpPr>
              <a:xfrm>
                <a:off x="4739005" y="3554149"/>
                <a:ext cx="37870" cy="32357"/>
                <a:chOff x="4739005" y="3554149"/>
                <a:chExt cx="37870" cy="32357"/>
              </a:xfrm>
            </p:grpSpPr>
            <p:sp>
              <p:nvSpPr>
                <p:cNvPr id="7153" name="Google Shape;7153;p55"/>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54" name="Google Shape;7154;p55"/>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55" name="Google Shape;7155;p55"/>
              <p:cNvGrpSpPr/>
              <p:nvPr/>
            </p:nvGrpSpPr>
            <p:grpSpPr>
              <a:xfrm>
                <a:off x="4806557" y="3630258"/>
                <a:ext cx="37776" cy="32364"/>
                <a:chOff x="4806557" y="3630258"/>
                <a:chExt cx="37776" cy="32364"/>
              </a:xfrm>
            </p:grpSpPr>
            <p:sp>
              <p:nvSpPr>
                <p:cNvPr id="7156" name="Google Shape;7156;p55"/>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57" name="Google Shape;7157;p55"/>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58" name="Google Shape;7158;p55"/>
              <p:cNvGrpSpPr/>
              <p:nvPr/>
            </p:nvGrpSpPr>
            <p:grpSpPr>
              <a:xfrm>
                <a:off x="4737007" y="4004357"/>
                <a:ext cx="37870" cy="32357"/>
                <a:chOff x="4737007" y="4004357"/>
                <a:chExt cx="37870" cy="32357"/>
              </a:xfrm>
            </p:grpSpPr>
            <p:sp>
              <p:nvSpPr>
                <p:cNvPr id="7159" name="Google Shape;7159;p55"/>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60" name="Google Shape;7160;p55"/>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61" name="Google Shape;7161;p55"/>
              <p:cNvGrpSpPr/>
              <p:nvPr/>
            </p:nvGrpSpPr>
            <p:grpSpPr>
              <a:xfrm>
                <a:off x="4773634" y="4208627"/>
                <a:ext cx="37776" cy="32357"/>
                <a:chOff x="4773634" y="4208627"/>
                <a:chExt cx="37776" cy="32357"/>
              </a:xfrm>
            </p:grpSpPr>
            <p:sp>
              <p:nvSpPr>
                <p:cNvPr id="7162" name="Google Shape;7162;p55"/>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63" name="Google Shape;7163;p55"/>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64" name="Google Shape;7164;p55"/>
              <p:cNvGrpSpPr/>
              <p:nvPr/>
            </p:nvGrpSpPr>
            <p:grpSpPr>
              <a:xfrm>
                <a:off x="4888282" y="4074764"/>
                <a:ext cx="37776" cy="32451"/>
                <a:chOff x="4888282" y="4074764"/>
                <a:chExt cx="37776" cy="32451"/>
              </a:xfrm>
            </p:grpSpPr>
            <p:sp>
              <p:nvSpPr>
                <p:cNvPr id="7165" name="Google Shape;7165;p55"/>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66" name="Google Shape;7166;p55"/>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67" name="Google Shape;7167;p55"/>
              <p:cNvGrpSpPr/>
              <p:nvPr/>
            </p:nvGrpSpPr>
            <p:grpSpPr>
              <a:xfrm>
                <a:off x="4901315" y="3804271"/>
                <a:ext cx="37776" cy="32364"/>
                <a:chOff x="4901315" y="3804271"/>
                <a:chExt cx="37776" cy="32364"/>
              </a:xfrm>
            </p:grpSpPr>
            <p:sp>
              <p:nvSpPr>
                <p:cNvPr id="7168" name="Google Shape;7168;p55"/>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69" name="Google Shape;7169;p55"/>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70" name="Google Shape;7170;p55"/>
              <p:cNvGrpSpPr/>
              <p:nvPr/>
            </p:nvGrpSpPr>
            <p:grpSpPr>
              <a:xfrm>
                <a:off x="4866394" y="3715035"/>
                <a:ext cx="37846" cy="32357"/>
                <a:chOff x="4866394" y="3715035"/>
                <a:chExt cx="37846" cy="32357"/>
              </a:xfrm>
            </p:grpSpPr>
            <p:sp>
              <p:nvSpPr>
                <p:cNvPr id="7171" name="Google Shape;7171;p55"/>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72" name="Google Shape;7172;p55"/>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73" name="Google Shape;7173;p55"/>
              <p:cNvGrpSpPr/>
              <p:nvPr/>
            </p:nvGrpSpPr>
            <p:grpSpPr>
              <a:xfrm>
                <a:off x="4979233" y="3839798"/>
                <a:ext cx="37878" cy="32420"/>
                <a:chOff x="4979233" y="3839798"/>
                <a:chExt cx="37878" cy="32420"/>
              </a:xfrm>
            </p:grpSpPr>
            <p:sp>
              <p:nvSpPr>
                <p:cNvPr id="7174" name="Google Shape;7174;p55"/>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75" name="Google Shape;7175;p55"/>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76" name="Google Shape;7176;p55"/>
              <p:cNvGrpSpPr/>
              <p:nvPr/>
            </p:nvGrpSpPr>
            <p:grpSpPr>
              <a:xfrm>
                <a:off x="4790662" y="3679147"/>
                <a:ext cx="37783" cy="32380"/>
                <a:chOff x="4790662" y="3679147"/>
                <a:chExt cx="37783" cy="32380"/>
              </a:xfrm>
            </p:grpSpPr>
            <p:sp>
              <p:nvSpPr>
                <p:cNvPr id="7177" name="Google Shape;7177;p55"/>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78" name="Google Shape;7178;p55"/>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79" name="Google Shape;7179;p55"/>
              <p:cNvGrpSpPr/>
              <p:nvPr/>
            </p:nvGrpSpPr>
            <p:grpSpPr>
              <a:xfrm>
                <a:off x="4857263" y="3557861"/>
                <a:ext cx="37776" cy="32357"/>
                <a:chOff x="4857263" y="3557861"/>
                <a:chExt cx="37776" cy="32357"/>
              </a:xfrm>
            </p:grpSpPr>
            <p:sp>
              <p:nvSpPr>
                <p:cNvPr id="7180" name="Google Shape;7180;p55"/>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81" name="Google Shape;7181;p55"/>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82" name="Google Shape;7182;p55"/>
              <p:cNvGrpSpPr/>
              <p:nvPr/>
            </p:nvGrpSpPr>
            <p:grpSpPr>
              <a:xfrm>
                <a:off x="4883902" y="3648033"/>
                <a:ext cx="37783" cy="32380"/>
                <a:chOff x="4883902" y="3648033"/>
                <a:chExt cx="37783" cy="32380"/>
              </a:xfrm>
            </p:grpSpPr>
            <p:sp>
              <p:nvSpPr>
                <p:cNvPr id="7183" name="Google Shape;7183;p55"/>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84" name="Google Shape;7184;p55"/>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85" name="Google Shape;7185;p55"/>
              <p:cNvGrpSpPr/>
              <p:nvPr/>
            </p:nvGrpSpPr>
            <p:grpSpPr>
              <a:xfrm>
                <a:off x="4907780" y="3347220"/>
                <a:ext cx="37878" cy="32357"/>
                <a:chOff x="4907780" y="3347220"/>
                <a:chExt cx="37878" cy="32357"/>
              </a:xfrm>
            </p:grpSpPr>
            <p:sp>
              <p:nvSpPr>
                <p:cNvPr id="7186" name="Google Shape;7186;p55"/>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87" name="Google Shape;7187;p55"/>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88" name="Google Shape;7188;p55"/>
              <p:cNvGrpSpPr/>
              <p:nvPr/>
            </p:nvGrpSpPr>
            <p:grpSpPr>
              <a:xfrm>
                <a:off x="5065048" y="3738150"/>
                <a:ext cx="37783" cy="32364"/>
                <a:chOff x="5065048" y="3738150"/>
                <a:chExt cx="37783" cy="32364"/>
              </a:xfrm>
            </p:grpSpPr>
            <p:sp>
              <p:nvSpPr>
                <p:cNvPr id="7189" name="Google Shape;7189;p55"/>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90" name="Google Shape;7190;p55"/>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91" name="Google Shape;7191;p55"/>
              <p:cNvGrpSpPr/>
              <p:nvPr/>
            </p:nvGrpSpPr>
            <p:grpSpPr>
              <a:xfrm>
                <a:off x="5071616" y="3284615"/>
                <a:ext cx="37783" cy="32357"/>
                <a:chOff x="5071616" y="3284615"/>
                <a:chExt cx="37783" cy="32357"/>
              </a:xfrm>
            </p:grpSpPr>
            <p:sp>
              <p:nvSpPr>
                <p:cNvPr id="7192" name="Google Shape;7192;p55"/>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93" name="Google Shape;7193;p55"/>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94" name="Google Shape;7194;p55"/>
              <p:cNvGrpSpPr/>
              <p:nvPr/>
            </p:nvGrpSpPr>
            <p:grpSpPr>
              <a:xfrm>
                <a:off x="5389291" y="3759921"/>
                <a:ext cx="37783" cy="32380"/>
                <a:chOff x="5389291" y="3759921"/>
                <a:chExt cx="37783" cy="32380"/>
              </a:xfrm>
            </p:grpSpPr>
            <p:sp>
              <p:nvSpPr>
                <p:cNvPr id="7195" name="Google Shape;7195;p55"/>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96" name="Google Shape;7196;p55"/>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197" name="Google Shape;7197;p55"/>
              <p:cNvGrpSpPr/>
              <p:nvPr/>
            </p:nvGrpSpPr>
            <p:grpSpPr>
              <a:xfrm>
                <a:off x="5431534" y="3632932"/>
                <a:ext cx="37878" cy="32451"/>
                <a:chOff x="5431534" y="3632932"/>
                <a:chExt cx="37878" cy="32451"/>
              </a:xfrm>
            </p:grpSpPr>
            <p:sp>
              <p:nvSpPr>
                <p:cNvPr id="7198" name="Google Shape;7198;p55"/>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199" name="Google Shape;7199;p55"/>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00" name="Google Shape;7200;p55"/>
              <p:cNvGrpSpPr/>
              <p:nvPr/>
            </p:nvGrpSpPr>
            <p:grpSpPr>
              <a:xfrm>
                <a:off x="5540755" y="3544829"/>
                <a:ext cx="37783" cy="32357"/>
                <a:chOff x="5540755" y="3544829"/>
                <a:chExt cx="37783" cy="32357"/>
              </a:xfrm>
            </p:grpSpPr>
            <p:sp>
              <p:nvSpPr>
                <p:cNvPr id="7201" name="Google Shape;7201;p55"/>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02" name="Google Shape;7202;p55"/>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03" name="Google Shape;7203;p55"/>
              <p:cNvGrpSpPr/>
              <p:nvPr/>
            </p:nvGrpSpPr>
            <p:grpSpPr>
              <a:xfrm>
                <a:off x="5579293" y="3412107"/>
                <a:ext cx="37776" cy="32357"/>
                <a:chOff x="5579293" y="3412107"/>
                <a:chExt cx="37776" cy="32357"/>
              </a:xfrm>
            </p:grpSpPr>
            <p:sp>
              <p:nvSpPr>
                <p:cNvPr id="7204" name="Google Shape;7204;p55"/>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05" name="Google Shape;7205;p55"/>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06" name="Google Shape;7206;p55"/>
              <p:cNvGrpSpPr/>
              <p:nvPr/>
            </p:nvGrpSpPr>
            <p:grpSpPr>
              <a:xfrm>
                <a:off x="5801346" y="3284615"/>
                <a:ext cx="37783" cy="32357"/>
                <a:chOff x="5801346" y="3284615"/>
                <a:chExt cx="37783" cy="32357"/>
              </a:xfrm>
            </p:grpSpPr>
            <p:sp>
              <p:nvSpPr>
                <p:cNvPr id="7207" name="Google Shape;7207;p55"/>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08" name="Google Shape;7208;p55"/>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09" name="Google Shape;7209;p55"/>
              <p:cNvGrpSpPr/>
              <p:nvPr/>
            </p:nvGrpSpPr>
            <p:grpSpPr>
              <a:xfrm>
                <a:off x="5763578" y="3399067"/>
                <a:ext cx="37776" cy="32364"/>
                <a:chOff x="5763578" y="3399067"/>
                <a:chExt cx="37776" cy="32364"/>
              </a:xfrm>
            </p:grpSpPr>
            <p:sp>
              <p:nvSpPr>
                <p:cNvPr id="7210" name="Google Shape;7210;p55"/>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11" name="Google Shape;7211;p55"/>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12" name="Google Shape;7212;p55"/>
              <p:cNvGrpSpPr/>
              <p:nvPr/>
            </p:nvGrpSpPr>
            <p:grpSpPr>
              <a:xfrm>
                <a:off x="5395858" y="3230952"/>
                <a:ext cx="37776" cy="32364"/>
                <a:chOff x="5395858" y="3230952"/>
                <a:chExt cx="37776" cy="32364"/>
              </a:xfrm>
            </p:grpSpPr>
            <p:sp>
              <p:nvSpPr>
                <p:cNvPr id="7213" name="Google Shape;7213;p55"/>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14" name="Google Shape;7214;p55"/>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15" name="Google Shape;7215;p55"/>
              <p:cNvGrpSpPr/>
              <p:nvPr/>
            </p:nvGrpSpPr>
            <p:grpSpPr>
              <a:xfrm>
                <a:off x="5264088" y="3188237"/>
                <a:ext cx="37776" cy="32357"/>
                <a:chOff x="5264088" y="3188237"/>
                <a:chExt cx="37776" cy="32357"/>
              </a:xfrm>
            </p:grpSpPr>
            <p:sp>
              <p:nvSpPr>
                <p:cNvPr id="7216" name="Google Shape;7216;p55"/>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17" name="Google Shape;7217;p55"/>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18" name="Google Shape;7218;p55"/>
              <p:cNvGrpSpPr/>
              <p:nvPr/>
            </p:nvGrpSpPr>
            <p:grpSpPr>
              <a:xfrm>
                <a:off x="5585758" y="3237425"/>
                <a:ext cx="37878" cy="32357"/>
                <a:chOff x="5585758" y="3237425"/>
                <a:chExt cx="37878" cy="32357"/>
              </a:xfrm>
            </p:grpSpPr>
            <p:sp>
              <p:nvSpPr>
                <p:cNvPr id="7219" name="Google Shape;7219;p55"/>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20" name="Google Shape;7220;p55"/>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21" name="Google Shape;7221;p55"/>
              <p:cNvGrpSpPr/>
              <p:nvPr/>
            </p:nvGrpSpPr>
            <p:grpSpPr>
              <a:xfrm>
                <a:off x="4874196" y="3291088"/>
                <a:ext cx="37878" cy="32451"/>
                <a:chOff x="4874196" y="3291088"/>
                <a:chExt cx="37878" cy="32451"/>
              </a:xfrm>
            </p:grpSpPr>
            <p:sp>
              <p:nvSpPr>
                <p:cNvPr id="7222" name="Google Shape;7222;p55"/>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23" name="Google Shape;7223;p55"/>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24" name="Google Shape;7224;p55"/>
              <p:cNvGrpSpPr/>
              <p:nvPr/>
            </p:nvGrpSpPr>
            <p:grpSpPr>
              <a:xfrm>
                <a:off x="5197770" y="3785466"/>
                <a:ext cx="37783" cy="32427"/>
                <a:chOff x="5197770" y="3785466"/>
                <a:chExt cx="37783" cy="32427"/>
              </a:xfrm>
            </p:grpSpPr>
            <p:sp>
              <p:nvSpPr>
                <p:cNvPr id="7225" name="Google Shape;7225;p55"/>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26" name="Google Shape;7226;p55"/>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27" name="Google Shape;7227;p55"/>
              <p:cNvGrpSpPr/>
              <p:nvPr/>
            </p:nvGrpSpPr>
            <p:grpSpPr>
              <a:xfrm>
                <a:off x="5177699" y="3492117"/>
                <a:ext cx="37776" cy="32357"/>
                <a:chOff x="5177699" y="3492117"/>
                <a:chExt cx="37776" cy="32357"/>
              </a:xfrm>
            </p:grpSpPr>
            <p:sp>
              <p:nvSpPr>
                <p:cNvPr id="7228" name="Google Shape;7228;p55"/>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29" name="Google Shape;7229;p55"/>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30" name="Google Shape;7230;p55"/>
              <p:cNvGrpSpPr/>
              <p:nvPr/>
            </p:nvGrpSpPr>
            <p:grpSpPr>
              <a:xfrm>
                <a:off x="5349431" y="3622346"/>
                <a:ext cx="37870" cy="32380"/>
                <a:chOff x="5349431" y="3622346"/>
                <a:chExt cx="37870" cy="32380"/>
              </a:xfrm>
            </p:grpSpPr>
            <p:sp>
              <p:nvSpPr>
                <p:cNvPr id="7231" name="Google Shape;7231;p55"/>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32" name="Google Shape;7232;p55"/>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33" name="Google Shape;7233;p55"/>
              <p:cNvGrpSpPr/>
              <p:nvPr/>
            </p:nvGrpSpPr>
            <p:grpSpPr>
              <a:xfrm>
                <a:off x="5068855" y="3563980"/>
                <a:ext cx="53954" cy="46223"/>
                <a:chOff x="5068855" y="3563980"/>
                <a:chExt cx="53954" cy="46223"/>
              </a:xfrm>
            </p:grpSpPr>
            <p:sp>
              <p:nvSpPr>
                <p:cNvPr id="7234" name="Google Shape;7234;p55"/>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35" name="Google Shape;7235;p55"/>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36" name="Google Shape;7236;p55"/>
              <p:cNvGrpSpPr/>
              <p:nvPr/>
            </p:nvGrpSpPr>
            <p:grpSpPr>
              <a:xfrm>
                <a:off x="5037654" y="3392507"/>
                <a:ext cx="37870" cy="32451"/>
                <a:chOff x="5037654" y="3392507"/>
                <a:chExt cx="37870" cy="32451"/>
              </a:xfrm>
            </p:grpSpPr>
            <p:sp>
              <p:nvSpPr>
                <p:cNvPr id="7237" name="Google Shape;7237;p55"/>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38" name="Google Shape;7238;p55"/>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39" name="Google Shape;7239;p55"/>
              <p:cNvGrpSpPr/>
              <p:nvPr/>
            </p:nvGrpSpPr>
            <p:grpSpPr>
              <a:xfrm>
                <a:off x="5456560" y="3368629"/>
                <a:ext cx="37870" cy="32451"/>
                <a:chOff x="5456560" y="3368629"/>
                <a:chExt cx="37870" cy="32451"/>
              </a:xfrm>
            </p:grpSpPr>
            <p:sp>
              <p:nvSpPr>
                <p:cNvPr id="7240" name="Google Shape;7240;p55"/>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41" name="Google Shape;7241;p55"/>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42" name="Google Shape;7242;p55"/>
              <p:cNvGrpSpPr/>
              <p:nvPr/>
            </p:nvGrpSpPr>
            <p:grpSpPr>
              <a:xfrm>
                <a:off x="4755749" y="3501516"/>
                <a:ext cx="46246" cy="39608"/>
                <a:chOff x="4755749" y="3501516"/>
                <a:chExt cx="46246" cy="39608"/>
              </a:xfrm>
            </p:grpSpPr>
            <p:sp>
              <p:nvSpPr>
                <p:cNvPr id="7243" name="Google Shape;7243;p55"/>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44" name="Google Shape;7244;p55"/>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45" name="Google Shape;7245;p55"/>
              <p:cNvGrpSpPr/>
              <p:nvPr/>
            </p:nvGrpSpPr>
            <p:grpSpPr>
              <a:xfrm>
                <a:off x="4681346" y="3485582"/>
                <a:ext cx="37783" cy="32427"/>
                <a:chOff x="4681346" y="3485582"/>
                <a:chExt cx="37783" cy="32427"/>
              </a:xfrm>
            </p:grpSpPr>
            <p:sp>
              <p:nvSpPr>
                <p:cNvPr id="7246" name="Google Shape;7246;p55"/>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47" name="Google Shape;7247;p55"/>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48" name="Google Shape;7248;p55"/>
              <p:cNvGrpSpPr/>
              <p:nvPr/>
            </p:nvGrpSpPr>
            <p:grpSpPr>
              <a:xfrm>
                <a:off x="4767067" y="3291088"/>
                <a:ext cx="37878" cy="32451"/>
                <a:chOff x="4767067" y="3291088"/>
                <a:chExt cx="37878" cy="32451"/>
              </a:xfrm>
            </p:grpSpPr>
            <p:sp>
              <p:nvSpPr>
                <p:cNvPr id="7249" name="Google Shape;7249;p55"/>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50" name="Google Shape;7250;p55"/>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51" name="Google Shape;7251;p55"/>
              <p:cNvGrpSpPr/>
              <p:nvPr/>
            </p:nvGrpSpPr>
            <p:grpSpPr>
              <a:xfrm>
                <a:off x="4687819" y="3405539"/>
                <a:ext cx="37776" cy="32451"/>
                <a:chOff x="4687819" y="3405539"/>
                <a:chExt cx="37776" cy="32451"/>
              </a:xfrm>
            </p:grpSpPr>
            <p:sp>
              <p:nvSpPr>
                <p:cNvPr id="7252" name="Google Shape;7252;p55"/>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53" name="Google Shape;7253;p55"/>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54" name="Google Shape;7254;p55"/>
              <p:cNvGrpSpPr/>
              <p:nvPr/>
            </p:nvGrpSpPr>
            <p:grpSpPr>
              <a:xfrm>
                <a:off x="4923101" y="3444809"/>
                <a:ext cx="52813" cy="45318"/>
                <a:chOff x="4923101" y="3444809"/>
                <a:chExt cx="52813" cy="45318"/>
              </a:xfrm>
            </p:grpSpPr>
            <p:sp>
              <p:nvSpPr>
                <p:cNvPr id="7255" name="Google Shape;7255;p55"/>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56" name="Google Shape;7256;p55"/>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57" name="Google Shape;7257;p55"/>
              <p:cNvGrpSpPr/>
              <p:nvPr/>
            </p:nvGrpSpPr>
            <p:grpSpPr>
              <a:xfrm>
                <a:off x="4846040" y="3654750"/>
                <a:ext cx="31405" cy="26993"/>
                <a:chOff x="4846040" y="3654750"/>
                <a:chExt cx="31405" cy="26993"/>
              </a:xfrm>
            </p:grpSpPr>
            <p:sp>
              <p:nvSpPr>
                <p:cNvPr id="7258" name="Google Shape;7258;p55"/>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59" name="Google Shape;7259;p55"/>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60" name="Google Shape;7260;p55"/>
              <p:cNvGrpSpPr/>
              <p:nvPr/>
            </p:nvGrpSpPr>
            <p:grpSpPr>
              <a:xfrm>
                <a:off x="4925673" y="3691700"/>
                <a:ext cx="40253" cy="34472"/>
                <a:chOff x="4925673" y="3691700"/>
                <a:chExt cx="40253" cy="34472"/>
              </a:xfrm>
            </p:grpSpPr>
            <p:sp>
              <p:nvSpPr>
                <p:cNvPr id="7261" name="Google Shape;7261;p55"/>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62" name="Google Shape;7262;p55"/>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63" name="Google Shape;7263;p55"/>
              <p:cNvGrpSpPr/>
              <p:nvPr/>
            </p:nvGrpSpPr>
            <p:grpSpPr>
              <a:xfrm>
                <a:off x="4894653" y="3740848"/>
                <a:ext cx="31405" cy="26906"/>
                <a:chOff x="4894653" y="3740848"/>
                <a:chExt cx="31405" cy="26906"/>
              </a:xfrm>
            </p:grpSpPr>
            <p:sp>
              <p:nvSpPr>
                <p:cNvPr id="7264" name="Google Shape;7264;p55"/>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65" name="Google Shape;7265;p55"/>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66" name="Google Shape;7266;p55"/>
              <p:cNvGrpSpPr/>
              <p:nvPr/>
            </p:nvGrpSpPr>
            <p:grpSpPr>
              <a:xfrm>
                <a:off x="4962300" y="3696348"/>
                <a:ext cx="38255" cy="32773"/>
                <a:chOff x="4962300" y="3696348"/>
                <a:chExt cx="38255" cy="32773"/>
              </a:xfrm>
            </p:grpSpPr>
            <p:sp>
              <p:nvSpPr>
                <p:cNvPr id="7267" name="Google Shape;7267;p55"/>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68" name="Google Shape;7268;p55"/>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69" name="Google Shape;7269;p55"/>
              <p:cNvGrpSpPr/>
              <p:nvPr/>
            </p:nvGrpSpPr>
            <p:grpSpPr>
              <a:xfrm>
                <a:off x="4980185" y="3743349"/>
                <a:ext cx="31499" cy="26969"/>
                <a:chOff x="4980185" y="3743349"/>
                <a:chExt cx="31499" cy="26969"/>
              </a:xfrm>
            </p:grpSpPr>
            <p:sp>
              <p:nvSpPr>
                <p:cNvPr id="7270" name="Google Shape;7270;p55"/>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71" name="Google Shape;7271;p55"/>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72" name="Google Shape;7272;p55"/>
              <p:cNvGrpSpPr/>
              <p:nvPr/>
            </p:nvGrpSpPr>
            <p:grpSpPr>
              <a:xfrm>
                <a:off x="5013768" y="3734312"/>
                <a:ext cx="31499" cy="26969"/>
                <a:chOff x="5013768" y="3734312"/>
                <a:chExt cx="31499" cy="26969"/>
              </a:xfrm>
            </p:grpSpPr>
            <p:sp>
              <p:nvSpPr>
                <p:cNvPr id="7273" name="Google Shape;7273;p55"/>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74" name="Google Shape;7274;p55"/>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75" name="Google Shape;7275;p55"/>
              <p:cNvGrpSpPr/>
              <p:nvPr/>
            </p:nvGrpSpPr>
            <p:grpSpPr>
              <a:xfrm>
                <a:off x="5036703" y="3764545"/>
                <a:ext cx="31499" cy="26898"/>
                <a:chOff x="5036703" y="3764545"/>
                <a:chExt cx="31499" cy="26898"/>
              </a:xfrm>
            </p:grpSpPr>
            <p:sp>
              <p:nvSpPr>
                <p:cNvPr id="7276" name="Google Shape;7276;p55"/>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77" name="Google Shape;7277;p55"/>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78" name="Google Shape;7278;p55"/>
              <p:cNvGrpSpPr/>
              <p:nvPr/>
            </p:nvGrpSpPr>
            <p:grpSpPr>
              <a:xfrm>
                <a:off x="4953546" y="3768352"/>
                <a:ext cx="31405" cy="26898"/>
                <a:chOff x="4953546" y="3768352"/>
                <a:chExt cx="31405" cy="26898"/>
              </a:xfrm>
            </p:grpSpPr>
            <p:sp>
              <p:nvSpPr>
                <p:cNvPr id="7279" name="Google Shape;7279;p55"/>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80" name="Google Shape;7280;p55"/>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81" name="Google Shape;7281;p55"/>
              <p:cNvGrpSpPr/>
              <p:nvPr/>
            </p:nvGrpSpPr>
            <p:grpSpPr>
              <a:xfrm>
                <a:off x="4964770" y="3814016"/>
                <a:ext cx="31499" cy="26993"/>
                <a:chOff x="4964770" y="3814016"/>
                <a:chExt cx="31499" cy="26993"/>
              </a:xfrm>
            </p:grpSpPr>
            <p:sp>
              <p:nvSpPr>
                <p:cNvPr id="7282" name="Google Shape;7282;p55"/>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83" name="Google Shape;7283;p55"/>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84" name="Google Shape;7284;p55"/>
              <p:cNvGrpSpPr/>
              <p:nvPr/>
            </p:nvGrpSpPr>
            <p:grpSpPr>
              <a:xfrm>
                <a:off x="4923290" y="3800504"/>
                <a:ext cx="31468" cy="26898"/>
                <a:chOff x="4923290" y="3800504"/>
                <a:chExt cx="31468" cy="26898"/>
              </a:xfrm>
            </p:grpSpPr>
            <p:sp>
              <p:nvSpPr>
                <p:cNvPr id="7285" name="Google Shape;7285;p55"/>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86" name="Google Shape;7286;p55"/>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87" name="Google Shape;7287;p55"/>
              <p:cNvGrpSpPr/>
              <p:nvPr/>
            </p:nvGrpSpPr>
            <p:grpSpPr>
              <a:xfrm>
                <a:off x="5108534" y="3650943"/>
                <a:ext cx="31405" cy="26993"/>
                <a:chOff x="5108534" y="3650943"/>
                <a:chExt cx="31405" cy="26993"/>
              </a:xfrm>
            </p:grpSpPr>
            <p:sp>
              <p:nvSpPr>
                <p:cNvPr id="7288" name="Google Shape;7288;p55"/>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89" name="Google Shape;7289;p55"/>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90" name="Google Shape;7290;p55"/>
              <p:cNvGrpSpPr/>
              <p:nvPr/>
            </p:nvGrpSpPr>
            <p:grpSpPr>
              <a:xfrm>
                <a:off x="5119380" y="3760739"/>
                <a:ext cx="31499" cy="26993"/>
                <a:chOff x="5119380" y="3760739"/>
                <a:chExt cx="31499" cy="26993"/>
              </a:xfrm>
            </p:grpSpPr>
            <p:sp>
              <p:nvSpPr>
                <p:cNvPr id="7291" name="Google Shape;7291;p55"/>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92" name="Google Shape;7292;p55"/>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93" name="Google Shape;7293;p55"/>
              <p:cNvGrpSpPr/>
              <p:nvPr/>
            </p:nvGrpSpPr>
            <p:grpSpPr>
              <a:xfrm>
                <a:off x="5119380" y="3788235"/>
                <a:ext cx="31499" cy="26993"/>
                <a:chOff x="5119380" y="3788235"/>
                <a:chExt cx="31499" cy="26993"/>
              </a:xfrm>
            </p:grpSpPr>
            <p:sp>
              <p:nvSpPr>
                <p:cNvPr id="7294" name="Google Shape;7294;p55"/>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95" name="Google Shape;7295;p55"/>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96" name="Google Shape;7296;p55"/>
              <p:cNvGrpSpPr/>
              <p:nvPr/>
            </p:nvGrpSpPr>
            <p:grpSpPr>
              <a:xfrm>
                <a:off x="5158005" y="3875284"/>
                <a:ext cx="31405" cy="27001"/>
                <a:chOff x="5158005" y="3875284"/>
                <a:chExt cx="31405" cy="27001"/>
              </a:xfrm>
            </p:grpSpPr>
            <p:sp>
              <p:nvSpPr>
                <p:cNvPr id="7297" name="Google Shape;7297;p55"/>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298" name="Google Shape;7298;p55"/>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299" name="Google Shape;7299;p55"/>
              <p:cNvGrpSpPr/>
              <p:nvPr/>
            </p:nvGrpSpPr>
            <p:grpSpPr>
              <a:xfrm>
                <a:off x="5233163" y="3764545"/>
                <a:ext cx="31499" cy="26898"/>
                <a:chOff x="5233163" y="3764545"/>
                <a:chExt cx="31499" cy="26898"/>
              </a:xfrm>
            </p:grpSpPr>
            <p:sp>
              <p:nvSpPr>
                <p:cNvPr id="7300" name="Google Shape;7300;p55"/>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01" name="Google Shape;7301;p55"/>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02" name="Google Shape;7302;p55"/>
              <p:cNvGrpSpPr/>
              <p:nvPr/>
            </p:nvGrpSpPr>
            <p:grpSpPr>
              <a:xfrm>
                <a:off x="5276168" y="3805545"/>
                <a:ext cx="31499" cy="26906"/>
                <a:chOff x="5276168" y="3805545"/>
                <a:chExt cx="31499" cy="26906"/>
              </a:xfrm>
            </p:grpSpPr>
            <p:sp>
              <p:nvSpPr>
                <p:cNvPr id="7303" name="Google Shape;7303;p55"/>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04" name="Google Shape;7304;p55"/>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05" name="Google Shape;7305;p55"/>
              <p:cNvGrpSpPr/>
              <p:nvPr/>
            </p:nvGrpSpPr>
            <p:grpSpPr>
              <a:xfrm>
                <a:off x="5294053" y="3851933"/>
                <a:ext cx="31405" cy="26945"/>
                <a:chOff x="5294053" y="3851933"/>
                <a:chExt cx="31405" cy="26945"/>
              </a:xfrm>
            </p:grpSpPr>
            <p:sp>
              <p:nvSpPr>
                <p:cNvPr id="7306" name="Google Shape;7306;p55"/>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07" name="Google Shape;7307;p55"/>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08" name="Google Shape;7308;p55"/>
              <p:cNvGrpSpPr/>
              <p:nvPr/>
            </p:nvGrpSpPr>
            <p:grpSpPr>
              <a:xfrm>
                <a:off x="5341723" y="3851902"/>
                <a:ext cx="31405" cy="26977"/>
                <a:chOff x="5341723" y="3851902"/>
                <a:chExt cx="31405" cy="26977"/>
              </a:xfrm>
            </p:grpSpPr>
            <p:sp>
              <p:nvSpPr>
                <p:cNvPr id="7309" name="Google Shape;7309;p55"/>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10" name="Google Shape;7310;p55"/>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11" name="Google Shape;7311;p55"/>
              <p:cNvGrpSpPr/>
              <p:nvPr/>
            </p:nvGrpSpPr>
            <p:grpSpPr>
              <a:xfrm>
                <a:off x="5054871" y="3507855"/>
                <a:ext cx="31405" cy="26993"/>
                <a:chOff x="5054871" y="3507855"/>
                <a:chExt cx="31405" cy="26993"/>
              </a:xfrm>
            </p:grpSpPr>
            <p:sp>
              <p:nvSpPr>
                <p:cNvPr id="7312" name="Google Shape;7312;p55"/>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13" name="Google Shape;7313;p55"/>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14" name="Google Shape;7314;p55"/>
              <p:cNvGrpSpPr/>
              <p:nvPr/>
            </p:nvGrpSpPr>
            <p:grpSpPr>
              <a:xfrm>
                <a:off x="4876579" y="3675325"/>
                <a:ext cx="31405" cy="26969"/>
                <a:chOff x="4876579" y="3675325"/>
                <a:chExt cx="31405" cy="26969"/>
              </a:xfrm>
            </p:grpSpPr>
            <p:sp>
              <p:nvSpPr>
                <p:cNvPr id="7315" name="Google Shape;7315;p55"/>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16" name="Google Shape;7316;p55"/>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17" name="Google Shape;7317;p55"/>
              <p:cNvGrpSpPr/>
              <p:nvPr/>
            </p:nvGrpSpPr>
            <p:grpSpPr>
              <a:xfrm>
                <a:off x="4842233" y="3688333"/>
                <a:ext cx="31405" cy="26993"/>
                <a:chOff x="4842233" y="3688333"/>
                <a:chExt cx="31405" cy="26993"/>
              </a:xfrm>
            </p:grpSpPr>
            <p:sp>
              <p:nvSpPr>
                <p:cNvPr id="7318" name="Google Shape;7318;p55"/>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19" name="Google Shape;7319;p55"/>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20" name="Google Shape;7320;p55"/>
              <p:cNvGrpSpPr/>
              <p:nvPr/>
            </p:nvGrpSpPr>
            <p:grpSpPr>
              <a:xfrm>
                <a:off x="5187876" y="3608032"/>
                <a:ext cx="31405" cy="27001"/>
                <a:chOff x="5187876" y="3608032"/>
                <a:chExt cx="31405" cy="27001"/>
              </a:xfrm>
            </p:grpSpPr>
            <p:sp>
              <p:nvSpPr>
                <p:cNvPr id="7321" name="Google Shape;7321;p55"/>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22" name="Google Shape;7322;p55"/>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323" name="Google Shape;7323;p55"/>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24" name="Google Shape;7324;p55"/>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325" name="Google Shape;7325;p55"/>
              <p:cNvGrpSpPr/>
              <p:nvPr/>
            </p:nvGrpSpPr>
            <p:grpSpPr>
              <a:xfrm>
                <a:off x="5269224" y="3304167"/>
                <a:ext cx="40253" cy="34402"/>
                <a:chOff x="5269224" y="3304167"/>
                <a:chExt cx="40253" cy="34402"/>
              </a:xfrm>
            </p:grpSpPr>
            <p:sp>
              <p:nvSpPr>
                <p:cNvPr id="7326" name="Google Shape;7326;p55"/>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27" name="Google Shape;7327;p55"/>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28" name="Google Shape;7328;p55"/>
              <p:cNvGrpSpPr/>
              <p:nvPr/>
            </p:nvGrpSpPr>
            <p:grpSpPr>
              <a:xfrm>
                <a:off x="5327354" y="3476615"/>
                <a:ext cx="49864" cy="42723"/>
                <a:chOff x="5327354" y="3476615"/>
                <a:chExt cx="49864" cy="42723"/>
              </a:xfrm>
            </p:grpSpPr>
            <p:sp>
              <p:nvSpPr>
                <p:cNvPr id="7329" name="Google Shape;7329;p55"/>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30" name="Google Shape;7330;p55"/>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331" name="Google Shape;7331;p55"/>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32" name="Google Shape;7332;p55"/>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333" name="Google Shape;7333;p55"/>
              <p:cNvGrpSpPr/>
              <p:nvPr/>
            </p:nvGrpSpPr>
            <p:grpSpPr>
              <a:xfrm>
                <a:off x="5341723" y="3775957"/>
                <a:ext cx="31405" cy="26898"/>
                <a:chOff x="5341723" y="3775957"/>
                <a:chExt cx="31405" cy="26898"/>
              </a:xfrm>
            </p:grpSpPr>
            <p:sp>
              <p:nvSpPr>
                <p:cNvPr id="7334" name="Google Shape;7334;p55"/>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35" name="Google Shape;7335;p55"/>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36" name="Google Shape;7336;p55"/>
              <p:cNvGrpSpPr/>
              <p:nvPr/>
            </p:nvGrpSpPr>
            <p:grpSpPr>
              <a:xfrm>
                <a:off x="5439053" y="3699274"/>
                <a:ext cx="31405" cy="26898"/>
                <a:chOff x="5439053" y="3699274"/>
                <a:chExt cx="31405" cy="26898"/>
              </a:xfrm>
            </p:grpSpPr>
            <p:sp>
              <p:nvSpPr>
                <p:cNvPr id="7337" name="Google Shape;7337;p55"/>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38" name="Google Shape;7338;p55"/>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39" name="Google Shape;7339;p55"/>
              <p:cNvGrpSpPr/>
              <p:nvPr/>
            </p:nvGrpSpPr>
            <p:grpSpPr>
              <a:xfrm>
                <a:off x="5412414" y="3622307"/>
                <a:ext cx="31499" cy="26993"/>
                <a:chOff x="5412414" y="3622307"/>
                <a:chExt cx="31499" cy="26993"/>
              </a:xfrm>
            </p:grpSpPr>
            <p:sp>
              <p:nvSpPr>
                <p:cNvPr id="7340" name="Google Shape;7340;p55"/>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41" name="Google Shape;7341;p55"/>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42" name="Google Shape;7342;p55"/>
              <p:cNvGrpSpPr/>
              <p:nvPr/>
            </p:nvGrpSpPr>
            <p:grpSpPr>
              <a:xfrm>
                <a:off x="5476254" y="3473949"/>
                <a:ext cx="26835" cy="26930"/>
                <a:chOff x="5476254" y="3473949"/>
                <a:chExt cx="26835" cy="26930"/>
              </a:xfrm>
            </p:grpSpPr>
            <p:sp>
              <p:nvSpPr>
                <p:cNvPr id="7343" name="Google Shape;7343;p55"/>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44" name="Google Shape;7344;p55"/>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45" name="Google Shape;7345;p55"/>
              <p:cNvGrpSpPr/>
              <p:nvPr/>
            </p:nvGrpSpPr>
            <p:grpSpPr>
              <a:xfrm>
                <a:off x="5564547" y="3481594"/>
                <a:ext cx="31397" cy="26898"/>
                <a:chOff x="5564547" y="3481594"/>
                <a:chExt cx="31397" cy="26898"/>
              </a:xfrm>
            </p:grpSpPr>
            <p:sp>
              <p:nvSpPr>
                <p:cNvPr id="7346" name="Google Shape;7346;p55"/>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47" name="Google Shape;7347;p55"/>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48" name="Google Shape;7348;p55"/>
              <p:cNvGrpSpPr/>
              <p:nvPr/>
            </p:nvGrpSpPr>
            <p:grpSpPr>
              <a:xfrm>
                <a:off x="5534101" y="3470174"/>
                <a:ext cx="31397" cy="26906"/>
                <a:chOff x="5534101" y="3470174"/>
                <a:chExt cx="31397" cy="26906"/>
              </a:xfrm>
            </p:grpSpPr>
            <p:sp>
              <p:nvSpPr>
                <p:cNvPr id="7349" name="Google Shape;7349;p55"/>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50" name="Google Shape;7350;p55"/>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51" name="Google Shape;7351;p55"/>
              <p:cNvGrpSpPr/>
              <p:nvPr/>
            </p:nvGrpSpPr>
            <p:grpSpPr>
              <a:xfrm>
                <a:off x="5610879" y="3314486"/>
                <a:ext cx="31499" cy="26938"/>
                <a:chOff x="5610879" y="3314486"/>
                <a:chExt cx="31499" cy="26938"/>
              </a:xfrm>
            </p:grpSpPr>
            <p:sp>
              <p:nvSpPr>
                <p:cNvPr id="7352" name="Google Shape;7352;p55"/>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53" name="Google Shape;7353;p55"/>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54" name="Google Shape;7354;p55"/>
              <p:cNvGrpSpPr/>
              <p:nvPr/>
            </p:nvGrpSpPr>
            <p:grpSpPr>
              <a:xfrm>
                <a:off x="4834525" y="3501382"/>
                <a:ext cx="31499" cy="26898"/>
                <a:chOff x="4834525" y="3501382"/>
                <a:chExt cx="31499" cy="26898"/>
              </a:xfrm>
            </p:grpSpPr>
            <p:sp>
              <p:nvSpPr>
                <p:cNvPr id="7355" name="Google Shape;7355;p55"/>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56" name="Google Shape;7356;p55"/>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57" name="Google Shape;7357;p55"/>
              <p:cNvGrpSpPr/>
              <p:nvPr/>
            </p:nvGrpSpPr>
            <p:grpSpPr>
              <a:xfrm>
                <a:off x="4898460" y="3580158"/>
                <a:ext cx="31405" cy="26898"/>
                <a:chOff x="4898460" y="3580158"/>
                <a:chExt cx="31405" cy="26898"/>
              </a:xfrm>
            </p:grpSpPr>
            <p:sp>
              <p:nvSpPr>
                <p:cNvPr id="7358" name="Google Shape;7358;p55"/>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59" name="Google Shape;7359;p55"/>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60" name="Google Shape;7360;p55"/>
              <p:cNvGrpSpPr/>
              <p:nvPr/>
            </p:nvGrpSpPr>
            <p:grpSpPr>
              <a:xfrm>
                <a:off x="4882667" y="3608032"/>
                <a:ext cx="31499" cy="27001"/>
                <a:chOff x="4882667" y="3608032"/>
                <a:chExt cx="31499" cy="27001"/>
              </a:xfrm>
            </p:grpSpPr>
            <p:sp>
              <p:nvSpPr>
                <p:cNvPr id="7361" name="Google Shape;7361;p55"/>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62" name="Google Shape;7362;p55"/>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63" name="Google Shape;7363;p55"/>
              <p:cNvGrpSpPr/>
              <p:nvPr/>
            </p:nvGrpSpPr>
            <p:grpSpPr>
              <a:xfrm>
                <a:off x="4843373" y="3631407"/>
                <a:ext cx="16273" cy="16186"/>
                <a:chOff x="4843373" y="3631407"/>
                <a:chExt cx="16273" cy="16186"/>
              </a:xfrm>
            </p:grpSpPr>
            <p:sp>
              <p:nvSpPr>
                <p:cNvPr id="7364" name="Google Shape;7364;p55"/>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65" name="Google Shape;7365;p55"/>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66" name="Google Shape;7366;p55"/>
              <p:cNvGrpSpPr/>
              <p:nvPr/>
            </p:nvGrpSpPr>
            <p:grpSpPr>
              <a:xfrm>
                <a:off x="4727773" y="3591578"/>
                <a:ext cx="31499" cy="26898"/>
                <a:chOff x="4727773" y="3591578"/>
                <a:chExt cx="31499" cy="26898"/>
              </a:xfrm>
            </p:grpSpPr>
            <p:sp>
              <p:nvSpPr>
                <p:cNvPr id="7367" name="Google Shape;7367;p55"/>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68" name="Google Shape;7368;p55"/>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369" name="Google Shape;7369;p55"/>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70" name="Google Shape;7370;p55"/>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371" name="Google Shape;7371;p55"/>
              <p:cNvGrpSpPr/>
              <p:nvPr/>
            </p:nvGrpSpPr>
            <p:grpSpPr>
              <a:xfrm>
                <a:off x="4609421" y="3577398"/>
                <a:ext cx="31499" cy="27001"/>
                <a:chOff x="4609421" y="3577398"/>
                <a:chExt cx="31499" cy="27001"/>
              </a:xfrm>
            </p:grpSpPr>
            <p:sp>
              <p:nvSpPr>
                <p:cNvPr id="7372" name="Google Shape;7372;p55"/>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73" name="Google Shape;7373;p55"/>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74" name="Google Shape;7374;p55"/>
              <p:cNvGrpSpPr/>
              <p:nvPr/>
            </p:nvGrpSpPr>
            <p:grpSpPr>
              <a:xfrm>
                <a:off x="4649289" y="3577398"/>
                <a:ext cx="31499" cy="27001"/>
                <a:chOff x="4649289" y="3577398"/>
                <a:chExt cx="31499" cy="27001"/>
              </a:xfrm>
            </p:grpSpPr>
            <p:sp>
              <p:nvSpPr>
                <p:cNvPr id="7375" name="Google Shape;7375;p55"/>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76" name="Google Shape;7376;p55"/>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77" name="Google Shape;7377;p55"/>
              <p:cNvGrpSpPr/>
              <p:nvPr/>
            </p:nvGrpSpPr>
            <p:grpSpPr>
              <a:xfrm>
                <a:off x="4605614" y="3639523"/>
                <a:ext cx="31499" cy="26906"/>
                <a:chOff x="4605614" y="3639523"/>
                <a:chExt cx="31499" cy="26906"/>
              </a:xfrm>
            </p:grpSpPr>
            <p:sp>
              <p:nvSpPr>
                <p:cNvPr id="7378" name="Google Shape;7378;p55"/>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79" name="Google Shape;7379;p55"/>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80" name="Google Shape;7380;p55"/>
              <p:cNvGrpSpPr/>
              <p:nvPr/>
            </p:nvGrpSpPr>
            <p:grpSpPr>
              <a:xfrm>
                <a:off x="4785149" y="3618846"/>
                <a:ext cx="26930" cy="26843"/>
                <a:chOff x="4785149" y="3618846"/>
                <a:chExt cx="26930" cy="26843"/>
              </a:xfrm>
            </p:grpSpPr>
            <p:sp>
              <p:nvSpPr>
                <p:cNvPr id="7381" name="Google Shape;7381;p55"/>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82" name="Google Shape;7382;p55"/>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83" name="Google Shape;7383;p55"/>
              <p:cNvGrpSpPr/>
              <p:nvPr/>
            </p:nvGrpSpPr>
            <p:grpSpPr>
              <a:xfrm>
                <a:off x="4810167" y="3601567"/>
                <a:ext cx="31405" cy="26898"/>
                <a:chOff x="4810167" y="3601567"/>
                <a:chExt cx="31405" cy="26898"/>
              </a:xfrm>
            </p:grpSpPr>
            <p:sp>
              <p:nvSpPr>
                <p:cNvPr id="7384" name="Google Shape;7384;p55"/>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85" name="Google Shape;7385;p55"/>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86" name="Google Shape;7386;p55"/>
              <p:cNvGrpSpPr/>
              <p:nvPr/>
            </p:nvGrpSpPr>
            <p:grpSpPr>
              <a:xfrm>
                <a:off x="4831002" y="3373230"/>
                <a:ext cx="31405" cy="26898"/>
                <a:chOff x="4831002" y="3373230"/>
                <a:chExt cx="31405" cy="26898"/>
              </a:xfrm>
            </p:grpSpPr>
            <p:sp>
              <p:nvSpPr>
                <p:cNvPr id="7387" name="Google Shape;7387;p55"/>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88" name="Google Shape;7388;p55"/>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89" name="Google Shape;7389;p55"/>
              <p:cNvGrpSpPr/>
              <p:nvPr/>
            </p:nvGrpSpPr>
            <p:grpSpPr>
              <a:xfrm>
                <a:off x="4719311" y="3355054"/>
                <a:ext cx="31499" cy="27001"/>
                <a:chOff x="4719311" y="3355054"/>
                <a:chExt cx="31499" cy="27001"/>
              </a:xfrm>
            </p:grpSpPr>
            <p:sp>
              <p:nvSpPr>
                <p:cNvPr id="7390" name="Google Shape;7390;p55"/>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91" name="Google Shape;7391;p55"/>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92" name="Google Shape;7392;p55"/>
              <p:cNvGrpSpPr/>
              <p:nvPr/>
            </p:nvGrpSpPr>
            <p:grpSpPr>
              <a:xfrm>
                <a:off x="4798755" y="3450260"/>
                <a:ext cx="26930" cy="26930"/>
                <a:chOff x="4798755" y="3450260"/>
                <a:chExt cx="26930" cy="26930"/>
              </a:xfrm>
            </p:grpSpPr>
            <p:sp>
              <p:nvSpPr>
                <p:cNvPr id="7393" name="Google Shape;7393;p55"/>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94" name="Google Shape;7394;p55"/>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95" name="Google Shape;7395;p55"/>
              <p:cNvGrpSpPr/>
              <p:nvPr/>
            </p:nvGrpSpPr>
            <p:grpSpPr>
              <a:xfrm>
                <a:off x="4645576" y="3467555"/>
                <a:ext cx="31405" cy="26953"/>
                <a:chOff x="4645576" y="3467555"/>
                <a:chExt cx="31405" cy="26953"/>
              </a:xfrm>
            </p:grpSpPr>
            <p:sp>
              <p:nvSpPr>
                <p:cNvPr id="7396" name="Google Shape;7396;p55"/>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397" name="Google Shape;7397;p55"/>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398" name="Google Shape;7398;p55"/>
              <p:cNvGrpSpPr/>
              <p:nvPr/>
            </p:nvGrpSpPr>
            <p:grpSpPr>
              <a:xfrm>
                <a:off x="4687631" y="3583965"/>
                <a:ext cx="31499" cy="26898"/>
                <a:chOff x="4687631" y="3583965"/>
                <a:chExt cx="31499" cy="26898"/>
              </a:xfrm>
            </p:grpSpPr>
            <p:sp>
              <p:nvSpPr>
                <p:cNvPr id="7399" name="Google Shape;7399;p55"/>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00" name="Google Shape;7400;p55"/>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01" name="Google Shape;7401;p55"/>
              <p:cNvGrpSpPr/>
              <p:nvPr/>
            </p:nvGrpSpPr>
            <p:grpSpPr>
              <a:xfrm>
                <a:off x="4719311" y="3471314"/>
                <a:ext cx="31499" cy="27001"/>
                <a:chOff x="4719311" y="3471314"/>
                <a:chExt cx="31499" cy="27001"/>
              </a:xfrm>
            </p:grpSpPr>
            <p:sp>
              <p:nvSpPr>
                <p:cNvPr id="7402" name="Google Shape;7402;p55"/>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03" name="Google Shape;7403;p55"/>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04" name="Google Shape;7404;p55"/>
              <p:cNvGrpSpPr/>
              <p:nvPr/>
            </p:nvGrpSpPr>
            <p:grpSpPr>
              <a:xfrm>
                <a:off x="4719311" y="3434404"/>
                <a:ext cx="31499" cy="26898"/>
                <a:chOff x="4719311" y="3434404"/>
                <a:chExt cx="31499" cy="26898"/>
              </a:xfrm>
            </p:grpSpPr>
            <p:sp>
              <p:nvSpPr>
                <p:cNvPr id="7405" name="Google Shape;7405;p55"/>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06" name="Google Shape;7406;p55"/>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07" name="Google Shape;7407;p55"/>
              <p:cNvGrpSpPr/>
              <p:nvPr/>
            </p:nvGrpSpPr>
            <p:grpSpPr>
              <a:xfrm>
                <a:off x="4768876" y="3401772"/>
                <a:ext cx="31499" cy="26898"/>
                <a:chOff x="4768876" y="3401772"/>
                <a:chExt cx="31499" cy="26898"/>
              </a:xfrm>
            </p:grpSpPr>
            <p:sp>
              <p:nvSpPr>
                <p:cNvPr id="7408" name="Google Shape;7408;p55"/>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09" name="Google Shape;7409;p55"/>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10" name="Google Shape;7410;p55"/>
              <p:cNvGrpSpPr/>
              <p:nvPr/>
            </p:nvGrpSpPr>
            <p:grpSpPr>
              <a:xfrm>
                <a:off x="4762214" y="3471377"/>
                <a:ext cx="26938" cy="26938"/>
                <a:chOff x="4762214" y="3471377"/>
                <a:chExt cx="26938" cy="26938"/>
              </a:xfrm>
            </p:grpSpPr>
            <p:sp>
              <p:nvSpPr>
                <p:cNvPr id="7411" name="Google Shape;7411;p55"/>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12" name="Google Shape;7412;p55"/>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13" name="Google Shape;7413;p55"/>
              <p:cNvGrpSpPr/>
              <p:nvPr/>
            </p:nvGrpSpPr>
            <p:grpSpPr>
              <a:xfrm>
                <a:off x="4790473" y="3344782"/>
                <a:ext cx="31405" cy="26898"/>
                <a:chOff x="4790473" y="3344782"/>
                <a:chExt cx="31405" cy="26898"/>
              </a:xfrm>
            </p:grpSpPr>
            <p:sp>
              <p:nvSpPr>
                <p:cNvPr id="7414" name="Google Shape;7414;p55"/>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15" name="Google Shape;7415;p55"/>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16" name="Google Shape;7416;p55"/>
              <p:cNvGrpSpPr/>
              <p:nvPr/>
            </p:nvGrpSpPr>
            <p:grpSpPr>
              <a:xfrm>
                <a:off x="4823774" y="3950733"/>
                <a:ext cx="37398" cy="32034"/>
                <a:chOff x="4823774" y="3950733"/>
                <a:chExt cx="37398" cy="32034"/>
              </a:xfrm>
            </p:grpSpPr>
            <p:sp>
              <p:nvSpPr>
                <p:cNvPr id="7417" name="Google Shape;7417;p55"/>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18" name="Google Shape;7418;p55"/>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19" name="Google Shape;7419;p55"/>
              <p:cNvGrpSpPr/>
              <p:nvPr/>
            </p:nvGrpSpPr>
            <p:grpSpPr>
              <a:xfrm>
                <a:off x="4823396" y="4110566"/>
                <a:ext cx="31405" cy="26906"/>
                <a:chOff x="4823396" y="4110566"/>
                <a:chExt cx="31405" cy="26906"/>
              </a:xfrm>
            </p:grpSpPr>
            <p:sp>
              <p:nvSpPr>
                <p:cNvPr id="7420" name="Google Shape;7420;p55"/>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21" name="Google Shape;7421;p55"/>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22" name="Google Shape;7422;p55"/>
              <p:cNvGrpSpPr/>
              <p:nvPr/>
            </p:nvGrpSpPr>
            <p:grpSpPr>
              <a:xfrm>
                <a:off x="4838332" y="3821150"/>
                <a:ext cx="31499" cy="26898"/>
                <a:chOff x="4838332" y="3821150"/>
                <a:chExt cx="31499" cy="26898"/>
              </a:xfrm>
            </p:grpSpPr>
            <p:sp>
              <p:nvSpPr>
                <p:cNvPr id="7423" name="Google Shape;7423;p55"/>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24" name="Google Shape;7424;p55"/>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25" name="Google Shape;7425;p55"/>
              <p:cNvGrpSpPr/>
              <p:nvPr/>
            </p:nvGrpSpPr>
            <p:grpSpPr>
              <a:xfrm>
                <a:off x="4661275" y="3815007"/>
                <a:ext cx="36824" cy="31523"/>
                <a:chOff x="4661275" y="3815007"/>
                <a:chExt cx="36824" cy="31523"/>
              </a:xfrm>
            </p:grpSpPr>
            <p:sp>
              <p:nvSpPr>
                <p:cNvPr id="7426" name="Google Shape;7426;p55"/>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27" name="Google Shape;7427;p55"/>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28" name="Google Shape;7428;p55"/>
              <p:cNvGrpSpPr/>
              <p:nvPr/>
            </p:nvGrpSpPr>
            <p:grpSpPr>
              <a:xfrm>
                <a:off x="4558998" y="3851037"/>
                <a:ext cx="33591" cy="28699"/>
                <a:chOff x="4558998" y="3851037"/>
                <a:chExt cx="33591" cy="28699"/>
              </a:xfrm>
            </p:grpSpPr>
            <p:sp>
              <p:nvSpPr>
                <p:cNvPr id="7429" name="Google Shape;7429;p55"/>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30" name="Google Shape;7430;p55"/>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31" name="Google Shape;7431;p55"/>
              <p:cNvGrpSpPr/>
              <p:nvPr/>
            </p:nvGrpSpPr>
            <p:grpSpPr>
              <a:xfrm>
                <a:off x="4696762" y="3638587"/>
                <a:ext cx="33591" cy="28794"/>
                <a:chOff x="4696762" y="3638587"/>
                <a:chExt cx="33591" cy="28794"/>
              </a:xfrm>
            </p:grpSpPr>
            <p:sp>
              <p:nvSpPr>
                <p:cNvPr id="7432" name="Google Shape;7432;p55"/>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33" name="Google Shape;7433;p55"/>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34" name="Google Shape;7434;p55"/>
              <p:cNvGrpSpPr/>
              <p:nvPr/>
            </p:nvGrpSpPr>
            <p:grpSpPr>
              <a:xfrm>
                <a:off x="4929479" y="3939140"/>
                <a:ext cx="33497" cy="28692"/>
                <a:chOff x="4929479" y="3939140"/>
                <a:chExt cx="33497" cy="28692"/>
              </a:xfrm>
            </p:grpSpPr>
            <p:sp>
              <p:nvSpPr>
                <p:cNvPr id="7435" name="Google Shape;7435;p55"/>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36" name="Google Shape;7436;p55"/>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37" name="Google Shape;7437;p55"/>
              <p:cNvGrpSpPr/>
              <p:nvPr/>
            </p:nvGrpSpPr>
            <p:grpSpPr>
              <a:xfrm>
                <a:off x="4907119" y="3986039"/>
                <a:ext cx="33497" cy="28699"/>
                <a:chOff x="4907119" y="3986039"/>
                <a:chExt cx="33497" cy="28699"/>
              </a:xfrm>
            </p:grpSpPr>
            <p:sp>
              <p:nvSpPr>
                <p:cNvPr id="7438" name="Google Shape;7438;p55"/>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39" name="Google Shape;7439;p55"/>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40" name="Google Shape;7440;p55"/>
              <p:cNvGrpSpPr/>
              <p:nvPr/>
            </p:nvGrpSpPr>
            <p:grpSpPr>
              <a:xfrm>
                <a:off x="4911783" y="4048102"/>
                <a:ext cx="33591" cy="28762"/>
                <a:chOff x="4911783" y="4048102"/>
                <a:chExt cx="33591" cy="28762"/>
              </a:xfrm>
            </p:grpSpPr>
            <p:sp>
              <p:nvSpPr>
                <p:cNvPr id="7441" name="Google Shape;7441;p55"/>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42" name="Google Shape;7442;p55"/>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443" name="Google Shape;7443;p55"/>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44" name="Google Shape;7444;p55"/>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445" name="Google Shape;7445;p55"/>
              <p:cNvGrpSpPr/>
              <p:nvPr/>
            </p:nvGrpSpPr>
            <p:grpSpPr>
              <a:xfrm>
                <a:off x="4762623" y="3837847"/>
                <a:ext cx="42416" cy="36273"/>
                <a:chOff x="4762623" y="3837847"/>
                <a:chExt cx="42416" cy="36273"/>
              </a:xfrm>
            </p:grpSpPr>
            <p:sp>
              <p:nvSpPr>
                <p:cNvPr id="7446" name="Google Shape;7446;p55"/>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47" name="Google Shape;7447;p55"/>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48" name="Google Shape;7448;p55"/>
              <p:cNvGrpSpPr/>
              <p:nvPr/>
            </p:nvGrpSpPr>
            <p:grpSpPr>
              <a:xfrm>
                <a:off x="4746044" y="4104966"/>
                <a:ext cx="33497" cy="28699"/>
                <a:chOff x="4746044" y="4104966"/>
                <a:chExt cx="33497" cy="28699"/>
              </a:xfrm>
            </p:grpSpPr>
            <p:sp>
              <p:nvSpPr>
                <p:cNvPr id="7449" name="Google Shape;7449;p55"/>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50" name="Google Shape;7450;p55"/>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451" name="Google Shape;7451;p55"/>
              <p:cNvGrpSpPr/>
              <p:nvPr/>
            </p:nvGrpSpPr>
            <p:grpSpPr>
              <a:xfrm>
                <a:off x="4859646" y="4162554"/>
                <a:ext cx="33591" cy="28762"/>
                <a:chOff x="4859646" y="4162554"/>
                <a:chExt cx="33591" cy="28762"/>
              </a:xfrm>
            </p:grpSpPr>
            <p:sp>
              <p:nvSpPr>
                <p:cNvPr id="7452" name="Google Shape;7452;p55"/>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53" name="Google Shape;7453;p55"/>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454" name="Google Shape;7454;p55"/>
            <p:cNvGrpSpPr/>
            <p:nvPr/>
          </p:nvGrpSpPr>
          <p:grpSpPr>
            <a:xfrm>
              <a:off x="3597785" y="3274438"/>
              <a:ext cx="855610" cy="1122100"/>
              <a:chOff x="3597785" y="3274438"/>
              <a:chExt cx="855610" cy="1122100"/>
            </a:xfrm>
          </p:grpSpPr>
          <p:grpSp>
            <p:nvGrpSpPr>
              <p:cNvPr id="7455" name="Google Shape;7455;p55"/>
              <p:cNvGrpSpPr/>
              <p:nvPr/>
            </p:nvGrpSpPr>
            <p:grpSpPr>
              <a:xfrm>
                <a:off x="3617857" y="3284717"/>
                <a:ext cx="826785" cy="1099165"/>
                <a:chOff x="3617857" y="3284717"/>
                <a:chExt cx="826785" cy="1099165"/>
              </a:xfrm>
            </p:grpSpPr>
            <p:sp>
              <p:nvSpPr>
                <p:cNvPr id="7456" name="Google Shape;7456;p55"/>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57" name="Google Shape;7457;p55"/>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58" name="Google Shape;7458;p55"/>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59" name="Google Shape;7459;p55"/>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60" name="Google Shape;7460;p55"/>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61" name="Google Shape;7461;p55"/>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62" name="Google Shape;7462;p55"/>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63" name="Google Shape;7463;p55"/>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64" name="Google Shape;7464;p55"/>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65" name="Google Shape;7465;p55"/>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66" name="Google Shape;7466;p55"/>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67" name="Google Shape;7467;p55"/>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68" name="Google Shape;7468;p55"/>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69" name="Google Shape;7469;p55"/>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70" name="Google Shape;7470;p55"/>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71" name="Google Shape;7471;p55"/>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72" name="Google Shape;7472;p55"/>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73" name="Google Shape;7473;p55"/>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74" name="Google Shape;7474;p55"/>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75" name="Google Shape;7475;p55"/>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76" name="Google Shape;7476;p55"/>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77" name="Google Shape;7477;p55"/>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78" name="Google Shape;7478;p55"/>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79" name="Google Shape;7479;p55"/>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80" name="Google Shape;7480;p55"/>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81" name="Google Shape;7481;p55"/>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82" name="Google Shape;7482;p55"/>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83" name="Google Shape;7483;p55"/>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84" name="Google Shape;7484;p55"/>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85" name="Google Shape;7485;p55"/>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86" name="Google Shape;7486;p55"/>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87" name="Google Shape;7487;p55"/>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88" name="Google Shape;7488;p55"/>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89" name="Google Shape;7489;p55"/>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90" name="Google Shape;7490;p55"/>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91" name="Google Shape;7491;p55"/>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92" name="Google Shape;7492;p55"/>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93" name="Google Shape;7493;p55"/>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94" name="Google Shape;7494;p55"/>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95" name="Google Shape;7495;p55"/>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96" name="Google Shape;7496;p55"/>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97" name="Google Shape;7497;p55"/>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98" name="Google Shape;7498;p55"/>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499" name="Google Shape;7499;p55"/>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00" name="Google Shape;7500;p55"/>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01" name="Google Shape;7501;p55"/>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02" name="Google Shape;7502;p55"/>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03" name="Google Shape;7503;p55"/>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04" name="Google Shape;7504;p55"/>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05" name="Google Shape;7505;p55"/>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06" name="Google Shape;7506;p55"/>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07" name="Google Shape;7507;p55"/>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08" name="Google Shape;7508;p55"/>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09" name="Google Shape;7509;p55"/>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10" name="Google Shape;7510;p55"/>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11" name="Google Shape;7511;p55"/>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12" name="Google Shape;7512;p55"/>
              <p:cNvGrpSpPr/>
              <p:nvPr/>
            </p:nvGrpSpPr>
            <p:grpSpPr>
              <a:xfrm>
                <a:off x="4180904" y="4251758"/>
                <a:ext cx="37783" cy="32420"/>
                <a:chOff x="4180904" y="4251758"/>
                <a:chExt cx="37783" cy="32420"/>
              </a:xfrm>
            </p:grpSpPr>
            <p:sp>
              <p:nvSpPr>
                <p:cNvPr id="7513" name="Google Shape;7513;p55"/>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14" name="Google Shape;7514;p55"/>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15" name="Google Shape;7515;p55"/>
              <p:cNvGrpSpPr/>
              <p:nvPr/>
            </p:nvGrpSpPr>
            <p:grpSpPr>
              <a:xfrm>
                <a:off x="4201644" y="4081324"/>
                <a:ext cx="37783" cy="32364"/>
                <a:chOff x="4201644" y="4081324"/>
                <a:chExt cx="37783" cy="32364"/>
              </a:xfrm>
            </p:grpSpPr>
            <p:sp>
              <p:nvSpPr>
                <p:cNvPr id="7516" name="Google Shape;7516;p55"/>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17" name="Google Shape;7517;p55"/>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18" name="Google Shape;7518;p55"/>
              <p:cNvGrpSpPr/>
              <p:nvPr/>
            </p:nvGrpSpPr>
            <p:grpSpPr>
              <a:xfrm>
                <a:off x="4284416" y="3887428"/>
                <a:ext cx="37783" cy="32451"/>
                <a:chOff x="4284416" y="3887428"/>
                <a:chExt cx="37783" cy="32451"/>
              </a:xfrm>
            </p:grpSpPr>
            <p:sp>
              <p:nvSpPr>
                <p:cNvPr id="7519" name="Google Shape;7519;p55"/>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20" name="Google Shape;7520;p55"/>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21" name="Google Shape;7521;p55"/>
              <p:cNvGrpSpPr/>
              <p:nvPr/>
            </p:nvGrpSpPr>
            <p:grpSpPr>
              <a:xfrm>
                <a:off x="4223721" y="3860404"/>
                <a:ext cx="37870" cy="32364"/>
                <a:chOff x="4223721" y="3860404"/>
                <a:chExt cx="37870" cy="32364"/>
              </a:xfrm>
            </p:grpSpPr>
            <p:sp>
              <p:nvSpPr>
                <p:cNvPr id="7522" name="Google Shape;7522;p55"/>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23" name="Google Shape;7523;p55"/>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24" name="Google Shape;7524;p55"/>
              <p:cNvGrpSpPr/>
              <p:nvPr/>
            </p:nvGrpSpPr>
            <p:grpSpPr>
              <a:xfrm>
                <a:off x="4104889" y="3699242"/>
                <a:ext cx="37776" cy="32357"/>
                <a:chOff x="4104889" y="3699242"/>
                <a:chExt cx="37776" cy="32357"/>
              </a:xfrm>
            </p:grpSpPr>
            <p:sp>
              <p:nvSpPr>
                <p:cNvPr id="7525" name="Google Shape;7525;p55"/>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26" name="Google Shape;7526;p55"/>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27" name="Google Shape;7527;p55"/>
              <p:cNvGrpSpPr/>
              <p:nvPr/>
            </p:nvGrpSpPr>
            <p:grpSpPr>
              <a:xfrm>
                <a:off x="4143608" y="3475121"/>
                <a:ext cx="37878" cy="32420"/>
                <a:chOff x="4143608" y="3475121"/>
                <a:chExt cx="37878" cy="32420"/>
              </a:xfrm>
            </p:grpSpPr>
            <p:sp>
              <p:nvSpPr>
                <p:cNvPr id="7528" name="Google Shape;7528;p55"/>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29" name="Google Shape;7529;p55"/>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30" name="Google Shape;7530;p55"/>
              <p:cNvGrpSpPr/>
              <p:nvPr/>
            </p:nvGrpSpPr>
            <p:grpSpPr>
              <a:xfrm>
                <a:off x="4217248" y="3570893"/>
                <a:ext cx="37776" cy="32364"/>
                <a:chOff x="4217248" y="3570893"/>
                <a:chExt cx="37776" cy="32364"/>
              </a:xfrm>
            </p:grpSpPr>
            <p:sp>
              <p:nvSpPr>
                <p:cNvPr id="7531" name="Google Shape;7531;p55"/>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32" name="Google Shape;7532;p55"/>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33" name="Google Shape;7533;p55"/>
              <p:cNvGrpSpPr/>
              <p:nvPr/>
            </p:nvGrpSpPr>
            <p:grpSpPr>
              <a:xfrm>
                <a:off x="4255307" y="3431612"/>
                <a:ext cx="37776" cy="32451"/>
                <a:chOff x="4255307" y="3431612"/>
                <a:chExt cx="37776" cy="32451"/>
              </a:xfrm>
            </p:grpSpPr>
            <p:sp>
              <p:nvSpPr>
                <p:cNvPr id="7534" name="Google Shape;7534;p55"/>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35" name="Google Shape;7535;p55"/>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36" name="Google Shape;7536;p55"/>
              <p:cNvGrpSpPr/>
              <p:nvPr/>
            </p:nvGrpSpPr>
            <p:grpSpPr>
              <a:xfrm>
                <a:off x="3853052" y="3577398"/>
                <a:ext cx="37776" cy="32420"/>
                <a:chOff x="3853052" y="3577398"/>
                <a:chExt cx="37776" cy="32420"/>
              </a:xfrm>
            </p:grpSpPr>
            <p:sp>
              <p:nvSpPr>
                <p:cNvPr id="7537" name="Google Shape;7537;p55"/>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38" name="Google Shape;7538;p55"/>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39" name="Google Shape;7539;p55"/>
              <p:cNvGrpSpPr/>
              <p:nvPr/>
            </p:nvGrpSpPr>
            <p:grpSpPr>
              <a:xfrm>
                <a:off x="4039908" y="3412107"/>
                <a:ext cx="37776" cy="32357"/>
                <a:chOff x="4039908" y="3412107"/>
                <a:chExt cx="37776" cy="32357"/>
              </a:xfrm>
            </p:grpSpPr>
            <p:sp>
              <p:nvSpPr>
                <p:cNvPr id="7540" name="Google Shape;7540;p55"/>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41" name="Google Shape;7541;p55"/>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42" name="Google Shape;7542;p55"/>
              <p:cNvGrpSpPr/>
              <p:nvPr/>
            </p:nvGrpSpPr>
            <p:grpSpPr>
              <a:xfrm>
                <a:off x="4017360" y="3342061"/>
                <a:ext cx="37870" cy="32380"/>
                <a:chOff x="4017360" y="3342061"/>
                <a:chExt cx="37870" cy="32380"/>
              </a:xfrm>
            </p:grpSpPr>
            <p:sp>
              <p:nvSpPr>
                <p:cNvPr id="7543" name="Google Shape;7543;p55"/>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44" name="Google Shape;7544;p55"/>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545" name="Google Shape;7545;p55"/>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46" name="Google Shape;7546;p55"/>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547" name="Google Shape;7547;p55"/>
              <p:cNvGrpSpPr/>
              <p:nvPr/>
            </p:nvGrpSpPr>
            <p:grpSpPr>
              <a:xfrm>
                <a:off x="3750870" y="3418650"/>
                <a:ext cx="37776" cy="32380"/>
                <a:chOff x="3750870" y="3418650"/>
                <a:chExt cx="37776" cy="32380"/>
              </a:xfrm>
            </p:grpSpPr>
            <p:sp>
              <p:nvSpPr>
                <p:cNvPr id="7548" name="Google Shape;7548;p55"/>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49" name="Google Shape;7549;p55"/>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50" name="Google Shape;7550;p55"/>
              <p:cNvGrpSpPr/>
              <p:nvPr/>
            </p:nvGrpSpPr>
            <p:grpSpPr>
              <a:xfrm>
                <a:off x="3632509" y="3274438"/>
                <a:ext cx="37783" cy="32357"/>
                <a:chOff x="3632509" y="3274438"/>
                <a:chExt cx="37783" cy="32357"/>
              </a:xfrm>
            </p:grpSpPr>
            <p:sp>
              <p:nvSpPr>
                <p:cNvPr id="7551" name="Google Shape;7551;p55"/>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52" name="Google Shape;7552;p55"/>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53" name="Google Shape;7553;p55"/>
              <p:cNvGrpSpPr/>
              <p:nvPr/>
            </p:nvGrpSpPr>
            <p:grpSpPr>
              <a:xfrm>
                <a:off x="3906424" y="3297561"/>
                <a:ext cx="37776" cy="32451"/>
                <a:chOff x="3906424" y="3297561"/>
                <a:chExt cx="37776" cy="32451"/>
              </a:xfrm>
            </p:grpSpPr>
            <p:sp>
              <p:nvSpPr>
                <p:cNvPr id="7554" name="Google Shape;7554;p55"/>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55" name="Google Shape;7555;p55"/>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56" name="Google Shape;7556;p55"/>
              <p:cNvGrpSpPr/>
              <p:nvPr/>
            </p:nvGrpSpPr>
            <p:grpSpPr>
              <a:xfrm>
                <a:off x="3866084" y="3412107"/>
                <a:ext cx="37776" cy="32357"/>
                <a:chOff x="3866084" y="3412107"/>
                <a:chExt cx="37776" cy="32357"/>
              </a:xfrm>
            </p:grpSpPr>
            <p:sp>
              <p:nvSpPr>
                <p:cNvPr id="7557" name="Google Shape;7557;p55"/>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58" name="Google Shape;7558;p55"/>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59" name="Google Shape;7559;p55"/>
              <p:cNvGrpSpPr/>
              <p:nvPr/>
            </p:nvGrpSpPr>
            <p:grpSpPr>
              <a:xfrm>
                <a:off x="4023919" y="3766409"/>
                <a:ext cx="37783" cy="32357"/>
                <a:chOff x="4023919" y="3766409"/>
                <a:chExt cx="37783" cy="32357"/>
              </a:xfrm>
            </p:grpSpPr>
            <p:sp>
              <p:nvSpPr>
                <p:cNvPr id="7560" name="Google Shape;7560;p55"/>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61" name="Google Shape;7561;p55"/>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62" name="Google Shape;7562;p55"/>
              <p:cNvGrpSpPr/>
              <p:nvPr/>
            </p:nvGrpSpPr>
            <p:grpSpPr>
              <a:xfrm>
                <a:off x="3973882" y="3779449"/>
                <a:ext cx="37776" cy="32357"/>
                <a:chOff x="3973882" y="3779449"/>
                <a:chExt cx="37776" cy="32357"/>
              </a:xfrm>
            </p:grpSpPr>
            <p:sp>
              <p:nvSpPr>
                <p:cNvPr id="7563" name="Google Shape;7563;p55"/>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64" name="Google Shape;7564;p55"/>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65" name="Google Shape;7565;p55"/>
              <p:cNvGrpSpPr/>
              <p:nvPr/>
            </p:nvGrpSpPr>
            <p:grpSpPr>
              <a:xfrm>
                <a:off x="4073398" y="3838028"/>
                <a:ext cx="37776" cy="32380"/>
                <a:chOff x="4073398" y="3838028"/>
                <a:chExt cx="37776" cy="32380"/>
              </a:xfrm>
            </p:grpSpPr>
            <p:sp>
              <p:nvSpPr>
                <p:cNvPr id="7566" name="Google Shape;7566;p55"/>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67" name="Google Shape;7567;p55"/>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68" name="Google Shape;7568;p55"/>
              <p:cNvGrpSpPr/>
              <p:nvPr/>
            </p:nvGrpSpPr>
            <p:grpSpPr>
              <a:xfrm>
                <a:off x="4342672" y="4144496"/>
                <a:ext cx="37752" cy="32364"/>
                <a:chOff x="4342672" y="4144496"/>
                <a:chExt cx="37752" cy="32364"/>
              </a:xfrm>
            </p:grpSpPr>
            <p:sp>
              <p:nvSpPr>
                <p:cNvPr id="7569" name="Google Shape;7569;p55"/>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70" name="Google Shape;7570;p55"/>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71" name="Google Shape;7571;p55"/>
              <p:cNvGrpSpPr/>
              <p:nvPr/>
            </p:nvGrpSpPr>
            <p:grpSpPr>
              <a:xfrm>
                <a:off x="4406386" y="4056872"/>
                <a:ext cx="37783" cy="32364"/>
                <a:chOff x="4406386" y="4056872"/>
                <a:chExt cx="37783" cy="32364"/>
              </a:xfrm>
            </p:grpSpPr>
            <p:sp>
              <p:nvSpPr>
                <p:cNvPr id="7572" name="Google Shape;7572;p55"/>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73" name="Google Shape;7573;p55"/>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74" name="Google Shape;7574;p55"/>
              <p:cNvGrpSpPr/>
              <p:nvPr/>
            </p:nvGrpSpPr>
            <p:grpSpPr>
              <a:xfrm>
                <a:off x="4284416" y="4245254"/>
                <a:ext cx="37783" cy="32357"/>
                <a:chOff x="4284416" y="4245254"/>
                <a:chExt cx="37783" cy="32357"/>
              </a:xfrm>
            </p:grpSpPr>
            <p:sp>
              <p:nvSpPr>
                <p:cNvPr id="7575" name="Google Shape;7575;p55"/>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76" name="Google Shape;7576;p55"/>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77" name="Google Shape;7577;p55"/>
              <p:cNvGrpSpPr/>
              <p:nvPr/>
            </p:nvGrpSpPr>
            <p:grpSpPr>
              <a:xfrm>
                <a:off x="4219057" y="4331258"/>
                <a:ext cx="37776" cy="32364"/>
                <a:chOff x="4219057" y="4331258"/>
                <a:chExt cx="37776" cy="32364"/>
              </a:xfrm>
            </p:grpSpPr>
            <p:sp>
              <p:nvSpPr>
                <p:cNvPr id="7578" name="Google Shape;7578;p55"/>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79" name="Google Shape;7579;p55"/>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80" name="Google Shape;7580;p55"/>
              <p:cNvGrpSpPr/>
              <p:nvPr/>
            </p:nvGrpSpPr>
            <p:grpSpPr>
              <a:xfrm>
                <a:off x="4204122" y="4141688"/>
                <a:ext cx="33497" cy="28699"/>
                <a:chOff x="4204122" y="4141688"/>
                <a:chExt cx="33497" cy="28699"/>
              </a:xfrm>
            </p:grpSpPr>
            <p:sp>
              <p:nvSpPr>
                <p:cNvPr id="7581" name="Google Shape;7581;p55"/>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82" name="Google Shape;7582;p55"/>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83" name="Google Shape;7583;p55"/>
              <p:cNvGrpSpPr/>
              <p:nvPr/>
            </p:nvGrpSpPr>
            <p:grpSpPr>
              <a:xfrm>
                <a:off x="4301546" y="4003869"/>
                <a:ext cx="38916" cy="33324"/>
                <a:chOff x="4301546" y="4003869"/>
                <a:chExt cx="38916" cy="33324"/>
              </a:xfrm>
            </p:grpSpPr>
            <p:sp>
              <p:nvSpPr>
                <p:cNvPr id="7584" name="Google Shape;7584;p55"/>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85" name="Google Shape;7585;p55"/>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86" name="Google Shape;7586;p55"/>
              <p:cNvGrpSpPr/>
              <p:nvPr/>
            </p:nvGrpSpPr>
            <p:grpSpPr>
              <a:xfrm>
                <a:off x="4210681" y="3924669"/>
                <a:ext cx="36549" cy="31366"/>
                <a:chOff x="4210681" y="3924669"/>
                <a:chExt cx="36549" cy="31366"/>
              </a:xfrm>
            </p:grpSpPr>
            <p:sp>
              <p:nvSpPr>
                <p:cNvPr id="7587" name="Google Shape;7587;p55"/>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88" name="Google Shape;7588;p55"/>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89" name="Google Shape;7589;p55"/>
              <p:cNvGrpSpPr/>
              <p:nvPr/>
            </p:nvGrpSpPr>
            <p:grpSpPr>
              <a:xfrm>
                <a:off x="3987771" y="3628874"/>
                <a:ext cx="31499" cy="26993"/>
                <a:chOff x="3987771" y="3628874"/>
                <a:chExt cx="31499" cy="26993"/>
              </a:xfrm>
            </p:grpSpPr>
            <p:sp>
              <p:nvSpPr>
                <p:cNvPr id="7590" name="Google Shape;7590;p55"/>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91" name="Google Shape;7591;p55"/>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92" name="Google Shape;7592;p55"/>
              <p:cNvGrpSpPr/>
              <p:nvPr/>
            </p:nvGrpSpPr>
            <p:grpSpPr>
              <a:xfrm>
                <a:off x="4087382" y="3775674"/>
                <a:ext cx="31405" cy="26898"/>
                <a:chOff x="4087382" y="3775674"/>
                <a:chExt cx="31405" cy="26898"/>
              </a:xfrm>
            </p:grpSpPr>
            <p:sp>
              <p:nvSpPr>
                <p:cNvPr id="7593" name="Google Shape;7593;p55"/>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94" name="Google Shape;7594;p55"/>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95" name="Google Shape;7595;p55"/>
              <p:cNvGrpSpPr/>
              <p:nvPr/>
            </p:nvGrpSpPr>
            <p:grpSpPr>
              <a:xfrm>
                <a:off x="4118873" y="3856637"/>
                <a:ext cx="31405" cy="26906"/>
                <a:chOff x="4118873" y="3856637"/>
                <a:chExt cx="31405" cy="26906"/>
              </a:xfrm>
            </p:grpSpPr>
            <p:sp>
              <p:nvSpPr>
                <p:cNvPr id="7596" name="Google Shape;7596;p55"/>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597" name="Google Shape;7597;p55"/>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598" name="Google Shape;7598;p55"/>
              <p:cNvGrpSpPr/>
              <p:nvPr/>
            </p:nvGrpSpPr>
            <p:grpSpPr>
              <a:xfrm>
                <a:off x="4168541" y="3639523"/>
                <a:ext cx="31499" cy="26906"/>
                <a:chOff x="4168541" y="3639523"/>
                <a:chExt cx="31499" cy="26906"/>
              </a:xfrm>
            </p:grpSpPr>
            <p:sp>
              <p:nvSpPr>
                <p:cNvPr id="7599" name="Google Shape;7599;p55"/>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00" name="Google Shape;7600;p55"/>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01" name="Google Shape;7601;p55"/>
              <p:cNvGrpSpPr/>
              <p:nvPr/>
            </p:nvGrpSpPr>
            <p:grpSpPr>
              <a:xfrm>
                <a:off x="3965789" y="3393545"/>
                <a:ext cx="31405" cy="26945"/>
                <a:chOff x="3965789" y="3393545"/>
                <a:chExt cx="31405" cy="26945"/>
              </a:xfrm>
            </p:grpSpPr>
            <p:sp>
              <p:nvSpPr>
                <p:cNvPr id="7602" name="Google Shape;7602;p55"/>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03" name="Google Shape;7603;p55"/>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04" name="Google Shape;7604;p55"/>
              <p:cNvGrpSpPr/>
              <p:nvPr/>
            </p:nvGrpSpPr>
            <p:grpSpPr>
              <a:xfrm>
                <a:off x="3925166" y="3491008"/>
                <a:ext cx="31405" cy="27001"/>
                <a:chOff x="3925166" y="3491008"/>
                <a:chExt cx="31405" cy="27001"/>
              </a:xfrm>
            </p:grpSpPr>
            <p:sp>
              <p:nvSpPr>
                <p:cNvPr id="7605" name="Google Shape;7605;p55"/>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06" name="Google Shape;7606;p55"/>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07" name="Google Shape;7607;p55"/>
              <p:cNvGrpSpPr/>
              <p:nvPr/>
            </p:nvGrpSpPr>
            <p:grpSpPr>
              <a:xfrm>
                <a:off x="3682845" y="3340976"/>
                <a:ext cx="31397" cy="26898"/>
                <a:chOff x="3682845" y="3340976"/>
                <a:chExt cx="31397" cy="26898"/>
              </a:xfrm>
            </p:grpSpPr>
            <p:sp>
              <p:nvSpPr>
                <p:cNvPr id="7608" name="Google Shape;7608;p55"/>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09" name="Google Shape;7609;p55"/>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10" name="Google Shape;7610;p55"/>
              <p:cNvGrpSpPr/>
              <p:nvPr/>
            </p:nvGrpSpPr>
            <p:grpSpPr>
              <a:xfrm>
                <a:off x="3795393" y="3353725"/>
                <a:ext cx="31499" cy="26993"/>
                <a:chOff x="3795393" y="3353725"/>
                <a:chExt cx="31499" cy="26993"/>
              </a:xfrm>
            </p:grpSpPr>
            <p:sp>
              <p:nvSpPr>
                <p:cNvPr id="7611" name="Google Shape;7611;p55"/>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12" name="Google Shape;7612;p55"/>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13" name="Google Shape;7613;p55"/>
              <p:cNvGrpSpPr/>
              <p:nvPr/>
            </p:nvGrpSpPr>
            <p:grpSpPr>
              <a:xfrm>
                <a:off x="4176909" y="4363221"/>
                <a:ext cx="38924" cy="33316"/>
                <a:chOff x="4176909" y="4363221"/>
                <a:chExt cx="38924" cy="33316"/>
              </a:xfrm>
            </p:grpSpPr>
            <p:sp>
              <p:nvSpPr>
                <p:cNvPr id="7614" name="Google Shape;7614;p55"/>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15" name="Google Shape;7615;p55"/>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16" name="Google Shape;7616;p55"/>
              <p:cNvGrpSpPr/>
              <p:nvPr/>
            </p:nvGrpSpPr>
            <p:grpSpPr>
              <a:xfrm>
                <a:off x="4226191" y="4007660"/>
                <a:ext cx="33560" cy="28770"/>
                <a:chOff x="4226191" y="4007660"/>
                <a:chExt cx="33560" cy="28770"/>
              </a:xfrm>
            </p:grpSpPr>
            <p:sp>
              <p:nvSpPr>
                <p:cNvPr id="7617" name="Google Shape;7617;p55"/>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18" name="Google Shape;7618;p55"/>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19" name="Google Shape;7619;p55"/>
              <p:cNvGrpSpPr/>
              <p:nvPr/>
            </p:nvGrpSpPr>
            <p:grpSpPr>
              <a:xfrm>
                <a:off x="3597785" y="3377045"/>
                <a:ext cx="33591" cy="28699"/>
                <a:chOff x="3597785" y="3377045"/>
                <a:chExt cx="33591" cy="28699"/>
              </a:xfrm>
            </p:grpSpPr>
            <p:sp>
              <p:nvSpPr>
                <p:cNvPr id="7620" name="Google Shape;7620;p55"/>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21" name="Google Shape;7621;p55"/>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22" name="Google Shape;7622;p55"/>
              <p:cNvGrpSpPr/>
              <p:nvPr/>
            </p:nvGrpSpPr>
            <p:grpSpPr>
              <a:xfrm>
                <a:off x="3887870" y="3669796"/>
                <a:ext cx="33591" cy="28692"/>
                <a:chOff x="3887870" y="3669796"/>
                <a:chExt cx="33591" cy="28692"/>
              </a:xfrm>
            </p:grpSpPr>
            <p:sp>
              <p:nvSpPr>
                <p:cNvPr id="7623" name="Google Shape;7623;p55"/>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24" name="Google Shape;7624;p55"/>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25" name="Google Shape;7625;p55"/>
              <p:cNvGrpSpPr/>
              <p:nvPr/>
            </p:nvGrpSpPr>
            <p:grpSpPr>
              <a:xfrm>
                <a:off x="3818320" y="3481625"/>
                <a:ext cx="33497" cy="28770"/>
                <a:chOff x="3818320" y="3481625"/>
                <a:chExt cx="33497" cy="28770"/>
              </a:xfrm>
            </p:grpSpPr>
            <p:sp>
              <p:nvSpPr>
                <p:cNvPr id="7626" name="Google Shape;7626;p55"/>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27" name="Google Shape;7627;p55"/>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28" name="Google Shape;7628;p55"/>
              <p:cNvGrpSpPr/>
              <p:nvPr/>
            </p:nvGrpSpPr>
            <p:grpSpPr>
              <a:xfrm>
                <a:off x="4278139" y="4120948"/>
                <a:ext cx="37492" cy="32129"/>
                <a:chOff x="4278139" y="4120948"/>
                <a:chExt cx="37492" cy="32129"/>
              </a:xfrm>
            </p:grpSpPr>
            <p:sp>
              <p:nvSpPr>
                <p:cNvPr id="7629" name="Google Shape;7629;p55"/>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30" name="Google Shape;7630;p55"/>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31" name="Google Shape;7631;p55"/>
              <p:cNvGrpSpPr/>
              <p:nvPr/>
            </p:nvGrpSpPr>
            <p:grpSpPr>
              <a:xfrm>
                <a:off x="4419898" y="3977388"/>
                <a:ext cx="33497" cy="28692"/>
                <a:chOff x="4419898" y="3977388"/>
                <a:chExt cx="33497" cy="28692"/>
              </a:xfrm>
            </p:grpSpPr>
            <p:sp>
              <p:nvSpPr>
                <p:cNvPr id="7632" name="Google Shape;7632;p55"/>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33" name="Google Shape;7633;p55"/>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34" name="Google Shape;7634;p55"/>
              <p:cNvGrpSpPr/>
              <p:nvPr/>
            </p:nvGrpSpPr>
            <p:grpSpPr>
              <a:xfrm>
                <a:off x="4158930" y="4034684"/>
                <a:ext cx="33497" cy="28762"/>
                <a:chOff x="4158930" y="4034684"/>
                <a:chExt cx="33497" cy="28762"/>
              </a:xfrm>
            </p:grpSpPr>
            <p:sp>
              <p:nvSpPr>
                <p:cNvPr id="7635" name="Google Shape;7635;p55"/>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36" name="Google Shape;7636;p55"/>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37" name="Google Shape;7637;p55"/>
              <p:cNvGrpSpPr/>
              <p:nvPr/>
            </p:nvGrpSpPr>
            <p:grpSpPr>
              <a:xfrm>
                <a:off x="4134949" y="3957049"/>
                <a:ext cx="33497" cy="28770"/>
                <a:chOff x="4134949" y="3957049"/>
                <a:chExt cx="33497" cy="28770"/>
              </a:xfrm>
            </p:grpSpPr>
            <p:sp>
              <p:nvSpPr>
                <p:cNvPr id="7638" name="Google Shape;7638;p55"/>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39" name="Google Shape;7639;p55"/>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40" name="Google Shape;7640;p55"/>
              <p:cNvGrpSpPr/>
              <p:nvPr/>
            </p:nvGrpSpPr>
            <p:grpSpPr>
              <a:xfrm>
                <a:off x="4193653" y="4184403"/>
                <a:ext cx="43580" cy="37264"/>
                <a:chOff x="4193653" y="4184403"/>
                <a:chExt cx="43580" cy="37264"/>
              </a:xfrm>
            </p:grpSpPr>
            <p:sp>
              <p:nvSpPr>
                <p:cNvPr id="7641" name="Google Shape;7641;p55"/>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42" name="Google Shape;7642;p55"/>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43" name="Google Shape;7643;p55"/>
              <p:cNvGrpSpPr/>
              <p:nvPr/>
            </p:nvGrpSpPr>
            <p:grpSpPr>
              <a:xfrm>
                <a:off x="4343600" y="3943844"/>
                <a:ext cx="43580" cy="37312"/>
                <a:chOff x="4343600" y="3943844"/>
                <a:chExt cx="43580" cy="37312"/>
              </a:xfrm>
            </p:grpSpPr>
            <p:sp>
              <p:nvSpPr>
                <p:cNvPr id="7644" name="Google Shape;7644;p55"/>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45" name="Google Shape;7645;p55"/>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46" name="Google Shape;7646;p55"/>
              <p:cNvGrpSpPr/>
              <p:nvPr/>
            </p:nvGrpSpPr>
            <p:grpSpPr>
              <a:xfrm>
                <a:off x="4172339" y="3381693"/>
                <a:ext cx="31499" cy="27001"/>
                <a:chOff x="4172339" y="3381693"/>
                <a:chExt cx="31499" cy="27001"/>
              </a:xfrm>
            </p:grpSpPr>
            <p:sp>
              <p:nvSpPr>
                <p:cNvPr id="7647" name="Google Shape;7647;p55"/>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48" name="Google Shape;7648;p55"/>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7652"/>
        <p:cNvGrpSpPr/>
        <p:nvPr/>
      </p:nvGrpSpPr>
      <p:grpSpPr>
        <a:xfrm>
          <a:off x="0" y="0"/>
          <a:ext cx="0" cy="0"/>
          <a:chOff x="0" y="0"/>
          <a:chExt cx="0" cy="0"/>
        </a:xfrm>
      </p:grpSpPr>
      <p:grpSp>
        <p:nvGrpSpPr>
          <p:cNvPr id="7653" name="Google Shape;7653;p56"/>
          <p:cNvGrpSpPr/>
          <p:nvPr/>
        </p:nvGrpSpPr>
        <p:grpSpPr>
          <a:xfrm>
            <a:off x="729274" y="1175734"/>
            <a:ext cx="2507799" cy="206239"/>
            <a:chOff x="106648" y="895722"/>
            <a:chExt cx="4481413" cy="374300"/>
          </a:xfrm>
        </p:grpSpPr>
        <p:grpSp>
          <p:nvGrpSpPr>
            <p:cNvPr id="7654" name="Google Shape;7654;p56"/>
            <p:cNvGrpSpPr/>
            <p:nvPr/>
          </p:nvGrpSpPr>
          <p:grpSpPr>
            <a:xfrm>
              <a:off x="2233276" y="895722"/>
              <a:ext cx="1082667" cy="223591"/>
              <a:chOff x="4808316" y="2800065"/>
              <a:chExt cx="1999386" cy="412910"/>
            </a:xfrm>
          </p:grpSpPr>
          <p:sp>
            <p:nvSpPr>
              <p:cNvPr id="7655" name="Google Shape;7655;p56"/>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656" name="Google Shape;7656;p56"/>
              <p:cNvGrpSpPr/>
              <p:nvPr/>
            </p:nvGrpSpPr>
            <p:grpSpPr>
              <a:xfrm>
                <a:off x="4808316" y="2800065"/>
                <a:ext cx="92400" cy="411825"/>
                <a:chOff x="845575" y="2563700"/>
                <a:chExt cx="92400" cy="411825"/>
              </a:xfrm>
            </p:grpSpPr>
            <p:cxnSp>
              <p:nvCxnSpPr>
                <p:cNvPr id="7657" name="Google Shape;7657;p5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658" name="Google Shape;7658;p5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659" name="Google Shape;7659;p56"/>
            <p:cNvGrpSpPr/>
            <p:nvPr/>
          </p:nvGrpSpPr>
          <p:grpSpPr>
            <a:xfrm>
              <a:off x="106648" y="895722"/>
              <a:ext cx="1088401" cy="223591"/>
              <a:chOff x="881025" y="2800065"/>
              <a:chExt cx="2009975" cy="412910"/>
            </a:xfrm>
          </p:grpSpPr>
          <p:sp>
            <p:nvSpPr>
              <p:cNvPr id="7660" name="Google Shape;7660;p56"/>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661" name="Google Shape;7661;p56"/>
              <p:cNvGrpSpPr/>
              <p:nvPr/>
            </p:nvGrpSpPr>
            <p:grpSpPr>
              <a:xfrm>
                <a:off x="881025" y="2800065"/>
                <a:ext cx="92400" cy="411825"/>
                <a:chOff x="845575" y="2563700"/>
                <a:chExt cx="92400" cy="411825"/>
              </a:xfrm>
            </p:grpSpPr>
            <p:cxnSp>
              <p:nvCxnSpPr>
                <p:cNvPr id="7662" name="Google Shape;7662;p5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663" name="Google Shape;7663;p5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664" name="Google Shape;7664;p56"/>
            <p:cNvGrpSpPr/>
            <p:nvPr/>
          </p:nvGrpSpPr>
          <p:grpSpPr>
            <a:xfrm>
              <a:off x="1172346" y="1047018"/>
              <a:ext cx="1083151" cy="223003"/>
              <a:chOff x="2849073" y="3079467"/>
              <a:chExt cx="2000279" cy="411825"/>
            </a:xfrm>
          </p:grpSpPr>
          <p:sp>
            <p:nvSpPr>
              <p:cNvPr id="7665" name="Google Shape;7665;p56"/>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666" name="Google Shape;7666;p56"/>
              <p:cNvGrpSpPr/>
              <p:nvPr/>
            </p:nvGrpSpPr>
            <p:grpSpPr>
              <a:xfrm rot="10800000">
                <a:off x="2849073" y="3079467"/>
                <a:ext cx="92400" cy="411825"/>
                <a:chOff x="2070100" y="2563700"/>
                <a:chExt cx="92400" cy="411825"/>
              </a:xfrm>
            </p:grpSpPr>
            <p:cxnSp>
              <p:nvCxnSpPr>
                <p:cNvPr id="7667" name="Google Shape;7667;p5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668" name="Google Shape;7668;p5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669" name="Google Shape;7669;p56"/>
            <p:cNvGrpSpPr/>
            <p:nvPr/>
          </p:nvGrpSpPr>
          <p:grpSpPr>
            <a:xfrm>
              <a:off x="3290132" y="1047018"/>
              <a:ext cx="1297929" cy="223003"/>
              <a:chOff x="6760035" y="3079467"/>
              <a:chExt cx="2396914" cy="411825"/>
            </a:xfrm>
          </p:grpSpPr>
          <p:sp>
            <p:nvSpPr>
              <p:cNvPr id="7670" name="Google Shape;7670;p56"/>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671" name="Google Shape;7671;p56"/>
              <p:cNvGrpSpPr/>
              <p:nvPr/>
            </p:nvGrpSpPr>
            <p:grpSpPr>
              <a:xfrm rot="10800000">
                <a:off x="6760035" y="3079467"/>
                <a:ext cx="92400" cy="411825"/>
                <a:chOff x="2070100" y="2563700"/>
                <a:chExt cx="92400" cy="411825"/>
              </a:xfrm>
            </p:grpSpPr>
            <p:cxnSp>
              <p:nvCxnSpPr>
                <p:cNvPr id="7672" name="Google Shape;7672;p5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673" name="Google Shape;7673;p5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7674" name="Google Shape;7674;p56"/>
          <p:cNvGrpSpPr/>
          <p:nvPr/>
        </p:nvGrpSpPr>
        <p:grpSpPr>
          <a:xfrm>
            <a:off x="2147036" y="3575105"/>
            <a:ext cx="1086701" cy="799429"/>
            <a:chOff x="2183288" y="3555572"/>
            <a:chExt cx="1136241" cy="835873"/>
          </a:xfrm>
        </p:grpSpPr>
        <p:sp>
          <p:nvSpPr>
            <p:cNvPr id="7675" name="Google Shape;7675;p56"/>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676" name="Google Shape;7676;p56"/>
            <p:cNvGrpSpPr/>
            <p:nvPr/>
          </p:nvGrpSpPr>
          <p:grpSpPr>
            <a:xfrm>
              <a:off x="2205895" y="3637269"/>
              <a:ext cx="1089848" cy="724993"/>
              <a:chOff x="2205895" y="3637269"/>
              <a:chExt cx="1089848" cy="724993"/>
            </a:xfrm>
          </p:grpSpPr>
          <p:sp>
            <p:nvSpPr>
              <p:cNvPr id="7677" name="Google Shape;7677;p56"/>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78" name="Google Shape;7678;p56"/>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79" name="Google Shape;7679;p56"/>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80" name="Google Shape;7680;p56"/>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81" name="Google Shape;7681;p56"/>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682" name="Google Shape;7682;p56"/>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683" name="Google Shape;7683;p56"/>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7684" name="Google Shape;7684;p56"/>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7685" name="Google Shape;7685;p56"/>
            <p:cNvGrpSpPr/>
            <p:nvPr/>
          </p:nvGrpSpPr>
          <p:grpSpPr>
            <a:xfrm>
              <a:off x="3173850" y="3779426"/>
              <a:ext cx="145679" cy="70048"/>
              <a:chOff x="3173850" y="3779426"/>
              <a:chExt cx="145679" cy="70048"/>
            </a:xfrm>
          </p:grpSpPr>
          <p:cxnSp>
            <p:nvCxnSpPr>
              <p:cNvPr id="7686" name="Google Shape;7686;p56"/>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7687" name="Google Shape;7687;p56"/>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688" name="Google Shape;7688;p56"/>
            <p:cNvGrpSpPr/>
            <p:nvPr/>
          </p:nvGrpSpPr>
          <p:grpSpPr>
            <a:xfrm>
              <a:off x="2183288" y="4139483"/>
              <a:ext cx="145133" cy="70048"/>
              <a:chOff x="2183288" y="4139483"/>
              <a:chExt cx="145133" cy="70048"/>
            </a:xfrm>
          </p:grpSpPr>
          <p:cxnSp>
            <p:nvCxnSpPr>
              <p:cNvPr id="7689" name="Google Shape;7689;p56"/>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7690" name="Google Shape;7690;p56"/>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691" name="Google Shape;7691;p56"/>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7692" name="Google Shape;7692;p56"/>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7693" name="Google Shape;7693;p56"/>
            <p:cNvGrpSpPr/>
            <p:nvPr/>
          </p:nvGrpSpPr>
          <p:grpSpPr>
            <a:xfrm>
              <a:off x="2943836" y="4268886"/>
              <a:ext cx="60717" cy="122559"/>
              <a:chOff x="2943836" y="4268886"/>
              <a:chExt cx="60717" cy="122559"/>
            </a:xfrm>
          </p:grpSpPr>
          <p:sp>
            <p:nvSpPr>
              <p:cNvPr id="7694" name="Google Shape;7694;p56"/>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7695" name="Google Shape;7695;p56"/>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7696" name="Google Shape;7696;p56"/>
          <p:cNvGrpSpPr/>
          <p:nvPr/>
        </p:nvGrpSpPr>
        <p:grpSpPr>
          <a:xfrm>
            <a:off x="3409981" y="1496104"/>
            <a:ext cx="1675870" cy="758251"/>
            <a:chOff x="3530532" y="1496185"/>
            <a:chExt cx="1562000" cy="706730"/>
          </a:xfrm>
        </p:grpSpPr>
        <p:cxnSp>
          <p:nvCxnSpPr>
            <p:cNvPr id="7697" name="Google Shape;7697;p56"/>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7698" name="Google Shape;7698;p56"/>
            <p:cNvGrpSpPr/>
            <p:nvPr/>
          </p:nvGrpSpPr>
          <p:grpSpPr>
            <a:xfrm>
              <a:off x="3530532" y="1496185"/>
              <a:ext cx="323430" cy="463587"/>
              <a:chOff x="3530532" y="1496185"/>
              <a:chExt cx="323430" cy="463587"/>
            </a:xfrm>
          </p:grpSpPr>
          <p:grpSp>
            <p:nvGrpSpPr>
              <p:cNvPr id="7699" name="Google Shape;7699;p56"/>
              <p:cNvGrpSpPr/>
              <p:nvPr/>
            </p:nvGrpSpPr>
            <p:grpSpPr>
              <a:xfrm>
                <a:off x="3567462" y="1496185"/>
                <a:ext cx="286500" cy="361376"/>
                <a:chOff x="3567462" y="1496185"/>
                <a:chExt cx="286500" cy="361376"/>
              </a:xfrm>
            </p:grpSpPr>
            <p:cxnSp>
              <p:nvCxnSpPr>
                <p:cNvPr id="7700" name="Google Shape;7700;p56"/>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7701" name="Google Shape;7701;p56"/>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702" name="Google Shape;7702;p56"/>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03" name="Google Shape;7703;p56"/>
            <p:cNvGrpSpPr/>
            <p:nvPr/>
          </p:nvGrpSpPr>
          <p:grpSpPr>
            <a:xfrm>
              <a:off x="3891569" y="1779209"/>
              <a:ext cx="323945" cy="423706"/>
              <a:chOff x="3891569" y="1779209"/>
              <a:chExt cx="323945" cy="423706"/>
            </a:xfrm>
          </p:grpSpPr>
          <p:grpSp>
            <p:nvGrpSpPr>
              <p:cNvPr id="7704" name="Google Shape;7704;p56"/>
              <p:cNvGrpSpPr/>
              <p:nvPr/>
            </p:nvGrpSpPr>
            <p:grpSpPr>
              <a:xfrm>
                <a:off x="3929014" y="1881638"/>
                <a:ext cx="286500" cy="321278"/>
                <a:chOff x="3929014" y="1881638"/>
                <a:chExt cx="286500" cy="321278"/>
              </a:xfrm>
            </p:grpSpPr>
            <p:cxnSp>
              <p:nvCxnSpPr>
                <p:cNvPr id="7705" name="Google Shape;7705;p56"/>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7706" name="Google Shape;7706;p56"/>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707" name="Google Shape;7707;p56"/>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08" name="Google Shape;7708;p56"/>
            <p:cNvGrpSpPr/>
            <p:nvPr/>
          </p:nvGrpSpPr>
          <p:grpSpPr>
            <a:xfrm>
              <a:off x="4252606" y="1496185"/>
              <a:ext cx="324721" cy="463587"/>
              <a:chOff x="4252606" y="1496185"/>
              <a:chExt cx="324721" cy="463587"/>
            </a:xfrm>
          </p:grpSpPr>
          <p:grpSp>
            <p:nvGrpSpPr>
              <p:cNvPr id="7709" name="Google Shape;7709;p56"/>
              <p:cNvGrpSpPr/>
              <p:nvPr/>
            </p:nvGrpSpPr>
            <p:grpSpPr>
              <a:xfrm>
                <a:off x="4290828" y="1496185"/>
                <a:ext cx="286500" cy="361376"/>
                <a:chOff x="4290828" y="1496185"/>
                <a:chExt cx="286500" cy="361376"/>
              </a:xfrm>
            </p:grpSpPr>
            <p:cxnSp>
              <p:nvCxnSpPr>
                <p:cNvPr id="7710" name="Google Shape;7710;p56"/>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7711" name="Google Shape;7711;p56"/>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712" name="Google Shape;7712;p56"/>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13" name="Google Shape;7713;p56"/>
            <p:cNvGrpSpPr/>
            <p:nvPr/>
          </p:nvGrpSpPr>
          <p:grpSpPr>
            <a:xfrm>
              <a:off x="4613643" y="1763716"/>
              <a:ext cx="325308" cy="439200"/>
              <a:chOff x="4613643" y="1763716"/>
              <a:chExt cx="325308" cy="439200"/>
            </a:xfrm>
          </p:grpSpPr>
          <p:grpSp>
            <p:nvGrpSpPr>
              <p:cNvPr id="7714" name="Google Shape;7714;p56"/>
              <p:cNvGrpSpPr/>
              <p:nvPr/>
            </p:nvGrpSpPr>
            <p:grpSpPr>
              <a:xfrm>
                <a:off x="4652451" y="1879538"/>
                <a:ext cx="286500" cy="323378"/>
                <a:chOff x="4652451" y="1879538"/>
                <a:chExt cx="286500" cy="323378"/>
              </a:xfrm>
            </p:grpSpPr>
            <p:cxnSp>
              <p:nvCxnSpPr>
                <p:cNvPr id="7715" name="Google Shape;7715;p56"/>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7716" name="Google Shape;7716;p56"/>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717" name="Google Shape;7717;p56"/>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718" name="Google Shape;7718;p56"/>
          <p:cNvGrpSpPr/>
          <p:nvPr/>
        </p:nvGrpSpPr>
        <p:grpSpPr>
          <a:xfrm>
            <a:off x="3421841" y="2349730"/>
            <a:ext cx="1652173" cy="391517"/>
            <a:chOff x="3512551" y="2358270"/>
            <a:chExt cx="1597383" cy="378533"/>
          </a:xfrm>
        </p:grpSpPr>
        <p:cxnSp>
          <p:nvCxnSpPr>
            <p:cNvPr id="7719" name="Google Shape;7719;p56"/>
            <p:cNvCxnSpPr>
              <a:stCxn id="7720" idx="6"/>
              <a:endCxn id="7721"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7722" name="Google Shape;7722;p56"/>
            <p:cNvGrpSpPr/>
            <p:nvPr/>
          </p:nvGrpSpPr>
          <p:grpSpPr>
            <a:xfrm>
              <a:off x="3512551" y="2358270"/>
              <a:ext cx="225647" cy="307714"/>
              <a:chOff x="2182679" y="2004714"/>
              <a:chExt cx="792300" cy="1080458"/>
            </a:xfrm>
          </p:grpSpPr>
          <p:cxnSp>
            <p:nvCxnSpPr>
              <p:cNvPr id="7723" name="Google Shape;7723;p56"/>
              <p:cNvCxnSpPr>
                <a:stCxn id="7724"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7720" name="Google Shape;7720;p56"/>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24" name="Google Shape;7724;p56"/>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25" name="Google Shape;7725;p56"/>
            <p:cNvGrpSpPr/>
            <p:nvPr/>
          </p:nvGrpSpPr>
          <p:grpSpPr>
            <a:xfrm>
              <a:off x="3969644" y="2440153"/>
              <a:ext cx="225853" cy="296651"/>
              <a:chOff x="3775710" y="1729289"/>
              <a:chExt cx="136500" cy="179289"/>
            </a:xfrm>
          </p:grpSpPr>
          <p:cxnSp>
            <p:nvCxnSpPr>
              <p:cNvPr id="7726" name="Google Shape;7726;p56"/>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7727" name="Google Shape;7727;p56"/>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28" name="Google Shape;7728;p56"/>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29" name="Google Shape;7729;p56"/>
            <p:cNvGrpSpPr/>
            <p:nvPr/>
          </p:nvGrpSpPr>
          <p:grpSpPr>
            <a:xfrm>
              <a:off x="4427051" y="2358270"/>
              <a:ext cx="225647" cy="307714"/>
              <a:chOff x="5393704" y="2004714"/>
              <a:chExt cx="792300" cy="1080458"/>
            </a:xfrm>
          </p:grpSpPr>
          <p:cxnSp>
            <p:nvCxnSpPr>
              <p:cNvPr id="7730" name="Google Shape;7730;p56"/>
              <p:cNvCxnSpPr>
                <a:stCxn id="7731"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7732" name="Google Shape;7732;p56"/>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31" name="Google Shape;7731;p56"/>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33" name="Google Shape;7733;p56"/>
            <p:cNvGrpSpPr/>
            <p:nvPr/>
          </p:nvGrpSpPr>
          <p:grpSpPr>
            <a:xfrm>
              <a:off x="4884287" y="2440252"/>
              <a:ext cx="225647" cy="296532"/>
              <a:chOff x="6999166" y="2292572"/>
              <a:chExt cx="792300" cy="1041192"/>
            </a:xfrm>
          </p:grpSpPr>
          <p:cxnSp>
            <p:nvCxnSpPr>
              <p:cNvPr id="7734" name="Google Shape;7734;p56"/>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7721" name="Google Shape;7721;p56"/>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35" name="Google Shape;7735;p56"/>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736" name="Google Shape;7736;p56"/>
          <p:cNvGrpSpPr/>
          <p:nvPr/>
        </p:nvGrpSpPr>
        <p:grpSpPr>
          <a:xfrm>
            <a:off x="6842649" y="1185930"/>
            <a:ext cx="1581844" cy="732818"/>
            <a:chOff x="634175" y="2986275"/>
            <a:chExt cx="3147949" cy="1458344"/>
          </a:xfrm>
        </p:grpSpPr>
        <p:cxnSp>
          <p:nvCxnSpPr>
            <p:cNvPr id="7737" name="Google Shape;7737;p56"/>
            <p:cNvCxnSpPr>
              <a:stCxn id="7738" idx="4"/>
              <a:endCxn id="7739"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7740" name="Google Shape;7740;p56"/>
            <p:cNvCxnSpPr>
              <a:stCxn id="7739" idx="0"/>
              <a:endCxn id="7741"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7742" name="Google Shape;7742;p56"/>
            <p:cNvCxnSpPr>
              <a:stCxn id="7741" idx="4"/>
              <a:endCxn id="7743"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7744" name="Google Shape;7744;p56"/>
            <p:cNvCxnSpPr>
              <a:stCxn id="7743" idx="0"/>
              <a:endCxn id="7745"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7745" name="Google Shape;7745;p56"/>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lang="it-IT" sz="1400" b="0" i="0" u="none" strike="noStrike" cap="none" noProof="0" dirty="0">
                <a:solidFill>
                  <a:srgbClr val="00C3B1"/>
                </a:solidFill>
                <a:latin typeface="Calibri"/>
                <a:ea typeface="Calibri"/>
                <a:cs typeface="Calibri"/>
                <a:sym typeface="Calibri"/>
              </a:endParaRPr>
            </a:p>
          </p:txBody>
        </p:sp>
        <p:sp>
          <p:nvSpPr>
            <p:cNvPr id="7741" name="Google Shape;7741;p56"/>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lang="it-IT" sz="1400" b="0" i="0" u="none" strike="noStrike" cap="none" noProof="0" dirty="0">
                <a:solidFill>
                  <a:srgbClr val="00C3B1"/>
                </a:solidFill>
                <a:latin typeface="Calibri"/>
                <a:ea typeface="Calibri"/>
                <a:cs typeface="Calibri"/>
                <a:sym typeface="Calibri"/>
              </a:endParaRPr>
            </a:p>
          </p:txBody>
        </p:sp>
        <p:sp>
          <p:nvSpPr>
            <p:cNvPr id="7738" name="Google Shape;7738;p56"/>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lang="it-IT" sz="1400" b="0" i="0" u="none" strike="noStrike" cap="none" noProof="0" dirty="0">
                <a:solidFill>
                  <a:srgbClr val="00C3B1"/>
                </a:solidFill>
                <a:latin typeface="Calibri"/>
                <a:ea typeface="Calibri"/>
                <a:cs typeface="Calibri"/>
                <a:sym typeface="Calibri"/>
              </a:endParaRPr>
            </a:p>
          </p:txBody>
        </p:sp>
        <p:sp>
          <p:nvSpPr>
            <p:cNvPr id="7743" name="Google Shape;7743;p56"/>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lang="it-IT" sz="1400" b="0" i="0" u="none" strike="noStrike" cap="none" noProof="0" dirty="0">
                <a:solidFill>
                  <a:srgbClr val="00C3B1"/>
                </a:solidFill>
                <a:latin typeface="Calibri"/>
                <a:ea typeface="Calibri"/>
                <a:cs typeface="Calibri"/>
                <a:sym typeface="Calibri"/>
              </a:endParaRPr>
            </a:p>
          </p:txBody>
        </p:sp>
        <p:sp>
          <p:nvSpPr>
            <p:cNvPr id="7739" name="Google Shape;7739;p56"/>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lang="it-IT" sz="1400" b="0" i="0" u="none" strike="noStrike" cap="none" noProof="0" dirty="0">
                <a:solidFill>
                  <a:srgbClr val="FFFFFF"/>
                </a:solidFill>
                <a:latin typeface="Calibri"/>
                <a:ea typeface="Calibri"/>
                <a:cs typeface="Calibri"/>
                <a:sym typeface="Calibri"/>
              </a:endParaRPr>
            </a:p>
          </p:txBody>
        </p:sp>
      </p:grpSp>
      <p:grpSp>
        <p:nvGrpSpPr>
          <p:cNvPr id="7746" name="Google Shape;7746;p56"/>
          <p:cNvGrpSpPr/>
          <p:nvPr/>
        </p:nvGrpSpPr>
        <p:grpSpPr>
          <a:xfrm>
            <a:off x="3410364" y="2880240"/>
            <a:ext cx="1675128" cy="313674"/>
            <a:chOff x="998425" y="1182125"/>
            <a:chExt cx="1065400" cy="199500"/>
          </a:xfrm>
        </p:grpSpPr>
        <p:sp>
          <p:nvSpPr>
            <p:cNvPr id="7747" name="Google Shape;7747;p5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48" name="Google Shape;7748;p5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49" name="Google Shape;7749;p5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50" name="Google Shape;7750;p5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51" name="Google Shape;7751;p5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52" name="Google Shape;7752;p56"/>
          <p:cNvGrpSpPr/>
          <p:nvPr/>
        </p:nvGrpSpPr>
        <p:grpSpPr>
          <a:xfrm>
            <a:off x="3410363" y="3836206"/>
            <a:ext cx="1675129" cy="525345"/>
            <a:chOff x="5194708" y="3484366"/>
            <a:chExt cx="3148148" cy="987304"/>
          </a:xfrm>
        </p:grpSpPr>
        <p:grpSp>
          <p:nvGrpSpPr>
            <p:cNvPr id="7753" name="Google Shape;7753;p56"/>
            <p:cNvGrpSpPr/>
            <p:nvPr/>
          </p:nvGrpSpPr>
          <p:grpSpPr>
            <a:xfrm>
              <a:off x="7531521" y="3484366"/>
              <a:ext cx="811335" cy="987304"/>
              <a:chOff x="3379425" y="1617275"/>
              <a:chExt cx="1090650" cy="1327200"/>
            </a:xfrm>
          </p:grpSpPr>
          <p:sp>
            <p:nvSpPr>
              <p:cNvPr id="7754" name="Google Shape;7754;p5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55" name="Google Shape;7755;p5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56" name="Google Shape;7756;p5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57" name="Google Shape;7757;p56"/>
            <p:cNvGrpSpPr/>
            <p:nvPr/>
          </p:nvGrpSpPr>
          <p:grpSpPr>
            <a:xfrm>
              <a:off x="6752546" y="3484366"/>
              <a:ext cx="811428" cy="987304"/>
              <a:chOff x="2332275" y="1617275"/>
              <a:chExt cx="1090775" cy="1327200"/>
            </a:xfrm>
          </p:grpSpPr>
          <p:sp>
            <p:nvSpPr>
              <p:cNvPr id="7758" name="Google Shape;7758;p5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59" name="Google Shape;7759;p5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60" name="Google Shape;7760;p5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61" name="Google Shape;7761;p56"/>
            <p:cNvGrpSpPr/>
            <p:nvPr/>
          </p:nvGrpSpPr>
          <p:grpSpPr>
            <a:xfrm>
              <a:off x="5973664" y="3484366"/>
              <a:ext cx="811335" cy="987304"/>
              <a:chOff x="1285250" y="1617275"/>
              <a:chExt cx="1090650" cy="1327200"/>
            </a:xfrm>
          </p:grpSpPr>
          <p:sp>
            <p:nvSpPr>
              <p:cNvPr id="7762" name="Google Shape;7762;p5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63" name="Google Shape;7763;p5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64" name="Google Shape;7764;p5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65" name="Google Shape;7765;p56"/>
            <p:cNvGrpSpPr/>
            <p:nvPr/>
          </p:nvGrpSpPr>
          <p:grpSpPr>
            <a:xfrm>
              <a:off x="5194708" y="3484366"/>
              <a:ext cx="811409" cy="987304"/>
              <a:chOff x="238125" y="1617275"/>
              <a:chExt cx="1090750" cy="1327200"/>
            </a:xfrm>
          </p:grpSpPr>
          <p:sp>
            <p:nvSpPr>
              <p:cNvPr id="7766" name="Google Shape;7766;p5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67" name="Google Shape;7767;p5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68" name="Google Shape;7768;p5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769" name="Google Shape;7769;p56"/>
          <p:cNvGrpSpPr/>
          <p:nvPr/>
        </p:nvGrpSpPr>
        <p:grpSpPr>
          <a:xfrm>
            <a:off x="6844048" y="2482095"/>
            <a:ext cx="1579046" cy="522230"/>
            <a:chOff x="6853641" y="2534077"/>
            <a:chExt cx="1515545" cy="501229"/>
          </a:xfrm>
        </p:grpSpPr>
        <p:grpSp>
          <p:nvGrpSpPr>
            <p:cNvPr id="7770" name="Google Shape;7770;p56"/>
            <p:cNvGrpSpPr/>
            <p:nvPr/>
          </p:nvGrpSpPr>
          <p:grpSpPr>
            <a:xfrm>
              <a:off x="6853641" y="2618923"/>
              <a:ext cx="1515545" cy="324556"/>
              <a:chOff x="6853641" y="2618923"/>
              <a:chExt cx="1515545" cy="324556"/>
            </a:xfrm>
          </p:grpSpPr>
          <p:sp>
            <p:nvSpPr>
              <p:cNvPr id="7771" name="Google Shape;7771;p56"/>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72" name="Google Shape;7772;p56"/>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73" name="Google Shape;7773;p56"/>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74" name="Google Shape;7774;p56"/>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75" name="Google Shape;7775;p56"/>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776" name="Google Shape;7776;p56"/>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77" name="Google Shape;7777;p56"/>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78" name="Google Shape;7778;p56"/>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79" name="Google Shape;7779;p56"/>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80" name="Google Shape;7780;p56"/>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81" name="Google Shape;7781;p56"/>
          <p:cNvGrpSpPr/>
          <p:nvPr/>
        </p:nvGrpSpPr>
        <p:grpSpPr>
          <a:xfrm>
            <a:off x="3438940" y="3357136"/>
            <a:ext cx="1617976" cy="346616"/>
            <a:chOff x="1808063" y="4294338"/>
            <a:chExt cx="3370782" cy="721817"/>
          </a:xfrm>
        </p:grpSpPr>
        <p:sp>
          <p:nvSpPr>
            <p:cNvPr id="7782" name="Google Shape;7782;p5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83" name="Google Shape;7783;p5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84" name="Google Shape;7784;p5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85" name="Google Shape;7785;p5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86" name="Google Shape;7786;p5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87" name="Google Shape;7787;p5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88" name="Google Shape;7788;p5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89" name="Google Shape;7789;p5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90" name="Google Shape;7790;p5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91" name="Google Shape;7791;p5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792" name="Google Shape;7792;p56"/>
          <p:cNvGrpSpPr/>
          <p:nvPr/>
        </p:nvGrpSpPr>
        <p:grpSpPr>
          <a:xfrm>
            <a:off x="5264936" y="4023886"/>
            <a:ext cx="1417067" cy="350605"/>
            <a:chOff x="4234950" y="2101012"/>
            <a:chExt cx="4219974" cy="1044090"/>
          </a:xfrm>
        </p:grpSpPr>
        <p:sp>
          <p:nvSpPr>
            <p:cNvPr id="7793" name="Google Shape;7793;p56"/>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94" name="Google Shape;7794;p56"/>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95" name="Google Shape;7795;p56"/>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96" name="Google Shape;7796;p56"/>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97" name="Google Shape;7797;p56"/>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98" name="Google Shape;7798;p56"/>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799" name="Google Shape;7799;p56"/>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00" name="Google Shape;7800;p56"/>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01" name="Google Shape;7801;p56"/>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02" name="Google Shape;7802;p56"/>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03" name="Google Shape;7803;p56"/>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04" name="Google Shape;7804;p56"/>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05" name="Google Shape;7805;p56"/>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06" name="Google Shape;7806;p56"/>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07" name="Google Shape;7807;p56"/>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08" name="Google Shape;7808;p56"/>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809" name="Google Shape;7809;p56"/>
          <p:cNvGrpSpPr/>
          <p:nvPr/>
        </p:nvGrpSpPr>
        <p:grpSpPr>
          <a:xfrm>
            <a:off x="6840408" y="2014643"/>
            <a:ext cx="1586327" cy="371557"/>
            <a:chOff x="1247650" y="2075423"/>
            <a:chExt cx="6648477" cy="1557238"/>
          </a:xfrm>
        </p:grpSpPr>
        <p:sp>
          <p:nvSpPr>
            <p:cNvPr id="7810" name="Google Shape;7810;p5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11" name="Google Shape;7811;p5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12" name="Google Shape;7812;p5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13" name="Google Shape;7813;p5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14" name="Google Shape;7814;p5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15" name="Google Shape;7815;p5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816" name="Google Shape;7816;p56"/>
          <p:cNvGrpSpPr/>
          <p:nvPr/>
        </p:nvGrpSpPr>
        <p:grpSpPr>
          <a:xfrm>
            <a:off x="5271678" y="1167833"/>
            <a:ext cx="1415601" cy="1648533"/>
            <a:chOff x="1839112" y="2209163"/>
            <a:chExt cx="1918159" cy="2233784"/>
          </a:xfrm>
        </p:grpSpPr>
        <p:sp>
          <p:nvSpPr>
            <p:cNvPr id="7817" name="Google Shape;7817;p56"/>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18" name="Google Shape;7818;p56"/>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19" name="Google Shape;7819;p56"/>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7820" name="Google Shape;7820;p56"/>
            <p:cNvCxnSpPr>
              <a:stCxn id="7817" idx="6"/>
              <a:endCxn id="7818"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7821" name="Google Shape;7821;p56"/>
            <p:cNvCxnSpPr>
              <a:stCxn id="7818" idx="4"/>
              <a:endCxn id="7822"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7823" name="Google Shape;7823;p56"/>
            <p:cNvCxnSpPr>
              <a:stCxn id="7822" idx="6"/>
              <a:endCxn id="7819"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7824" name="Google Shape;7824;p56"/>
            <p:cNvCxnSpPr>
              <a:stCxn id="7819" idx="4"/>
              <a:endCxn id="7825"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7822" name="Google Shape;7822;p56"/>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25" name="Google Shape;7825;p56"/>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26" name="Google Shape;7826;p56"/>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7827" name="Google Shape;7827;p56"/>
            <p:cNvCxnSpPr>
              <a:endCxn id="7826"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7828" name="Google Shape;7828;p56"/>
          <p:cNvGrpSpPr/>
          <p:nvPr/>
        </p:nvGrpSpPr>
        <p:grpSpPr>
          <a:xfrm>
            <a:off x="3428944" y="1185917"/>
            <a:ext cx="1637968" cy="154942"/>
            <a:chOff x="238125" y="2506075"/>
            <a:chExt cx="7115411" cy="673075"/>
          </a:xfrm>
        </p:grpSpPr>
        <p:sp>
          <p:nvSpPr>
            <p:cNvPr id="7829" name="Google Shape;7829;p5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30" name="Google Shape;7830;p5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31" name="Google Shape;7831;p5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32" name="Google Shape;7832;p5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33" name="Google Shape;7833;p5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834" name="Google Shape;7834;p56"/>
          <p:cNvGrpSpPr/>
          <p:nvPr/>
        </p:nvGrpSpPr>
        <p:grpSpPr>
          <a:xfrm>
            <a:off x="1969680" y="1500635"/>
            <a:ext cx="1262932" cy="785408"/>
            <a:chOff x="548861" y="389676"/>
            <a:chExt cx="3843371" cy="2390163"/>
          </a:xfrm>
        </p:grpSpPr>
        <p:cxnSp>
          <p:nvCxnSpPr>
            <p:cNvPr id="7835" name="Google Shape;7835;p56"/>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7836" name="Google Shape;7836;p56"/>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7837" name="Google Shape;7837;p56"/>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7838" name="Google Shape;7838;p56"/>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7839" name="Google Shape;7839;p56"/>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840" name="Google Shape;7840;p56"/>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7841" name="Google Shape;7841;p56"/>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842" name="Google Shape;7842;p56"/>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43" name="Google Shape;7843;p56"/>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44" name="Google Shape;7844;p56"/>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45" name="Google Shape;7845;p56"/>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46" name="Google Shape;7846;p56"/>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47" name="Google Shape;7847;p56"/>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848" name="Google Shape;7848;p56"/>
          <p:cNvGrpSpPr/>
          <p:nvPr/>
        </p:nvGrpSpPr>
        <p:grpSpPr>
          <a:xfrm>
            <a:off x="757812" y="2607512"/>
            <a:ext cx="1412054" cy="633562"/>
            <a:chOff x="1187400" y="2529299"/>
            <a:chExt cx="6769193" cy="2241903"/>
          </a:xfrm>
        </p:grpSpPr>
        <p:sp>
          <p:nvSpPr>
            <p:cNvPr id="7849" name="Google Shape;7849;p56"/>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solidFill>
                  <a:srgbClr val="FFFFFF"/>
                </a:solidFill>
              </a:endParaRPr>
            </a:p>
          </p:txBody>
        </p:sp>
        <p:sp>
          <p:nvSpPr>
            <p:cNvPr id="7850" name="Google Shape;7850;p56"/>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noProof="0" dirty="0">
                <a:solidFill>
                  <a:srgbClr val="FFFFFF"/>
                </a:solidFill>
              </a:endParaRPr>
            </a:p>
          </p:txBody>
        </p:sp>
        <p:sp>
          <p:nvSpPr>
            <p:cNvPr id="7851" name="Google Shape;7851;p56"/>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noProof="0" dirty="0">
                <a:solidFill>
                  <a:srgbClr val="FFFFFF"/>
                </a:solidFill>
              </a:endParaRPr>
            </a:p>
          </p:txBody>
        </p:sp>
        <p:sp>
          <p:nvSpPr>
            <p:cNvPr id="7852" name="Google Shape;7852;p56"/>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noProof="0" dirty="0">
                <a:solidFill>
                  <a:srgbClr val="FFFFFF"/>
                </a:solidFill>
              </a:endParaRPr>
            </a:p>
          </p:txBody>
        </p:sp>
        <p:sp>
          <p:nvSpPr>
            <p:cNvPr id="7853" name="Google Shape;7853;p56"/>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noProof="0" dirty="0">
                <a:solidFill>
                  <a:srgbClr val="FFFFFF"/>
                </a:solidFill>
              </a:endParaRPr>
            </a:p>
          </p:txBody>
        </p:sp>
        <p:sp>
          <p:nvSpPr>
            <p:cNvPr id="7854" name="Google Shape;7854;p56"/>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noProof="0" dirty="0">
                <a:solidFill>
                  <a:srgbClr val="FFFFFF"/>
                </a:solidFill>
              </a:endParaRPr>
            </a:p>
          </p:txBody>
        </p:sp>
        <p:sp>
          <p:nvSpPr>
            <p:cNvPr id="7855" name="Google Shape;7855;p56"/>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noProof="0" dirty="0">
                <a:solidFill>
                  <a:srgbClr val="FFFFFF"/>
                </a:solidFill>
              </a:endParaRPr>
            </a:p>
          </p:txBody>
        </p:sp>
        <p:cxnSp>
          <p:nvCxnSpPr>
            <p:cNvPr id="7856" name="Google Shape;7856;p56"/>
            <p:cNvCxnSpPr>
              <a:stCxn id="7849" idx="2"/>
              <a:endCxn id="7850"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7857" name="Google Shape;7857;p56"/>
            <p:cNvCxnSpPr>
              <a:stCxn id="7851" idx="0"/>
              <a:endCxn id="7849"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7858" name="Google Shape;7858;p56"/>
            <p:cNvCxnSpPr>
              <a:stCxn id="7851" idx="2"/>
              <a:endCxn id="7853"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7859" name="Google Shape;7859;p56"/>
            <p:cNvCxnSpPr>
              <a:stCxn id="7852" idx="0"/>
              <a:endCxn id="7851"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7860" name="Google Shape;7860;p56"/>
            <p:cNvCxnSpPr>
              <a:stCxn id="7850" idx="2"/>
              <a:endCxn id="7855"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7861" name="Google Shape;7861;p56"/>
            <p:cNvCxnSpPr>
              <a:stCxn id="7854" idx="0"/>
              <a:endCxn id="7850"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7862" name="Google Shape;7862;p56"/>
          <p:cNvGrpSpPr/>
          <p:nvPr/>
        </p:nvGrpSpPr>
        <p:grpSpPr>
          <a:xfrm>
            <a:off x="6844058" y="3100221"/>
            <a:ext cx="1579035" cy="540873"/>
            <a:chOff x="6895650" y="3126697"/>
            <a:chExt cx="1436662" cy="492105"/>
          </a:xfrm>
        </p:grpSpPr>
        <p:sp>
          <p:nvSpPr>
            <p:cNvPr id="7863" name="Google Shape;7863;p56"/>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64" name="Google Shape;7864;p56"/>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65" name="Google Shape;7865;p56"/>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66" name="Google Shape;7866;p56"/>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67" name="Google Shape;7867;p56"/>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868" name="Google Shape;7868;p56"/>
            <p:cNvGrpSpPr/>
            <p:nvPr/>
          </p:nvGrpSpPr>
          <p:grpSpPr>
            <a:xfrm>
              <a:off x="6995957" y="3335810"/>
              <a:ext cx="1230393" cy="71754"/>
              <a:chOff x="6995957" y="3287964"/>
              <a:chExt cx="1230393" cy="71754"/>
            </a:xfrm>
          </p:grpSpPr>
          <p:sp>
            <p:nvSpPr>
              <p:cNvPr id="7869" name="Google Shape;7869;p56"/>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70" name="Google Shape;7870;p56"/>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71" name="Google Shape;7871;p56"/>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72" name="Google Shape;7872;p56"/>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73" name="Google Shape;7873;p56"/>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874" name="Google Shape;7874;p56"/>
          <p:cNvGrpSpPr/>
          <p:nvPr/>
        </p:nvGrpSpPr>
        <p:grpSpPr>
          <a:xfrm>
            <a:off x="6842640" y="3736984"/>
            <a:ext cx="1581862" cy="650625"/>
            <a:chOff x="6777990" y="3710194"/>
            <a:chExt cx="1646915" cy="677382"/>
          </a:xfrm>
        </p:grpSpPr>
        <p:grpSp>
          <p:nvGrpSpPr>
            <p:cNvPr id="7875" name="Google Shape;7875;p56"/>
            <p:cNvGrpSpPr/>
            <p:nvPr/>
          </p:nvGrpSpPr>
          <p:grpSpPr>
            <a:xfrm>
              <a:off x="6777990" y="3874492"/>
              <a:ext cx="411129" cy="513083"/>
              <a:chOff x="6777990" y="3874492"/>
              <a:chExt cx="411129" cy="513083"/>
            </a:xfrm>
          </p:grpSpPr>
          <p:cxnSp>
            <p:nvCxnSpPr>
              <p:cNvPr id="7876" name="Google Shape;7876;p56"/>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7877" name="Google Shape;7877;p56"/>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878" name="Google Shape;7878;p56"/>
            <p:cNvGrpSpPr/>
            <p:nvPr/>
          </p:nvGrpSpPr>
          <p:grpSpPr>
            <a:xfrm>
              <a:off x="7188425" y="3710194"/>
              <a:ext cx="411123" cy="520535"/>
              <a:chOff x="7188425" y="3710194"/>
              <a:chExt cx="411123" cy="520535"/>
            </a:xfrm>
          </p:grpSpPr>
          <p:cxnSp>
            <p:nvCxnSpPr>
              <p:cNvPr id="7879" name="Google Shape;7879;p56"/>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7880" name="Google Shape;7880;p56"/>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881" name="Google Shape;7881;p56"/>
            <p:cNvGrpSpPr/>
            <p:nvPr/>
          </p:nvGrpSpPr>
          <p:grpSpPr>
            <a:xfrm>
              <a:off x="7603341" y="3874492"/>
              <a:ext cx="411474" cy="513083"/>
              <a:chOff x="7603341" y="3874492"/>
              <a:chExt cx="411474" cy="513083"/>
            </a:xfrm>
          </p:grpSpPr>
          <p:cxnSp>
            <p:nvCxnSpPr>
              <p:cNvPr id="7882" name="Google Shape;7882;p56"/>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7883" name="Google Shape;7883;p56"/>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884" name="Google Shape;7884;p56"/>
            <p:cNvGrpSpPr/>
            <p:nvPr/>
          </p:nvGrpSpPr>
          <p:grpSpPr>
            <a:xfrm>
              <a:off x="8013776" y="3722847"/>
              <a:ext cx="411129" cy="507881"/>
              <a:chOff x="8013776" y="3722847"/>
              <a:chExt cx="411129" cy="507881"/>
            </a:xfrm>
          </p:grpSpPr>
          <p:cxnSp>
            <p:nvCxnSpPr>
              <p:cNvPr id="7885" name="Google Shape;7885;p56"/>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7886" name="Google Shape;7886;p56"/>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887" name="Google Shape;7887;p56"/>
          <p:cNvGrpSpPr/>
          <p:nvPr/>
        </p:nvGrpSpPr>
        <p:grpSpPr>
          <a:xfrm>
            <a:off x="5262155" y="2909824"/>
            <a:ext cx="1421889" cy="1020603"/>
            <a:chOff x="5190863" y="2824811"/>
            <a:chExt cx="1544860" cy="1108869"/>
          </a:xfrm>
        </p:grpSpPr>
        <p:grpSp>
          <p:nvGrpSpPr>
            <p:cNvPr id="7888" name="Google Shape;7888;p56"/>
            <p:cNvGrpSpPr/>
            <p:nvPr/>
          </p:nvGrpSpPr>
          <p:grpSpPr>
            <a:xfrm>
              <a:off x="5938695" y="3176919"/>
              <a:ext cx="685761" cy="404739"/>
              <a:chOff x="5938695" y="3176919"/>
              <a:chExt cx="685761" cy="404739"/>
            </a:xfrm>
          </p:grpSpPr>
          <p:grpSp>
            <p:nvGrpSpPr>
              <p:cNvPr id="7889" name="Google Shape;7889;p56"/>
              <p:cNvGrpSpPr/>
              <p:nvPr/>
            </p:nvGrpSpPr>
            <p:grpSpPr>
              <a:xfrm>
                <a:off x="5938695" y="3176919"/>
                <a:ext cx="685761" cy="404739"/>
                <a:chOff x="5938695" y="3176919"/>
                <a:chExt cx="685761" cy="404739"/>
              </a:xfrm>
            </p:grpSpPr>
            <p:sp>
              <p:nvSpPr>
                <p:cNvPr id="7890" name="Google Shape;7890;p56"/>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91" name="Google Shape;7891;p56"/>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892" name="Google Shape;7892;p56"/>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893" name="Google Shape;7893;p56"/>
            <p:cNvGrpSpPr/>
            <p:nvPr/>
          </p:nvGrpSpPr>
          <p:grpSpPr>
            <a:xfrm>
              <a:off x="5305233" y="3176835"/>
              <a:ext cx="685971" cy="404655"/>
              <a:chOff x="5305233" y="3176835"/>
              <a:chExt cx="685971" cy="404655"/>
            </a:xfrm>
          </p:grpSpPr>
          <p:grpSp>
            <p:nvGrpSpPr>
              <p:cNvPr id="7894" name="Google Shape;7894;p56"/>
              <p:cNvGrpSpPr/>
              <p:nvPr/>
            </p:nvGrpSpPr>
            <p:grpSpPr>
              <a:xfrm>
                <a:off x="5305233" y="3176835"/>
                <a:ext cx="685971" cy="404655"/>
                <a:chOff x="5305233" y="3176835"/>
                <a:chExt cx="685971" cy="404655"/>
              </a:xfrm>
            </p:grpSpPr>
            <p:sp>
              <p:nvSpPr>
                <p:cNvPr id="7895" name="Google Shape;7895;p56"/>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896" name="Google Shape;7896;p56"/>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897" name="Google Shape;7897;p56"/>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898" name="Google Shape;7898;p56"/>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899" name="Google Shape;7899;p56"/>
            <p:cNvGrpSpPr/>
            <p:nvPr/>
          </p:nvGrpSpPr>
          <p:grpSpPr>
            <a:xfrm>
              <a:off x="5657361" y="2824811"/>
              <a:ext cx="1078361" cy="404655"/>
              <a:chOff x="5657361" y="2824811"/>
              <a:chExt cx="1078361" cy="404655"/>
            </a:xfrm>
          </p:grpSpPr>
          <p:grpSp>
            <p:nvGrpSpPr>
              <p:cNvPr id="7900" name="Google Shape;7900;p56"/>
              <p:cNvGrpSpPr/>
              <p:nvPr/>
            </p:nvGrpSpPr>
            <p:grpSpPr>
              <a:xfrm>
                <a:off x="5657361" y="2824811"/>
                <a:ext cx="1078361" cy="404655"/>
                <a:chOff x="5657361" y="2824811"/>
                <a:chExt cx="1078361" cy="404655"/>
              </a:xfrm>
            </p:grpSpPr>
            <p:grpSp>
              <p:nvGrpSpPr>
                <p:cNvPr id="7901" name="Google Shape;7901;p56"/>
                <p:cNvGrpSpPr/>
                <p:nvPr/>
              </p:nvGrpSpPr>
              <p:grpSpPr>
                <a:xfrm>
                  <a:off x="5938485" y="2824811"/>
                  <a:ext cx="797237" cy="404655"/>
                  <a:chOff x="5938485" y="2824811"/>
                  <a:chExt cx="797237" cy="404655"/>
                </a:xfrm>
              </p:grpSpPr>
              <p:sp>
                <p:nvSpPr>
                  <p:cNvPr id="7902" name="Google Shape;7902;p56"/>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03" name="Google Shape;7903;p56"/>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904" name="Google Shape;7904;p56"/>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905" name="Google Shape;7905;p56"/>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906" name="Google Shape;7906;p56"/>
            <p:cNvGrpSpPr/>
            <p:nvPr/>
          </p:nvGrpSpPr>
          <p:grpSpPr>
            <a:xfrm>
              <a:off x="5190863" y="3528942"/>
              <a:ext cx="1078026" cy="404739"/>
              <a:chOff x="5190863" y="3528942"/>
              <a:chExt cx="1078026" cy="404739"/>
            </a:xfrm>
          </p:grpSpPr>
          <p:sp>
            <p:nvSpPr>
              <p:cNvPr id="7907" name="Google Shape;7907;p56"/>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908" name="Google Shape;7908;p56"/>
              <p:cNvGrpSpPr/>
              <p:nvPr/>
            </p:nvGrpSpPr>
            <p:grpSpPr>
              <a:xfrm>
                <a:off x="5190863" y="3528942"/>
                <a:ext cx="1078026" cy="404739"/>
                <a:chOff x="5190863" y="3528942"/>
                <a:chExt cx="1078026" cy="404739"/>
              </a:xfrm>
            </p:grpSpPr>
            <p:sp>
              <p:nvSpPr>
                <p:cNvPr id="7909" name="Google Shape;7909;p56"/>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10" name="Google Shape;7910;p56"/>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7911" name="Google Shape;7911;p56"/>
          <p:cNvGrpSpPr/>
          <p:nvPr/>
        </p:nvGrpSpPr>
        <p:grpSpPr>
          <a:xfrm>
            <a:off x="728162" y="1474292"/>
            <a:ext cx="1086719" cy="879487"/>
            <a:chOff x="803162" y="1474292"/>
            <a:chExt cx="1086719" cy="879487"/>
          </a:xfrm>
        </p:grpSpPr>
        <p:grpSp>
          <p:nvGrpSpPr>
            <p:cNvPr id="7912" name="Google Shape;7912;p56"/>
            <p:cNvGrpSpPr/>
            <p:nvPr/>
          </p:nvGrpSpPr>
          <p:grpSpPr>
            <a:xfrm>
              <a:off x="803162" y="1625948"/>
              <a:ext cx="445856" cy="576579"/>
              <a:chOff x="803162" y="1625948"/>
              <a:chExt cx="445856" cy="576579"/>
            </a:xfrm>
          </p:grpSpPr>
          <p:sp>
            <p:nvSpPr>
              <p:cNvPr id="7913" name="Google Shape;7913;p56"/>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914" name="Google Shape;7914;p56"/>
              <p:cNvGrpSpPr/>
              <p:nvPr/>
            </p:nvGrpSpPr>
            <p:grpSpPr>
              <a:xfrm>
                <a:off x="1056023" y="1625948"/>
                <a:ext cx="192995" cy="576579"/>
                <a:chOff x="1056023" y="1625948"/>
                <a:chExt cx="192995" cy="576579"/>
              </a:xfrm>
            </p:grpSpPr>
            <p:sp>
              <p:nvSpPr>
                <p:cNvPr id="7915" name="Google Shape;7915;p56"/>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16" name="Google Shape;7916;p56"/>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17" name="Google Shape;7917;p56"/>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18" name="Google Shape;7918;p56"/>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19" name="Google Shape;7919;p56"/>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7920" name="Google Shape;7920;p56"/>
            <p:cNvGrpSpPr/>
            <p:nvPr/>
          </p:nvGrpSpPr>
          <p:grpSpPr>
            <a:xfrm>
              <a:off x="1371406" y="1474292"/>
              <a:ext cx="518475" cy="879487"/>
              <a:chOff x="1398231" y="1474292"/>
              <a:chExt cx="518475" cy="879487"/>
            </a:xfrm>
          </p:grpSpPr>
          <p:grpSp>
            <p:nvGrpSpPr>
              <p:cNvPr id="7921" name="Google Shape;7921;p56"/>
              <p:cNvGrpSpPr/>
              <p:nvPr/>
            </p:nvGrpSpPr>
            <p:grpSpPr>
              <a:xfrm>
                <a:off x="1398231" y="1474292"/>
                <a:ext cx="518475" cy="341643"/>
                <a:chOff x="1398231" y="1474292"/>
                <a:chExt cx="518475" cy="341643"/>
              </a:xfrm>
            </p:grpSpPr>
            <p:sp>
              <p:nvSpPr>
                <p:cNvPr id="7922" name="Google Shape;7922;p56"/>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923" name="Google Shape;7923;p56"/>
                <p:cNvGrpSpPr/>
                <p:nvPr/>
              </p:nvGrpSpPr>
              <p:grpSpPr>
                <a:xfrm>
                  <a:off x="1616453" y="1474292"/>
                  <a:ext cx="300253" cy="341643"/>
                  <a:chOff x="1616453" y="1475379"/>
                  <a:chExt cx="300253" cy="341643"/>
                </a:xfrm>
              </p:grpSpPr>
              <p:sp>
                <p:nvSpPr>
                  <p:cNvPr id="7924" name="Google Shape;7924;p56"/>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25" name="Google Shape;7925;p56"/>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26" name="Google Shape;7926;p56"/>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27" name="Google Shape;7927;p56"/>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28" name="Google Shape;7928;p56"/>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29" name="Google Shape;7929;p56"/>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30" name="Google Shape;7930;p56"/>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931" name="Google Shape;7931;p56"/>
                  <p:cNvGrpSpPr/>
                  <p:nvPr/>
                </p:nvGrpSpPr>
                <p:grpSpPr>
                  <a:xfrm>
                    <a:off x="1839639" y="1475379"/>
                    <a:ext cx="77067" cy="341643"/>
                    <a:chOff x="1839639" y="1475379"/>
                    <a:chExt cx="77067" cy="341643"/>
                  </a:xfrm>
                </p:grpSpPr>
                <p:sp>
                  <p:nvSpPr>
                    <p:cNvPr id="7932" name="Google Shape;7932;p56"/>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33" name="Google Shape;7933;p56"/>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7934" name="Google Shape;7934;p56"/>
              <p:cNvGrpSpPr/>
              <p:nvPr/>
            </p:nvGrpSpPr>
            <p:grpSpPr>
              <a:xfrm>
                <a:off x="1398451" y="2012951"/>
                <a:ext cx="518255" cy="340828"/>
                <a:chOff x="1398451" y="2012951"/>
                <a:chExt cx="518255" cy="340828"/>
              </a:xfrm>
            </p:grpSpPr>
            <p:sp>
              <p:nvSpPr>
                <p:cNvPr id="7935" name="Google Shape;7935;p56"/>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936" name="Google Shape;7936;p56"/>
                <p:cNvGrpSpPr/>
                <p:nvPr/>
              </p:nvGrpSpPr>
              <p:grpSpPr>
                <a:xfrm>
                  <a:off x="1616453" y="2012951"/>
                  <a:ext cx="300253" cy="340828"/>
                  <a:chOff x="1616453" y="2013538"/>
                  <a:chExt cx="300253" cy="340828"/>
                </a:xfrm>
              </p:grpSpPr>
              <p:sp>
                <p:nvSpPr>
                  <p:cNvPr id="7937" name="Google Shape;7937;p56"/>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38" name="Google Shape;7938;p56"/>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39" name="Google Shape;7939;p56"/>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40" name="Google Shape;7940;p56"/>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41" name="Google Shape;7941;p56"/>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42" name="Google Shape;7942;p56"/>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43" name="Google Shape;7943;p56"/>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944" name="Google Shape;7944;p56"/>
                  <p:cNvGrpSpPr/>
                  <p:nvPr/>
                </p:nvGrpSpPr>
                <p:grpSpPr>
                  <a:xfrm>
                    <a:off x="1839639" y="2013538"/>
                    <a:ext cx="77067" cy="340828"/>
                    <a:chOff x="1839639" y="2013538"/>
                    <a:chExt cx="77067" cy="340828"/>
                  </a:xfrm>
                </p:grpSpPr>
                <p:sp>
                  <p:nvSpPr>
                    <p:cNvPr id="7945" name="Google Shape;7945;p56"/>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46" name="Google Shape;7946;p56"/>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grpSp>
      <p:grpSp>
        <p:nvGrpSpPr>
          <p:cNvPr id="7947" name="Google Shape;7947;p56"/>
          <p:cNvGrpSpPr/>
          <p:nvPr/>
        </p:nvGrpSpPr>
        <p:grpSpPr>
          <a:xfrm>
            <a:off x="724986" y="3605478"/>
            <a:ext cx="1368681" cy="682918"/>
            <a:chOff x="724986" y="3605478"/>
            <a:chExt cx="1368681" cy="682918"/>
          </a:xfrm>
        </p:grpSpPr>
        <p:grpSp>
          <p:nvGrpSpPr>
            <p:cNvPr id="7948" name="Google Shape;7948;p56"/>
            <p:cNvGrpSpPr/>
            <p:nvPr/>
          </p:nvGrpSpPr>
          <p:grpSpPr>
            <a:xfrm>
              <a:off x="1289102" y="3823629"/>
              <a:ext cx="240442" cy="250435"/>
              <a:chOff x="-165066" y="3843615"/>
              <a:chExt cx="221259" cy="230455"/>
            </a:xfrm>
          </p:grpSpPr>
          <p:sp>
            <p:nvSpPr>
              <p:cNvPr id="7949" name="Google Shape;7949;p56"/>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50" name="Google Shape;7950;p56"/>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51" name="Google Shape;7951;p56"/>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52" name="Google Shape;7952;p56"/>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53" name="Google Shape;7953;p56"/>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54" name="Google Shape;7954;p56"/>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55" name="Google Shape;7955;p56"/>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56" name="Google Shape;7956;p56"/>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57" name="Google Shape;7957;p56"/>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58" name="Google Shape;7958;p56"/>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59" name="Google Shape;7959;p56"/>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60" name="Google Shape;7960;p56"/>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61" name="Google Shape;7961;p56"/>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62" name="Google Shape;7962;p56"/>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63" name="Google Shape;7963;p56"/>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64" name="Google Shape;7964;p56"/>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65" name="Google Shape;7965;p56"/>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66" name="Google Shape;7966;p56"/>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67" name="Google Shape;7967;p56"/>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68" name="Google Shape;7968;p56"/>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969" name="Google Shape;7969;p56"/>
            <p:cNvGrpSpPr/>
            <p:nvPr/>
          </p:nvGrpSpPr>
          <p:grpSpPr>
            <a:xfrm>
              <a:off x="724986" y="3605478"/>
              <a:ext cx="1368681" cy="682918"/>
              <a:chOff x="724986" y="3605478"/>
              <a:chExt cx="1368681" cy="682918"/>
            </a:xfrm>
          </p:grpSpPr>
          <p:grpSp>
            <p:nvGrpSpPr>
              <p:cNvPr id="7970" name="Google Shape;7970;p56"/>
              <p:cNvGrpSpPr/>
              <p:nvPr/>
            </p:nvGrpSpPr>
            <p:grpSpPr>
              <a:xfrm>
                <a:off x="1498221" y="4047614"/>
                <a:ext cx="529172" cy="240783"/>
                <a:chOff x="1498221" y="4047614"/>
                <a:chExt cx="529172" cy="240783"/>
              </a:xfrm>
            </p:grpSpPr>
            <p:grpSp>
              <p:nvGrpSpPr>
                <p:cNvPr id="7971" name="Google Shape;7971;p56"/>
                <p:cNvGrpSpPr/>
                <p:nvPr/>
              </p:nvGrpSpPr>
              <p:grpSpPr>
                <a:xfrm>
                  <a:off x="1826655" y="4224370"/>
                  <a:ext cx="200738" cy="25631"/>
                  <a:chOff x="1826655" y="4224370"/>
                  <a:chExt cx="200738" cy="25631"/>
                </a:xfrm>
              </p:grpSpPr>
              <p:sp>
                <p:nvSpPr>
                  <p:cNvPr id="7972" name="Google Shape;7972;p56"/>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73" name="Google Shape;7973;p56"/>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974" name="Google Shape;7974;p56"/>
                <p:cNvGrpSpPr/>
                <p:nvPr/>
              </p:nvGrpSpPr>
              <p:grpSpPr>
                <a:xfrm>
                  <a:off x="1498221" y="4047614"/>
                  <a:ext cx="328444" cy="240783"/>
                  <a:chOff x="1498221" y="4047614"/>
                  <a:chExt cx="328444" cy="240783"/>
                </a:xfrm>
              </p:grpSpPr>
              <p:sp>
                <p:nvSpPr>
                  <p:cNvPr id="7975" name="Google Shape;7975;p56"/>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976" name="Google Shape;7976;p56"/>
                  <p:cNvGrpSpPr/>
                  <p:nvPr/>
                </p:nvGrpSpPr>
                <p:grpSpPr>
                  <a:xfrm>
                    <a:off x="1498221" y="4047614"/>
                    <a:ext cx="150566" cy="190416"/>
                    <a:chOff x="1498221" y="4047614"/>
                    <a:chExt cx="150566" cy="190416"/>
                  </a:xfrm>
                </p:grpSpPr>
                <p:sp>
                  <p:nvSpPr>
                    <p:cNvPr id="7977" name="Google Shape;7977;p56"/>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78" name="Google Shape;7978;p56"/>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7979" name="Google Shape;7979;p56"/>
              <p:cNvGrpSpPr/>
              <p:nvPr/>
            </p:nvGrpSpPr>
            <p:grpSpPr>
              <a:xfrm>
                <a:off x="1560718" y="3800594"/>
                <a:ext cx="532948" cy="302090"/>
                <a:chOff x="1560718" y="3800594"/>
                <a:chExt cx="532948" cy="302090"/>
              </a:xfrm>
            </p:grpSpPr>
            <p:grpSp>
              <p:nvGrpSpPr>
                <p:cNvPr id="7980" name="Google Shape;7980;p56"/>
                <p:cNvGrpSpPr/>
                <p:nvPr/>
              </p:nvGrpSpPr>
              <p:grpSpPr>
                <a:xfrm>
                  <a:off x="1912179" y="3827344"/>
                  <a:ext cx="181487" cy="25631"/>
                  <a:chOff x="1912179" y="3827344"/>
                  <a:chExt cx="181487" cy="25631"/>
                </a:xfrm>
              </p:grpSpPr>
              <p:sp>
                <p:nvSpPr>
                  <p:cNvPr id="7981" name="Google Shape;7981;p56"/>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82" name="Google Shape;7982;p56"/>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983" name="Google Shape;7983;p56"/>
                <p:cNvGrpSpPr/>
                <p:nvPr/>
              </p:nvGrpSpPr>
              <p:grpSpPr>
                <a:xfrm>
                  <a:off x="1912179" y="4044505"/>
                  <a:ext cx="181487" cy="25622"/>
                  <a:chOff x="1912179" y="4044506"/>
                  <a:chExt cx="181487" cy="25622"/>
                </a:xfrm>
              </p:grpSpPr>
              <p:sp>
                <p:nvSpPr>
                  <p:cNvPr id="7984" name="Google Shape;7984;p56"/>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85" name="Google Shape;7985;p56"/>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986" name="Google Shape;7986;p56"/>
                <p:cNvGrpSpPr/>
                <p:nvPr/>
              </p:nvGrpSpPr>
              <p:grpSpPr>
                <a:xfrm>
                  <a:off x="1560718" y="3800594"/>
                  <a:ext cx="351472" cy="302090"/>
                  <a:chOff x="1560718" y="3800594"/>
                  <a:chExt cx="351472" cy="302090"/>
                </a:xfrm>
              </p:grpSpPr>
              <p:grpSp>
                <p:nvGrpSpPr>
                  <p:cNvPr id="7987" name="Google Shape;7987;p56"/>
                  <p:cNvGrpSpPr/>
                  <p:nvPr/>
                </p:nvGrpSpPr>
                <p:grpSpPr>
                  <a:xfrm>
                    <a:off x="1560718" y="3842857"/>
                    <a:ext cx="173586" cy="217131"/>
                    <a:chOff x="1560718" y="3842857"/>
                    <a:chExt cx="173586" cy="217131"/>
                  </a:xfrm>
                </p:grpSpPr>
                <p:sp>
                  <p:nvSpPr>
                    <p:cNvPr id="7988" name="Google Shape;7988;p56"/>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89" name="Google Shape;7989;p56"/>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90" name="Google Shape;7990;p56"/>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7991" name="Google Shape;7991;p56"/>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92" name="Google Shape;7992;p56"/>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7993" name="Google Shape;7993;p56"/>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7994" name="Google Shape;7994;p56"/>
              <p:cNvGrpSpPr/>
              <p:nvPr/>
            </p:nvGrpSpPr>
            <p:grpSpPr>
              <a:xfrm>
                <a:off x="785350" y="3605478"/>
                <a:ext cx="535311" cy="249245"/>
                <a:chOff x="785350" y="3605478"/>
                <a:chExt cx="535311" cy="249245"/>
              </a:xfrm>
            </p:grpSpPr>
            <p:grpSp>
              <p:nvGrpSpPr>
                <p:cNvPr id="7995" name="Google Shape;7995;p56"/>
                <p:cNvGrpSpPr/>
                <p:nvPr/>
              </p:nvGrpSpPr>
              <p:grpSpPr>
                <a:xfrm>
                  <a:off x="785350" y="3605478"/>
                  <a:ext cx="376191" cy="102736"/>
                  <a:chOff x="785350" y="3605478"/>
                  <a:chExt cx="376191" cy="102736"/>
                </a:xfrm>
              </p:grpSpPr>
              <p:sp>
                <p:nvSpPr>
                  <p:cNvPr id="7996" name="Google Shape;7996;p56"/>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97" name="Google Shape;7997;p56"/>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7998" name="Google Shape;7998;p56"/>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7999" name="Google Shape;7999;p56"/>
                <p:cNvGrpSpPr/>
                <p:nvPr/>
              </p:nvGrpSpPr>
              <p:grpSpPr>
                <a:xfrm>
                  <a:off x="1161530" y="3655851"/>
                  <a:ext cx="159131" cy="198872"/>
                  <a:chOff x="1161530" y="3655851"/>
                  <a:chExt cx="159131" cy="198872"/>
                </a:xfrm>
              </p:grpSpPr>
              <p:sp>
                <p:nvSpPr>
                  <p:cNvPr id="8000" name="Google Shape;8000;p56"/>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01" name="Google Shape;8001;p56"/>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002" name="Google Shape;8002;p56"/>
              <p:cNvGrpSpPr/>
              <p:nvPr/>
            </p:nvGrpSpPr>
            <p:grpSpPr>
              <a:xfrm>
                <a:off x="785350" y="4047614"/>
                <a:ext cx="535311" cy="240783"/>
                <a:chOff x="785350" y="4047614"/>
                <a:chExt cx="535311" cy="240783"/>
              </a:xfrm>
            </p:grpSpPr>
            <p:grpSp>
              <p:nvGrpSpPr>
                <p:cNvPr id="8003" name="Google Shape;8003;p56"/>
                <p:cNvGrpSpPr/>
                <p:nvPr/>
              </p:nvGrpSpPr>
              <p:grpSpPr>
                <a:xfrm>
                  <a:off x="1161636" y="4047614"/>
                  <a:ext cx="159025" cy="190415"/>
                  <a:chOff x="1161636" y="4047614"/>
                  <a:chExt cx="159025" cy="190415"/>
                </a:xfrm>
              </p:grpSpPr>
              <p:sp>
                <p:nvSpPr>
                  <p:cNvPr id="8004" name="Google Shape;8004;p56"/>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05" name="Google Shape;8005;p56"/>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006" name="Google Shape;8006;p56"/>
                <p:cNvGrpSpPr/>
                <p:nvPr/>
              </p:nvGrpSpPr>
              <p:grpSpPr>
                <a:xfrm>
                  <a:off x="785350" y="4185661"/>
                  <a:ext cx="376191" cy="102736"/>
                  <a:chOff x="785350" y="4185661"/>
                  <a:chExt cx="376191" cy="102736"/>
                </a:xfrm>
              </p:grpSpPr>
              <p:sp>
                <p:nvSpPr>
                  <p:cNvPr id="8007" name="Google Shape;8007;p56"/>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08" name="Google Shape;8008;p56"/>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09" name="Google Shape;8009;p56"/>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010" name="Google Shape;8010;p56"/>
              <p:cNvGrpSpPr/>
              <p:nvPr/>
            </p:nvGrpSpPr>
            <p:grpSpPr>
              <a:xfrm>
                <a:off x="1501054" y="3605478"/>
                <a:ext cx="526340" cy="249240"/>
                <a:chOff x="1501054" y="3605478"/>
                <a:chExt cx="526340" cy="249240"/>
              </a:xfrm>
            </p:grpSpPr>
            <p:grpSp>
              <p:nvGrpSpPr>
                <p:cNvPr id="8011" name="Google Shape;8011;p56"/>
                <p:cNvGrpSpPr/>
                <p:nvPr/>
              </p:nvGrpSpPr>
              <p:grpSpPr>
                <a:xfrm>
                  <a:off x="1834208" y="3643867"/>
                  <a:ext cx="193185" cy="25622"/>
                  <a:chOff x="1834208" y="3643867"/>
                  <a:chExt cx="193185" cy="25622"/>
                </a:xfrm>
              </p:grpSpPr>
              <p:sp>
                <p:nvSpPr>
                  <p:cNvPr id="8012" name="Google Shape;8012;p56"/>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13" name="Google Shape;8013;p56"/>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014" name="Google Shape;8014;p56"/>
                <p:cNvGrpSpPr/>
                <p:nvPr/>
              </p:nvGrpSpPr>
              <p:grpSpPr>
                <a:xfrm>
                  <a:off x="1501054" y="3605478"/>
                  <a:ext cx="333165" cy="249240"/>
                  <a:chOff x="1501054" y="3605478"/>
                  <a:chExt cx="333165" cy="249240"/>
                </a:xfrm>
              </p:grpSpPr>
              <p:sp>
                <p:nvSpPr>
                  <p:cNvPr id="8015" name="Google Shape;8015;p56"/>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016" name="Google Shape;8016;p56"/>
                  <p:cNvGrpSpPr/>
                  <p:nvPr/>
                </p:nvGrpSpPr>
                <p:grpSpPr>
                  <a:xfrm>
                    <a:off x="1501054" y="3655851"/>
                    <a:ext cx="155286" cy="198867"/>
                    <a:chOff x="1501054" y="3655851"/>
                    <a:chExt cx="155286" cy="198867"/>
                  </a:xfrm>
                </p:grpSpPr>
                <p:sp>
                  <p:nvSpPr>
                    <p:cNvPr id="8017" name="Google Shape;8017;p56"/>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18" name="Google Shape;8018;p56"/>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8019" name="Google Shape;8019;p56"/>
              <p:cNvGrpSpPr/>
              <p:nvPr/>
            </p:nvGrpSpPr>
            <p:grpSpPr>
              <a:xfrm>
                <a:off x="724986" y="3800594"/>
                <a:ext cx="532950" cy="302090"/>
                <a:chOff x="724986" y="3800594"/>
                <a:chExt cx="532950" cy="302090"/>
              </a:xfrm>
            </p:grpSpPr>
            <p:grpSp>
              <p:nvGrpSpPr>
                <p:cNvPr id="8020" name="Google Shape;8020;p56"/>
                <p:cNvGrpSpPr/>
                <p:nvPr/>
              </p:nvGrpSpPr>
              <p:grpSpPr>
                <a:xfrm>
                  <a:off x="724986" y="4044367"/>
                  <a:ext cx="181314" cy="25626"/>
                  <a:chOff x="724986" y="4044367"/>
                  <a:chExt cx="181314" cy="25626"/>
                </a:xfrm>
              </p:grpSpPr>
              <p:sp>
                <p:nvSpPr>
                  <p:cNvPr id="8021" name="Google Shape;8021;p56"/>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22" name="Google Shape;8022;p56"/>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023" name="Google Shape;8023;p56"/>
                <p:cNvGrpSpPr/>
                <p:nvPr/>
              </p:nvGrpSpPr>
              <p:grpSpPr>
                <a:xfrm>
                  <a:off x="906290" y="3800594"/>
                  <a:ext cx="351646" cy="302090"/>
                  <a:chOff x="906290" y="3800594"/>
                  <a:chExt cx="351646" cy="302090"/>
                </a:xfrm>
              </p:grpSpPr>
              <p:grpSp>
                <p:nvGrpSpPr>
                  <p:cNvPr id="8024" name="Google Shape;8024;p56"/>
                  <p:cNvGrpSpPr/>
                  <p:nvPr/>
                </p:nvGrpSpPr>
                <p:grpSpPr>
                  <a:xfrm>
                    <a:off x="1084172" y="3842857"/>
                    <a:ext cx="173764" cy="217131"/>
                    <a:chOff x="1084172" y="3842857"/>
                    <a:chExt cx="173764" cy="217131"/>
                  </a:xfrm>
                </p:grpSpPr>
                <p:grpSp>
                  <p:nvGrpSpPr>
                    <p:cNvPr id="8025" name="Google Shape;8025;p56"/>
                    <p:cNvGrpSpPr/>
                    <p:nvPr/>
                  </p:nvGrpSpPr>
                  <p:grpSpPr>
                    <a:xfrm>
                      <a:off x="1156862" y="3936509"/>
                      <a:ext cx="101073" cy="25622"/>
                      <a:chOff x="1156862" y="3936509"/>
                      <a:chExt cx="101073" cy="25622"/>
                    </a:xfrm>
                  </p:grpSpPr>
                  <p:sp>
                    <p:nvSpPr>
                      <p:cNvPr id="8026" name="Google Shape;8026;p56"/>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27" name="Google Shape;8027;p56"/>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8028" name="Google Shape;8028;p56"/>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8029" name="Google Shape;8029;p56"/>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30" name="Google Shape;8030;p56"/>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031" name="Google Shape;8031;p56"/>
                <p:cNvGrpSpPr/>
                <p:nvPr/>
              </p:nvGrpSpPr>
              <p:grpSpPr>
                <a:xfrm>
                  <a:off x="724986" y="3830189"/>
                  <a:ext cx="189533" cy="25626"/>
                  <a:chOff x="724986" y="3830189"/>
                  <a:chExt cx="189533" cy="25626"/>
                </a:xfrm>
              </p:grpSpPr>
              <p:sp>
                <p:nvSpPr>
                  <p:cNvPr id="8032" name="Google Shape;8032;p56"/>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33" name="Google Shape;8033;p56"/>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grpSp>
        <p:nvGrpSpPr>
          <p:cNvPr id="8034" name="Google Shape;8034;p56"/>
          <p:cNvGrpSpPr/>
          <p:nvPr/>
        </p:nvGrpSpPr>
        <p:grpSpPr>
          <a:xfrm>
            <a:off x="2253298" y="2455640"/>
            <a:ext cx="948701" cy="935378"/>
            <a:chOff x="2253298" y="2428317"/>
            <a:chExt cx="948701" cy="935378"/>
          </a:xfrm>
        </p:grpSpPr>
        <p:sp>
          <p:nvSpPr>
            <p:cNvPr id="8035" name="Google Shape;8035;p56"/>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36" name="Google Shape;8036;p56"/>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37" name="Google Shape;8037;p56"/>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38" name="Google Shape;8038;p56"/>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39" name="Google Shape;8039;p56"/>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40" name="Google Shape;8040;p56"/>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41" name="Google Shape;8041;p56"/>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42" name="Google Shape;8042;p56"/>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43" name="Google Shape;8043;p56"/>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44" name="Google Shape;8044;p56"/>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45" name="Google Shape;8045;p56"/>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46" name="Google Shape;8046;p56"/>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47" name="Google Shape;8047;p56"/>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48" name="Google Shape;8048;p56"/>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49" name="Google Shape;8049;p56"/>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50" name="Google Shape;8050;p56"/>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51" name="Google Shape;8051;p56"/>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52" name="Google Shape;8052;p56"/>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53" name="Google Shape;8053;p56"/>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54" name="Google Shape;8054;p56"/>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55" name="Google Shape;8055;p56"/>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56" name="Google Shape;8056;p56"/>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57" name="Google Shape;8057;p56"/>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58" name="Google Shape;8058;p56"/>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59" name="Google Shape;8059;p56"/>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60" name="Google Shape;8060;p56"/>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61" name="Google Shape;8061;p56"/>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62" name="Google Shape;8062;p56"/>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63" name="Google Shape;8063;p56"/>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64" name="Google Shape;8064;p56"/>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65" name="Google Shape;8065;p56"/>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66" name="Google Shape;8066;p56"/>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067" name="Google Shape;8067;p56"/>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8071"/>
        <p:cNvGrpSpPr/>
        <p:nvPr/>
      </p:nvGrpSpPr>
      <p:grpSpPr>
        <a:xfrm>
          <a:off x="0" y="0"/>
          <a:ext cx="0" cy="0"/>
          <a:chOff x="0" y="0"/>
          <a:chExt cx="0" cy="0"/>
        </a:xfrm>
      </p:grpSpPr>
      <p:grpSp>
        <p:nvGrpSpPr>
          <p:cNvPr id="8072" name="Google Shape;8072;p57"/>
          <p:cNvGrpSpPr/>
          <p:nvPr/>
        </p:nvGrpSpPr>
        <p:grpSpPr>
          <a:xfrm>
            <a:off x="3353582" y="1145627"/>
            <a:ext cx="2363393" cy="1017867"/>
            <a:chOff x="3292400" y="1219146"/>
            <a:chExt cx="2615240" cy="1110239"/>
          </a:xfrm>
        </p:grpSpPr>
        <p:sp>
          <p:nvSpPr>
            <p:cNvPr id="8073" name="Google Shape;8073;p57"/>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74" name="Google Shape;8074;p57"/>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75" name="Google Shape;8075;p57"/>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it-IT" sz="200" noProof="0" dirty="0">
                  <a:solidFill>
                    <a:srgbClr val="FFFFFF"/>
                  </a:solidFill>
                </a:rPr>
                <a:t>JANUARY</a:t>
              </a:r>
            </a:p>
          </p:txBody>
        </p:sp>
        <p:sp>
          <p:nvSpPr>
            <p:cNvPr id="8076" name="Google Shape;8076;p57"/>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it-IT" sz="200" noProof="0" dirty="0">
                  <a:solidFill>
                    <a:srgbClr val="FFFFFF"/>
                  </a:solidFill>
                </a:rPr>
                <a:t>FEBRUARY</a:t>
              </a:r>
            </a:p>
          </p:txBody>
        </p:sp>
        <p:sp>
          <p:nvSpPr>
            <p:cNvPr id="8077" name="Google Shape;8077;p57"/>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it-IT" sz="200" noProof="0" dirty="0">
                  <a:solidFill>
                    <a:srgbClr val="FFFFFF"/>
                  </a:solidFill>
                </a:rPr>
                <a:t>MARCH</a:t>
              </a:r>
            </a:p>
          </p:txBody>
        </p:sp>
        <p:sp>
          <p:nvSpPr>
            <p:cNvPr id="8078" name="Google Shape;8078;p57"/>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it-IT" sz="200" noProof="0" dirty="0">
                  <a:solidFill>
                    <a:srgbClr val="FFFFFF"/>
                  </a:solidFill>
                </a:rPr>
                <a:t>APRIL</a:t>
              </a:r>
            </a:p>
          </p:txBody>
        </p:sp>
        <p:sp>
          <p:nvSpPr>
            <p:cNvPr id="8079" name="Google Shape;8079;p57"/>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it-IT" sz="200" noProof="0" dirty="0">
                  <a:solidFill>
                    <a:srgbClr val="FFFFFF"/>
                  </a:solidFill>
                </a:rPr>
                <a:t>MAY</a:t>
              </a:r>
            </a:p>
          </p:txBody>
        </p:sp>
        <p:sp>
          <p:nvSpPr>
            <p:cNvPr id="8080" name="Google Shape;8080;p57"/>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it-IT" sz="200" noProof="0" dirty="0">
                  <a:solidFill>
                    <a:srgbClr val="FFFFFF"/>
                  </a:solidFill>
                </a:rPr>
                <a:t>JUNE</a:t>
              </a:r>
            </a:p>
          </p:txBody>
        </p:sp>
        <p:sp>
          <p:nvSpPr>
            <p:cNvPr id="8081" name="Google Shape;8081;p57"/>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it-IT" sz="200" noProof="0" dirty="0">
                  <a:solidFill>
                    <a:srgbClr val="FFFFFF"/>
                  </a:solidFill>
                </a:rPr>
                <a:t>PHASE 1</a:t>
              </a:r>
            </a:p>
          </p:txBody>
        </p:sp>
        <p:sp>
          <p:nvSpPr>
            <p:cNvPr id="8082" name="Google Shape;8082;p57"/>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it-IT" sz="200" noProof="0" dirty="0">
                  <a:solidFill>
                    <a:srgbClr val="FFFFFF"/>
                  </a:solidFill>
                </a:rPr>
                <a:t>PHASE 2</a:t>
              </a:r>
            </a:p>
          </p:txBody>
        </p:sp>
        <p:sp>
          <p:nvSpPr>
            <p:cNvPr id="8083" name="Google Shape;8083;p57"/>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it-IT" sz="200" noProof="0" dirty="0">
                  <a:solidFill>
                    <a:srgbClr val="FFFFFF"/>
                  </a:solidFill>
                </a:rPr>
                <a:t>Task 1</a:t>
              </a:r>
            </a:p>
          </p:txBody>
        </p:sp>
        <p:sp>
          <p:nvSpPr>
            <p:cNvPr id="8084" name="Google Shape;8084;p57"/>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it-IT" sz="200" noProof="0" dirty="0">
                  <a:solidFill>
                    <a:srgbClr val="FFFFFF"/>
                  </a:solidFill>
                </a:rPr>
                <a:t>Task 2</a:t>
              </a:r>
            </a:p>
          </p:txBody>
        </p:sp>
        <p:sp>
          <p:nvSpPr>
            <p:cNvPr id="8085" name="Google Shape;8085;p57"/>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it-IT" sz="200" noProof="0" dirty="0">
                  <a:solidFill>
                    <a:srgbClr val="FFFFFF"/>
                  </a:solidFill>
                </a:rPr>
                <a:t>Task 1</a:t>
              </a:r>
            </a:p>
          </p:txBody>
        </p:sp>
        <p:sp>
          <p:nvSpPr>
            <p:cNvPr id="8086" name="Google Shape;8086;p57"/>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it-IT" sz="200" noProof="0" dirty="0">
                  <a:solidFill>
                    <a:srgbClr val="FFFFFF"/>
                  </a:solidFill>
                </a:rPr>
                <a:t>Task 2</a:t>
              </a:r>
            </a:p>
          </p:txBody>
        </p:sp>
        <p:grpSp>
          <p:nvGrpSpPr>
            <p:cNvPr id="8087" name="Google Shape;8087;p57"/>
            <p:cNvGrpSpPr/>
            <p:nvPr/>
          </p:nvGrpSpPr>
          <p:grpSpPr>
            <a:xfrm>
              <a:off x="3748438" y="1378608"/>
              <a:ext cx="2159202" cy="903971"/>
              <a:chOff x="1683525" y="2179850"/>
              <a:chExt cx="4519050" cy="2134525"/>
            </a:xfrm>
          </p:grpSpPr>
          <p:sp>
            <p:nvSpPr>
              <p:cNvPr id="8088" name="Google Shape;8088;p5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89" name="Google Shape;8089;p5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90" name="Google Shape;8090;p5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91" name="Google Shape;8091;p5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92" name="Google Shape;8092;p5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93" name="Google Shape;8093;p5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94" name="Google Shape;8094;p5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95" name="Google Shape;8095;p5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96" name="Google Shape;8096;p5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97" name="Google Shape;8097;p5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98" name="Google Shape;8098;p5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sp>
            <p:nvSpPr>
              <p:cNvPr id="8099" name="Google Shape;8099;p5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solidFill>
                    <a:srgbClr val="FFFFFF"/>
                  </a:solidFill>
                </a:endParaRPr>
              </a:p>
            </p:txBody>
          </p:sp>
        </p:grpSp>
      </p:grpSp>
      <p:graphicFrame>
        <p:nvGraphicFramePr>
          <p:cNvPr id="8100" name="Google Shape;8100;p57"/>
          <p:cNvGraphicFramePr/>
          <p:nvPr>
            <p:extLst>
              <p:ext uri="{D42A27DB-BD31-4B8C-83A1-F6EECF244321}">
                <p14:modId xmlns:p14="http://schemas.microsoft.com/office/powerpoint/2010/main" val="3911058667"/>
              </p:ext>
            </p:extLst>
          </p:nvPr>
        </p:nvGraphicFramePr>
        <p:xfrm>
          <a:off x="5949675" y="2323100"/>
          <a:ext cx="2491300" cy="868600"/>
        </p:xfrm>
        <a:graphic>
          <a:graphicData uri="http://schemas.openxmlformats.org/drawingml/2006/table">
            <a:tbl>
              <a:tblPr>
                <a:noFill/>
                <a:tableStyleId>{DF0DE9F5-7211-4D94-AB2F-E9B492289327}</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lang="it-IT" sz="200" b="1" noProof="0"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101" name="Google Shape;8101;p57"/>
          <p:cNvGrpSpPr/>
          <p:nvPr/>
        </p:nvGrpSpPr>
        <p:grpSpPr>
          <a:xfrm>
            <a:off x="5926924" y="3381697"/>
            <a:ext cx="2519825" cy="1001454"/>
            <a:chOff x="1906114" y="789980"/>
            <a:chExt cx="1487676" cy="606868"/>
          </a:xfrm>
        </p:grpSpPr>
        <p:cxnSp>
          <p:nvCxnSpPr>
            <p:cNvPr id="8102" name="Google Shape;8102;p5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103" name="Google Shape;8103;p5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104" name="Google Shape;8104;p5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105" name="Google Shape;8105;p57"/>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it-IT" sz="300" noProof="0" dirty="0">
                  <a:solidFill>
                    <a:srgbClr val="E3E9ED"/>
                  </a:solidFill>
                </a:rPr>
                <a:t>JANUARY</a:t>
              </a:r>
            </a:p>
          </p:txBody>
        </p:sp>
        <p:sp>
          <p:nvSpPr>
            <p:cNvPr id="8106" name="Google Shape;8106;p57"/>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it-IT" sz="300" noProof="0" dirty="0">
                  <a:solidFill>
                    <a:srgbClr val="E3E9ED"/>
                  </a:solidFill>
                </a:rPr>
                <a:t>FEBRUARY</a:t>
              </a:r>
            </a:p>
          </p:txBody>
        </p:sp>
        <p:sp>
          <p:nvSpPr>
            <p:cNvPr id="8107" name="Google Shape;8107;p57"/>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it-IT" sz="300" noProof="0" dirty="0">
                  <a:solidFill>
                    <a:srgbClr val="E3E9ED"/>
                  </a:solidFill>
                </a:rPr>
                <a:t>MARCH</a:t>
              </a:r>
            </a:p>
          </p:txBody>
        </p:sp>
        <p:sp>
          <p:nvSpPr>
            <p:cNvPr id="8108" name="Google Shape;8108;p57"/>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it-IT" sz="300" noProof="0" dirty="0">
                  <a:solidFill>
                    <a:srgbClr val="E3E9ED"/>
                  </a:solidFill>
                </a:rPr>
                <a:t>APRIL</a:t>
              </a:r>
            </a:p>
          </p:txBody>
        </p:sp>
        <p:sp>
          <p:nvSpPr>
            <p:cNvPr id="8109" name="Google Shape;8109;p5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10" name="Google Shape;8110;p5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11" name="Google Shape;8111;p5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12" name="Google Shape;8112;p5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13" name="Google Shape;8113;p5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14" name="Google Shape;8114;p5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15" name="Google Shape;8115;p57"/>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it-IT" sz="300" noProof="0" dirty="0">
                  <a:solidFill>
                    <a:srgbClr val="E3E9ED"/>
                  </a:solidFill>
                </a:rPr>
                <a:t>PHASE 1</a:t>
              </a:r>
            </a:p>
          </p:txBody>
        </p:sp>
        <p:sp>
          <p:nvSpPr>
            <p:cNvPr id="8116" name="Google Shape;8116;p57"/>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it-IT" sz="300" noProof="0" dirty="0">
                  <a:solidFill>
                    <a:srgbClr val="E3E9ED"/>
                  </a:solidFill>
                </a:rPr>
                <a:t>Task 1</a:t>
              </a:r>
            </a:p>
          </p:txBody>
        </p:sp>
        <p:sp>
          <p:nvSpPr>
            <p:cNvPr id="8117" name="Google Shape;8117;p57"/>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it-IT" sz="300" noProof="0" dirty="0">
                  <a:solidFill>
                    <a:srgbClr val="E3E9ED"/>
                  </a:solidFill>
                </a:rPr>
                <a:t>Task 2</a:t>
              </a:r>
            </a:p>
          </p:txBody>
        </p:sp>
        <p:sp>
          <p:nvSpPr>
            <p:cNvPr id="8118" name="Google Shape;8118;p5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119" name="Google Shape;8119;p57"/>
          <p:cNvGrpSpPr/>
          <p:nvPr/>
        </p:nvGrpSpPr>
        <p:grpSpPr>
          <a:xfrm>
            <a:off x="726399" y="1190655"/>
            <a:ext cx="2394370" cy="976502"/>
            <a:chOff x="749309" y="1112739"/>
            <a:chExt cx="2371603" cy="976502"/>
          </a:xfrm>
        </p:grpSpPr>
        <p:sp>
          <p:nvSpPr>
            <p:cNvPr id="8120" name="Google Shape;8120;p57"/>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21" name="Google Shape;8121;p57"/>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22" name="Google Shape;8122;p57"/>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23" name="Google Shape;8123;p57"/>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24" name="Google Shape;8124;p57"/>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25" name="Google Shape;8125;p57"/>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26" name="Google Shape;8126;p57"/>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27" name="Google Shape;8127;p57"/>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28" name="Google Shape;8128;p57"/>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29" name="Google Shape;8129;p57"/>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30" name="Google Shape;8130;p57"/>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31" name="Google Shape;8131;p57"/>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32" name="Google Shape;8132;p57"/>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33" name="Google Shape;8133;p57"/>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34" name="Google Shape;8134;p57"/>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35" name="Google Shape;8135;p57"/>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36" name="Google Shape;8136;p57"/>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37" name="Google Shape;8137;p57"/>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38" name="Google Shape;8138;p57"/>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39" name="Google Shape;8139;p57"/>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40" name="Google Shape;8140;p57"/>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41" name="Google Shape;8141;p57"/>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42" name="Google Shape;8142;p57"/>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43" name="Google Shape;8143;p57"/>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44" name="Google Shape;8144;p57"/>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45" name="Google Shape;8145;p57"/>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46" name="Google Shape;8146;p57"/>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47" name="Google Shape;8147;p57"/>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48" name="Google Shape;8148;p5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49" name="Google Shape;8149;p5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50" name="Google Shape;8150;p5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51" name="Google Shape;8151;p5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aphicFrame>
        <p:nvGraphicFramePr>
          <p:cNvPr id="8152" name="Google Shape;8152;p57"/>
          <p:cNvGraphicFramePr/>
          <p:nvPr>
            <p:extLst>
              <p:ext uri="{D42A27DB-BD31-4B8C-83A1-F6EECF244321}">
                <p14:modId xmlns:p14="http://schemas.microsoft.com/office/powerpoint/2010/main" val="1393369247"/>
              </p:ext>
            </p:extLst>
          </p:nvPr>
        </p:nvGraphicFramePr>
        <p:xfrm>
          <a:off x="5949700" y="1188950"/>
          <a:ext cx="2491300" cy="976425"/>
        </p:xfrm>
        <a:graphic>
          <a:graphicData uri="http://schemas.openxmlformats.org/drawingml/2006/table">
            <a:tbl>
              <a:tblPr>
                <a:noFill/>
                <a:tableStyleId>{DF0DE9F5-7211-4D94-AB2F-E9B492289327}</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8153" name="Google Shape;8153;p57"/>
          <p:cNvGraphicFramePr/>
          <p:nvPr>
            <p:extLst>
              <p:ext uri="{D42A27DB-BD31-4B8C-83A1-F6EECF244321}">
                <p14:modId xmlns:p14="http://schemas.microsoft.com/office/powerpoint/2010/main" val="3417850063"/>
              </p:ext>
            </p:extLst>
          </p:nvPr>
        </p:nvGraphicFramePr>
        <p:xfrm>
          <a:off x="3356413" y="2323100"/>
          <a:ext cx="2363400" cy="868575"/>
        </p:xfrm>
        <a:graphic>
          <a:graphicData uri="http://schemas.openxmlformats.org/drawingml/2006/table">
            <a:tbl>
              <a:tblPr>
                <a:noFill/>
                <a:tableStyleId>{DF0DE9F5-7211-4D94-AB2F-E9B492289327}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lang="it-IT" sz="200" noProof="0" dirty="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8154" name="Google Shape;8154;p57"/>
          <p:cNvGrpSpPr/>
          <p:nvPr/>
        </p:nvGrpSpPr>
        <p:grpSpPr>
          <a:xfrm>
            <a:off x="4100342" y="2709743"/>
            <a:ext cx="1517436" cy="74460"/>
            <a:chOff x="3980086" y="2804397"/>
            <a:chExt cx="1227600" cy="66900"/>
          </a:xfrm>
        </p:grpSpPr>
        <p:sp>
          <p:nvSpPr>
            <p:cNvPr id="8155" name="Google Shape;8155;p5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56" name="Google Shape;8156;p5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157" name="Google Shape;8157;p57"/>
          <p:cNvGrpSpPr/>
          <p:nvPr/>
        </p:nvGrpSpPr>
        <p:grpSpPr>
          <a:xfrm>
            <a:off x="4725406" y="3002330"/>
            <a:ext cx="892956" cy="74460"/>
            <a:chOff x="3980086" y="2804397"/>
            <a:chExt cx="1227600" cy="66900"/>
          </a:xfrm>
        </p:grpSpPr>
        <p:sp>
          <p:nvSpPr>
            <p:cNvPr id="8158" name="Google Shape;8158;p5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59" name="Google Shape;8159;p5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160" name="Google Shape;8160;p57"/>
          <p:cNvGrpSpPr/>
          <p:nvPr/>
        </p:nvGrpSpPr>
        <p:grpSpPr>
          <a:xfrm>
            <a:off x="3358498" y="3361213"/>
            <a:ext cx="2363244" cy="1005943"/>
            <a:chOff x="3358415" y="3361302"/>
            <a:chExt cx="2363244" cy="1024695"/>
          </a:xfrm>
        </p:grpSpPr>
        <p:grpSp>
          <p:nvGrpSpPr>
            <p:cNvPr id="8161" name="Google Shape;8161;p57"/>
            <p:cNvGrpSpPr/>
            <p:nvPr/>
          </p:nvGrpSpPr>
          <p:grpSpPr>
            <a:xfrm>
              <a:off x="3358415" y="3361302"/>
              <a:ext cx="441300" cy="1024695"/>
              <a:chOff x="3358415" y="3361302"/>
              <a:chExt cx="441300" cy="1024695"/>
            </a:xfrm>
          </p:grpSpPr>
          <p:sp>
            <p:nvSpPr>
              <p:cNvPr id="8162" name="Google Shape;8162;p57"/>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63" name="Google Shape;8163;p57"/>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64" name="Google Shape;8164;p57"/>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65" name="Google Shape;8165;p57"/>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66" name="Google Shape;8166;p57"/>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67" name="Google Shape;8167;p57"/>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168" name="Google Shape;8168;p57"/>
            <p:cNvGrpSpPr/>
            <p:nvPr/>
          </p:nvGrpSpPr>
          <p:grpSpPr>
            <a:xfrm>
              <a:off x="3838901" y="3361302"/>
              <a:ext cx="441300" cy="1024695"/>
              <a:chOff x="3838901" y="3361302"/>
              <a:chExt cx="441300" cy="1024695"/>
            </a:xfrm>
          </p:grpSpPr>
          <p:sp>
            <p:nvSpPr>
              <p:cNvPr id="8169" name="Google Shape;8169;p57"/>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70" name="Google Shape;8170;p57"/>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71" name="Google Shape;8171;p57"/>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72" name="Google Shape;8172;p57"/>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73" name="Google Shape;8173;p57"/>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74" name="Google Shape;8174;p57"/>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175" name="Google Shape;8175;p57"/>
            <p:cNvGrpSpPr/>
            <p:nvPr/>
          </p:nvGrpSpPr>
          <p:grpSpPr>
            <a:xfrm>
              <a:off x="4319387" y="3361302"/>
              <a:ext cx="441300" cy="1024695"/>
              <a:chOff x="4319387" y="3361302"/>
              <a:chExt cx="441300" cy="1024695"/>
            </a:xfrm>
          </p:grpSpPr>
          <p:sp>
            <p:nvSpPr>
              <p:cNvPr id="8176" name="Google Shape;8176;p57"/>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77" name="Google Shape;8177;p57"/>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78" name="Google Shape;8178;p57"/>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79" name="Google Shape;8179;p57"/>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80" name="Google Shape;8180;p57"/>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81" name="Google Shape;8181;p57"/>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182" name="Google Shape;8182;p57"/>
            <p:cNvGrpSpPr/>
            <p:nvPr/>
          </p:nvGrpSpPr>
          <p:grpSpPr>
            <a:xfrm>
              <a:off x="4799873" y="3361302"/>
              <a:ext cx="441300" cy="1024695"/>
              <a:chOff x="4799873" y="3361302"/>
              <a:chExt cx="441300" cy="1024695"/>
            </a:xfrm>
          </p:grpSpPr>
          <p:sp>
            <p:nvSpPr>
              <p:cNvPr id="8183" name="Google Shape;8183;p57"/>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84" name="Google Shape;8184;p57"/>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85" name="Google Shape;8185;p57"/>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86" name="Google Shape;8186;p57"/>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87" name="Google Shape;8187;p57"/>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88" name="Google Shape;8188;p57"/>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189" name="Google Shape;8189;p57"/>
            <p:cNvGrpSpPr/>
            <p:nvPr/>
          </p:nvGrpSpPr>
          <p:grpSpPr>
            <a:xfrm>
              <a:off x="5280360" y="3361302"/>
              <a:ext cx="441300" cy="1024695"/>
              <a:chOff x="5280360" y="3361302"/>
              <a:chExt cx="441300" cy="1024695"/>
            </a:xfrm>
          </p:grpSpPr>
          <p:sp>
            <p:nvSpPr>
              <p:cNvPr id="8190" name="Google Shape;8190;p57"/>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91" name="Google Shape;8191;p57"/>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92" name="Google Shape;8192;p57"/>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93" name="Google Shape;8193;p57"/>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94" name="Google Shape;8194;p57"/>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195" name="Google Shape;8195;p57"/>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aphicFrame>
        <p:nvGraphicFramePr>
          <p:cNvPr id="8196" name="Google Shape;8196;p57"/>
          <p:cNvGraphicFramePr/>
          <p:nvPr>
            <p:extLst>
              <p:ext uri="{D42A27DB-BD31-4B8C-83A1-F6EECF244321}">
                <p14:modId xmlns:p14="http://schemas.microsoft.com/office/powerpoint/2010/main" val="4028367253"/>
              </p:ext>
            </p:extLst>
          </p:nvPr>
        </p:nvGraphicFramePr>
        <p:xfrm>
          <a:off x="724925" y="2323100"/>
          <a:ext cx="2403600" cy="881400"/>
        </p:xfrm>
        <a:graphic>
          <a:graphicData uri="http://schemas.openxmlformats.org/drawingml/2006/table">
            <a:tbl>
              <a:tblPr>
                <a:noFill/>
                <a:tableStyleId>{DF0DE9F5-7211-4D94-AB2F-E9B492289327}</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lang="it-IT" sz="200" noProof="0" dirty="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8197" name="Google Shape;8197;p57"/>
          <p:cNvGrpSpPr/>
          <p:nvPr/>
        </p:nvGrpSpPr>
        <p:grpSpPr>
          <a:xfrm>
            <a:off x="726450" y="3372825"/>
            <a:ext cx="2403614" cy="1005900"/>
            <a:chOff x="726450" y="3372825"/>
            <a:chExt cx="2403614" cy="1005900"/>
          </a:xfrm>
        </p:grpSpPr>
        <p:grpSp>
          <p:nvGrpSpPr>
            <p:cNvPr id="8198" name="Google Shape;8198;p57"/>
            <p:cNvGrpSpPr/>
            <p:nvPr/>
          </p:nvGrpSpPr>
          <p:grpSpPr>
            <a:xfrm>
              <a:off x="726450" y="3696000"/>
              <a:ext cx="2403614" cy="500898"/>
              <a:chOff x="726450" y="3696000"/>
              <a:chExt cx="2403614" cy="500898"/>
            </a:xfrm>
          </p:grpSpPr>
          <p:sp>
            <p:nvSpPr>
              <p:cNvPr id="8199" name="Google Shape;8199;p57"/>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p>
            </p:txBody>
          </p:sp>
          <p:sp>
            <p:nvSpPr>
              <p:cNvPr id="8200" name="Google Shape;8200;p57"/>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p>
            </p:txBody>
          </p:sp>
        </p:grpSp>
        <p:grpSp>
          <p:nvGrpSpPr>
            <p:cNvPr id="8201" name="Google Shape;8201;p57"/>
            <p:cNvGrpSpPr/>
            <p:nvPr/>
          </p:nvGrpSpPr>
          <p:grpSpPr>
            <a:xfrm>
              <a:off x="1348050" y="3372825"/>
              <a:ext cx="1720425" cy="1005900"/>
              <a:chOff x="1348050" y="3372825"/>
              <a:chExt cx="1720425" cy="1005900"/>
            </a:xfrm>
          </p:grpSpPr>
          <p:sp>
            <p:nvSpPr>
              <p:cNvPr id="8202" name="Google Shape;8202;p57"/>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p>
            </p:txBody>
          </p:sp>
          <p:sp>
            <p:nvSpPr>
              <p:cNvPr id="8203" name="Google Shape;8203;p57"/>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p>
            </p:txBody>
          </p:sp>
          <p:sp>
            <p:nvSpPr>
              <p:cNvPr id="8204" name="Google Shape;8204;p57"/>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p>
            </p:txBody>
          </p:sp>
          <p:sp>
            <p:nvSpPr>
              <p:cNvPr id="8205" name="Google Shape;8205;p57"/>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p>
            </p:txBody>
          </p:sp>
          <p:sp>
            <p:nvSpPr>
              <p:cNvPr id="8206" name="Google Shape;8206;p57"/>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sz="200" noProof="0" dirty="0"/>
              </a:p>
            </p:txBody>
          </p:sp>
        </p:grpSp>
        <p:grpSp>
          <p:nvGrpSpPr>
            <p:cNvPr id="8207" name="Google Shape;8207;p57"/>
            <p:cNvGrpSpPr/>
            <p:nvPr/>
          </p:nvGrpSpPr>
          <p:grpSpPr>
            <a:xfrm>
              <a:off x="1455707" y="3731058"/>
              <a:ext cx="1491150" cy="417657"/>
              <a:chOff x="1455707" y="3731058"/>
              <a:chExt cx="1491150" cy="417657"/>
            </a:xfrm>
          </p:grpSpPr>
          <p:grpSp>
            <p:nvGrpSpPr>
              <p:cNvPr id="8208" name="Google Shape;8208;p57"/>
              <p:cNvGrpSpPr/>
              <p:nvPr/>
            </p:nvGrpSpPr>
            <p:grpSpPr>
              <a:xfrm>
                <a:off x="1472938" y="3745828"/>
                <a:ext cx="72126" cy="53788"/>
                <a:chOff x="1472938" y="3745828"/>
                <a:chExt cx="72126" cy="53788"/>
              </a:xfrm>
            </p:grpSpPr>
            <p:sp>
              <p:nvSpPr>
                <p:cNvPr id="8209" name="Google Shape;8209;p57"/>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10" name="Google Shape;8210;p57"/>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11" name="Google Shape;8211;p57"/>
              <p:cNvGrpSpPr/>
              <p:nvPr/>
            </p:nvGrpSpPr>
            <p:grpSpPr>
              <a:xfrm>
                <a:off x="1819181" y="4089633"/>
                <a:ext cx="72126" cy="53788"/>
                <a:chOff x="1819181" y="4089633"/>
                <a:chExt cx="72126" cy="53788"/>
              </a:xfrm>
            </p:grpSpPr>
            <p:sp>
              <p:nvSpPr>
                <p:cNvPr id="8212" name="Google Shape;8212;p57"/>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13" name="Google Shape;8213;p57"/>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14" name="Google Shape;8214;p57"/>
              <p:cNvGrpSpPr/>
              <p:nvPr/>
            </p:nvGrpSpPr>
            <p:grpSpPr>
              <a:xfrm>
                <a:off x="1455707" y="4084171"/>
                <a:ext cx="64321" cy="64544"/>
                <a:chOff x="1455707" y="4084171"/>
                <a:chExt cx="64321" cy="64544"/>
              </a:xfrm>
            </p:grpSpPr>
            <p:sp>
              <p:nvSpPr>
                <p:cNvPr id="8215" name="Google Shape;8215;p57"/>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16" name="Google Shape;8216;p57"/>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17" name="Google Shape;8217;p57"/>
              <p:cNvGrpSpPr/>
              <p:nvPr/>
            </p:nvGrpSpPr>
            <p:grpSpPr>
              <a:xfrm>
                <a:off x="1818610" y="3731058"/>
                <a:ext cx="64321" cy="64544"/>
                <a:chOff x="1818610" y="3731058"/>
                <a:chExt cx="64321" cy="64544"/>
              </a:xfrm>
            </p:grpSpPr>
            <p:sp>
              <p:nvSpPr>
                <p:cNvPr id="8218" name="Google Shape;8218;p57"/>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19" name="Google Shape;8219;p57"/>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20" name="Google Shape;8220;p57"/>
              <p:cNvGrpSpPr/>
              <p:nvPr/>
            </p:nvGrpSpPr>
            <p:grpSpPr>
              <a:xfrm>
                <a:off x="2172491" y="4089633"/>
                <a:ext cx="72126" cy="53788"/>
                <a:chOff x="2172491" y="4089633"/>
                <a:chExt cx="72126" cy="53788"/>
              </a:xfrm>
            </p:grpSpPr>
            <p:sp>
              <p:nvSpPr>
                <p:cNvPr id="8221" name="Google Shape;8221;p57"/>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22" name="Google Shape;8222;p57"/>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23" name="Google Shape;8223;p57"/>
              <p:cNvGrpSpPr/>
              <p:nvPr/>
            </p:nvGrpSpPr>
            <p:grpSpPr>
              <a:xfrm>
                <a:off x="2171920" y="3731058"/>
                <a:ext cx="64321" cy="64544"/>
                <a:chOff x="2171920" y="3731058"/>
                <a:chExt cx="64321" cy="64544"/>
              </a:xfrm>
            </p:grpSpPr>
            <p:sp>
              <p:nvSpPr>
                <p:cNvPr id="8224" name="Google Shape;8224;p57"/>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25" name="Google Shape;8225;p57"/>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26" name="Google Shape;8226;p57"/>
              <p:cNvGrpSpPr/>
              <p:nvPr/>
            </p:nvGrpSpPr>
            <p:grpSpPr>
              <a:xfrm>
                <a:off x="2874730" y="3745828"/>
                <a:ext cx="72126" cy="53788"/>
                <a:chOff x="2874730" y="3745828"/>
                <a:chExt cx="72126" cy="53788"/>
              </a:xfrm>
            </p:grpSpPr>
            <p:sp>
              <p:nvSpPr>
                <p:cNvPr id="8227" name="Google Shape;8227;p57"/>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28" name="Google Shape;8228;p57"/>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29" name="Google Shape;8229;p57"/>
              <p:cNvGrpSpPr/>
              <p:nvPr/>
            </p:nvGrpSpPr>
            <p:grpSpPr>
              <a:xfrm>
                <a:off x="2878589" y="4081481"/>
                <a:ext cx="64321" cy="64544"/>
                <a:chOff x="2878589" y="4081481"/>
                <a:chExt cx="64321" cy="64544"/>
              </a:xfrm>
            </p:grpSpPr>
            <p:sp>
              <p:nvSpPr>
                <p:cNvPr id="8230" name="Google Shape;8230;p57"/>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31" name="Google Shape;8231;p57"/>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32" name="Google Shape;8232;p57"/>
              <p:cNvGrpSpPr/>
              <p:nvPr/>
            </p:nvGrpSpPr>
            <p:grpSpPr>
              <a:xfrm>
                <a:off x="2525796" y="4089633"/>
                <a:ext cx="72126" cy="53788"/>
                <a:chOff x="2525796" y="4089633"/>
                <a:chExt cx="72126" cy="53788"/>
              </a:xfrm>
            </p:grpSpPr>
            <p:sp>
              <p:nvSpPr>
                <p:cNvPr id="8233" name="Google Shape;8233;p57"/>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34" name="Google Shape;8234;p57"/>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35" name="Google Shape;8235;p57"/>
              <p:cNvGrpSpPr/>
              <p:nvPr/>
            </p:nvGrpSpPr>
            <p:grpSpPr>
              <a:xfrm>
                <a:off x="2525225" y="3731058"/>
                <a:ext cx="64321" cy="64544"/>
                <a:chOff x="2525225" y="3731058"/>
                <a:chExt cx="64321" cy="64544"/>
              </a:xfrm>
            </p:grpSpPr>
            <p:sp>
              <p:nvSpPr>
                <p:cNvPr id="8236" name="Google Shape;8236;p57"/>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37" name="Google Shape;8237;p57"/>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8241"/>
        <p:cNvGrpSpPr/>
        <p:nvPr/>
      </p:nvGrpSpPr>
      <p:grpSpPr>
        <a:xfrm>
          <a:off x="0" y="0"/>
          <a:ext cx="0" cy="0"/>
          <a:chOff x="0" y="0"/>
          <a:chExt cx="0" cy="0"/>
        </a:xfrm>
      </p:grpSpPr>
      <p:grpSp>
        <p:nvGrpSpPr>
          <p:cNvPr id="8242" name="Google Shape;8242;p58"/>
          <p:cNvGrpSpPr/>
          <p:nvPr/>
        </p:nvGrpSpPr>
        <p:grpSpPr>
          <a:xfrm>
            <a:off x="732428" y="1171356"/>
            <a:ext cx="845921" cy="690752"/>
            <a:chOff x="732428" y="1198513"/>
            <a:chExt cx="845921" cy="690752"/>
          </a:xfrm>
        </p:grpSpPr>
        <p:grpSp>
          <p:nvGrpSpPr>
            <p:cNvPr id="8243" name="Google Shape;8243;p58"/>
            <p:cNvGrpSpPr/>
            <p:nvPr/>
          </p:nvGrpSpPr>
          <p:grpSpPr>
            <a:xfrm>
              <a:off x="823030" y="1198513"/>
              <a:ext cx="755319" cy="690752"/>
              <a:chOff x="823030" y="1198513"/>
              <a:chExt cx="755319" cy="690752"/>
            </a:xfrm>
          </p:grpSpPr>
          <p:sp>
            <p:nvSpPr>
              <p:cNvPr id="8244" name="Google Shape;8244;p58"/>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45" name="Google Shape;8245;p58"/>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46" name="Google Shape;8246;p58"/>
            <p:cNvGrpSpPr/>
            <p:nvPr/>
          </p:nvGrpSpPr>
          <p:grpSpPr>
            <a:xfrm>
              <a:off x="732428" y="1239937"/>
              <a:ext cx="739912" cy="607886"/>
              <a:chOff x="732428" y="1239937"/>
              <a:chExt cx="739912" cy="607886"/>
            </a:xfrm>
          </p:grpSpPr>
          <p:sp>
            <p:nvSpPr>
              <p:cNvPr id="8247" name="Google Shape;8247;p58"/>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48" name="Google Shape;8248;p58"/>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49" name="Google Shape;8249;p58"/>
            <p:cNvGrpSpPr/>
            <p:nvPr/>
          </p:nvGrpSpPr>
          <p:grpSpPr>
            <a:xfrm>
              <a:off x="732428" y="1277018"/>
              <a:ext cx="702832" cy="533758"/>
              <a:chOff x="732428" y="1277018"/>
              <a:chExt cx="702832" cy="533758"/>
            </a:xfrm>
          </p:grpSpPr>
          <p:sp>
            <p:nvSpPr>
              <p:cNvPr id="8250" name="Google Shape;8250;p58"/>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51" name="Google Shape;8251;p58"/>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52" name="Google Shape;8252;p58"/>
            <p:cNvGrpSpPr/>
            <p:nvPr/>
          </p:nvGrpSpPr>
          <p:grpSpPr>
            <a:xfrm>
              <a:off x="931170" y="1306653"/>
              <a:ext cx="647179" cy="474455"/>
              <a:chOff x="931170" y="1306653"/>
              <a:chExt cx="647179" cy="474455"/>
            </a:xfrm>
          </p:grpSpPr>
          <p:sp>
            <p:nvSpPr>
              <p:cNvPr id="8253" name="Google Shape;8253;p58"/>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54" name="Google Shape;8254;p58"/>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8255" name="Google Shape;8255;p58"/>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56" name="Google Shape;8256;p58"/>
          <p:cNvGrpSpPr/>
          <p:nvPr/>
        </p:nvGrpSpPr>
        <p:grpSpPr>
          <a:xfrm>
            <a:off x="3964037" y="1171363"/>
            <a:ext cx="634656" cy="699982"/>
            <a:chOff x="5985650" y="2860025"/>
            <a:chExt cx="1396075" cy="1539775"/>
          </a:xfrm>
        </p:grpSpPr>
        <p:sp>
          <p:nvSpPr>
            <p:cNvPr id="8257" name="Google Shape;8257;p58"/>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58" name="Google Shape;8258;p58"/>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59" name="Google Shape;8259;p58"/>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60" name="Google Shape;8260;p58"/>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61" name="Google Shape;8261;p58"/>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62" name="Google Shape;8262;p58"/>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63" name="Google Shape;8263;p58"/>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64" name="Google Shape;8264;p58"/>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65" name="Google Shape;8265;p58"/>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66" name="Google Shape;8266;p58"/>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67" name="Google Shape;8267;p58"/>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68" name="Google Shape;8268;p58"/>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69" name="Google Shape;8269;p58"/>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70" name="Google Shape;8270;p58"/>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71" name="Google Shape;8271;p58"/>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72" name="Google Shape;8272;p58"/>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73" name="Google Shape;8273;p58"/>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74" name="Google Shape;8274;p58"/>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75" name="Google Shape;8275;p58"/>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76" name="Google Shape;8276;p58"/>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77" name="Google Shape;8277;p58"/>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78" name="Google Shape;8278;p58"/>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79" name="Google Shape;8279;p58"/>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80" name="Google Shape;8280;p58"/>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81" name="Google Shape;8281;p58"/>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82" name="Google Shape;8282;p58"/>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83" name="Google Shape;8283;p58"/>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84" name="Google Shape;8284;p58"/>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85" name="Google Shape;8285;p58"/>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86" name="Google Shape;8286;p58"/>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87" name="Google Shape;8287;p58"/>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288" name="Google Shape;8288;p58"/>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89" name="Google Shape;8289;p58"/>
          <p:cNvGrpSpPr/>
          <p:nvPr/>
        </p:nvGrpSpPr>
        <p:grpSpPr>
          <a:xfrm>
            <a:off x="4719687" y="1171356"/>
            <a:ext cx="725845" cy="699975"/>
            <a:chOff x="4249973" y="1201875"/>
            <a:chExt cx="1958568" cy="1888762"/>
          </a:xfrm>
        </p:grpSpPr>
        <p:sp>
          <p:nvSpPr>
            <p:cNvPr id="8290" name="Google Shape;8290;p58"/>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291" name="Google Shape;8291;p58"/>
            <p:cNvGrpSpPr/>
            <p:nvPr/>
          </p:nvGrpSpPr>
          <p:grpSpPr>
            <a:xfrm>
              <a:off x="5853086" y="1789142"/>
              <a:ext cx="355454" cy="1048099"/>
              <a:chOff x="5576108" y="2016725"/>
              <a:chExt cx="565200" cy="1666560"/>
            </a:xfrm>
          </p:grpSpPr>
          <p:sp>
            <p:nvSpPr>
              <p:cNvPr id="8292" name="Google Shape;8292;p58"/>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sz="1200" noProof="0" dirty="0">
                  <a:solidFill>
                    <a:srgbClr val="FFFFFF"/>
                  </a:solidFill>
                  <a:latin typeface="Roboto Medium"/>
                  <a:ea typeface="Roboto Medium"/>
                  <a:cs typeface="Roboto Medium"/>
                  <a:sym typeface="Roboto Medium"/>
                </a:endParaRPr>
              </a:p>
            </p:txBody>
          </p:sp>
          <p:sp>
            <p:nvSpPr>
              <p:cNvPr id="8293" name="Google Shape;8293;p5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94" name="Google Shape;8294;p58"/>
            <p:cNvGrpSpPr/>
            <p:nvPr/>
          </p:nvGrpSpPr>
          <p:grpSpPr>
            <a:xfrm>
              <a:off x="4869455" y="2691676"/>
              <a:ext cx="1013897" cy="398961"/>
              <a:chOff x="4012057" y="3451825"/>
              <a:chExt cx="1612175" cy="634379"/>
            </a:xfrm>
          </p:grpSpPr>
          <p:sp>
            <p:nvSpPr>
              <p:cNvPr id="8295" name="Google Shape;8295;p58"/>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sz="1200" noProof="0" dirty="0">
                  <a:solidFill>
                    <a:srgbClr val="FFFFFF"/>
                  </a:solidFill>
                  <a:latin typeface="Roboto Medium"/>
                  <a:ea typeface="Roboto Medium"/>
                  <a:cs typeface="Roboto Medium"/>
                  <a:sym typeface="Roboto Medium"/>
                </a:endParaRPr>
              </a:p>
            </p:txBody>
          </p:sp>
          <p:sp>
            <p:nvSpPr>
              <p:cNvPr id="8296" name="Google Shape;8296;p5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297" name="Google Shape;8297;p58"/>
            <p:cNvGrpSpPr/>
            <p:nvPr/>
          </p:nvGrpSpPr>
          <p:grpSpPr>
            <a:xfrm>
              <a:off x="4276937" y="2155961"/>
              <a:ext cx="651965" cy="891358"/>
              <a:chOff x="3069908" y="2599997"/>
              <a:chExt cx="1036675" cy="1417328"/>
            </a:xfrm>
          </p:grpSpPr>
          <p:sp>
            <p:nvSpPr>
              <p:cNvPr id="8298" name="Google Shape;8298;p58"/>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sz="1200" noProof="0" dirty="0">
                  <a:solidFill>
                    <a:srgbClr val="FFFFFF"/>
                  </a:solidFill>
                  <a:latin typeface="Roboto Medium"/>
                  <a:ea typeface="Roboto Medium"/>
                  <a:cs typeface="Roboto Medium"/>
                  <a:sym typeface="Roboto Medium"/>
                </a:endParaRPr>
              </a:p>
            </p:txBody>
          </p:sp>
          <p:sp>
            <p:nvSpPr>
              <p:cNvPr id="8299" name="Google Shape;8299;p5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00" name="Google Shape;8300;p58"/>
            <p:cNvGrpSpPr/>
            <p:nvPr/>
          </p:nvGrpSpPr>
          <p:grpSpPr>
            <a:xfrm>
              <a:off x="5054918" y="1201875"/>
              <a:ext cx="999548" cy="602711"/>
              <a:chOff x="4306958" y="1082925"/>
              <a:chExt cx="1589359" cy="958358"/>
            </a:xfrm>
          </p:grpSpPr>
          <p:sp>
            <p:nvSpPr>
              <p:cNvPr id="8301" name="Google Shape;8301;p58"/>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sz="1200" noProof="0" dirty="0">
                  <a:solidFill>
                    <a:srgbClr val="FFFFFF"/>
                  </a:solidFill>
                  <a:latin typeface="Roboto Medium"/>
                  <a:ea typeface="Roboto Medium"/>
                  <a:cs typeface="Roboto Medium"/>
                  <a:sym typeface="Roboto Medium"/>
                </a:endParaRPr>
              </a:p>
            </p:txBody>
          </p:sp>
          <p:sp>
            <p:nvSpPr>
              <p:cNvPr id="8302" name="Google Shape;8302;p5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03" name="Google Shape;8303;p58"/>
            <p:cNvGrpSpPr/>
            <p:nvPr/>
          </p:nvGrpSpPr>
          <p:grpSpPr>
            <a:xfrm>
              <a:off x="4249973" y="1303451"/>
              <a:ext cx="799317" cy="841334"/>
              <a:chOff x="3027033" y="1244439"/>
              <a:chExt cx="1270977" cy="1337786"/>
            </a:xfrm>
          </p:grpSpPr>
          <p:sp>
            <p:nvSpPr>
              <p:cNvPr id="8304" name="Google Shape;8304;p58"/>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it-IT" sz="1200" noProof="0" dirty="0">
                  <a:solidFill>
                    <a:srgbClr val="FFFFFF"/>
                  </a:solidFill>
                  <a:latin typeface="Roboto Medium"/>
                  <a:ea typeface="Roboto Medium"/>
                  <a:cs typeface="Roboto Medium"/>
                  <a:sym typeface="Roboto Medium"/>
                </a:endParaRPr>
              </a:p>
            </p:txBody>
          </p:sp>
          <p:sp>
            <p:nvSpPr>
              <p:cNvPr id="8305" name="Google Shape;8305;p5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306" name="Google Shape;8306;p58"/>
          <p:cNvGrpSpPr/>
          <p:nvPr/>
        </p:nvGrpSpPr>
        <p:grpSpPr>
          <a:xfrm>
            <a:off x="4072551" y="2058137"/>
            <a:ext cx="750769" cy="683784"/>
            <a:chOff x="4204684" y="2104422"/>
            <a:chExt cx="699822" cy="637382"/>
          </a:xfrm>
        </p:grpSpPr>
        <p:grpSp>
          <p:nvGrpSpPr>
            <p:cNvPr id="8307" name="Google Shape;8307;p58"/>
            <p:cNvGrpSpPr/>
            <p:nvPr/>
          </p:nvGrpSpPr>
          <p:grpSpPr>
            <a:xfrm>
              <a:off x="4204684" y="2430067"/>
              <a:ext cx="342957" cy="311738"/>
              <a:chOff x="4204684" y="2430067"/>
              <a:chExt cx="342957" cy="311738"/>
            </a:xfrm>
          </p:grpSpPr>
          <p:sp>
            <p:nvSpPr>
              <p:cNvPr id="8308" name="Google Shape;8308;p58"/>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09" name="Google Shape;8309;p58"/>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10" name="Google Shape;8310;p58"/>
            <p:cNvGrpSpPr/>
            <p:nvPr/>
          </p:nvGrpSpPr>
          <p:grpSpPr>
            <a:xfrm>
              <a:off x="4561586" y="2430067"/>
              <a:ext cx="342920" cy="311738"/>
              <a:chOff x="4561586" y="2430067"/>
              <a:chExt cx="342920" cy="311738"/>
            </a:xfrm>
          </p:grpSpPr>
          <p:sp>
            <p:nvSpPr>
              <p:cNvPr id="8311" name="Google Shape;8311;p58"/>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12" name="Google Shape;8312;p58"/>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13" name="Google Shape;8313;p58"/>
            <p:cNvGrpSpPr/>
            <p:nvPr/>
          </p:nvGrpSpPr>
          <p:grpSpPr>
            <a:xfrm>
              <a:off x="4561586" y="2104422"/>
              <a:ext cx="342920" cy="311738"/>
              <a:chOff x="4561586" y="2104422"/>
              <a:chExt cx="342920" cy="311738"/>
            </a:xfrm>
          </p:grpSpPr>
          <p:sp>
            <p:nvSpPr>
              <p:cNvPr id="8314" name="Google Shape;8314;p58"/>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15" name="Google Shape;8315;p58"/>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16" name="Google Shape;8316;p58"/>
            <p:cNvGrpSpPr/>
            <p:nvPr/>
          </p:nvGrpSpPr>
          <p:grpSpPr>
            <a:xfrm>
              <a:off x="4204684" y="2104422"/>
              <a:ext cx="342957" cy="311664"/>
              <a:chOff x="4204684" y="2104422"/>
              <a:chExt cx="342957" cy="311664"/>
            </a:xfrm>
          </p:grpSpPr>
          <p:sp>
            <p:nvSpPr>
              <p:cNvPr id="8317" name="Google Shape;8317;p58"/>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18" name="Google Shape;8318;p58"/>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319" name="Google Shape;8319;p58"/>
          <p:cNvGrpSpPr/>
          <p:nvPr/>
        </p:nvGrpSpPr>
        <p:grpSpPr>
          <a:xfrm>
            <a:off x="5536984" y="1171351"/>
            <a:ext cx="660591" cy="688867"/>
            <a:chOff x="5830645" y="1267368"/>
            <a:chExt cx="530340" cy="553040"/>
          </a:xfrm>
        </p:grpSpPr>
        <p:sp>
          <p:nvSpPr>
            <p:cNvPr id="8320" name="Google Shape;8320;p58"/>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321" name="Google Shape;8321;p58"/>
            <p:cNvGrpSpPr/>
            <p:nvPr/>
          </p:nvGrpSpPr>
          <p:grpSpPr>
            <a:xfrm>
              <a:off x="5830645" y="1267368"/>
              <a:ext cx="259743" cy="269909"/>
              <a:chOff x="5830645" y="1267368"/>
              <a:chExt cx="259743" cy="269909"/>
            </a:xfrm>
          </p:grpSpPr>
          <p:sp>
            <p:nvSpPr>
              <p:cNvPr id="8322" name="Google Shape;8322;p58"/>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23" name="Google Shape;8323;p58"/>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24" name="Google Shape;8324;p58"/>
            <p:cNvGrpSpPr/>
            <p:nvPr/>
          </p:nvGrpSpPr>
          <p:grpSpPr>
            <a:xfrm>
              <a:off x="6101293" y="1267368"/>
              <a:ext cx="259692" cy="269909"/>
              <a:chOff x="6101293" y="1267368"/>
              <a:chExt cx="259692" cy="269909"/>
            </a:xfrm>
          </p:grpSpPr>
          <p:sp>
            <p:nvSpPr>
              <p:cNvPr id="8325" name="Google Shape;8325;p58"/>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26" name="Google Shape;8326;p58"/>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27" name="Google Shape;8327;p58"/>
            <p:cNvGrpSpPr/>
            <p:nvPr/>
          </p:nvGrpSpPr>
          <p:grpSpPr>
            <a:xfrm>
              <a:off x="5830645" y="1550500"/>
              <a:ext cx="259692" cy="269909"/>
              <a:chOff x="5830645" y="1550500"/>
              <a:chExt cx="259692" cy="269909"/>
            </a:xfrm>
          </p:grpSpPr>
          <p:sp>
            <p:nvSpPr>
              <p:cNvPr id="8328" name="Google Shape;8328;p58"/>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29" name="Google Shape;8329;p58"/>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30" name="Google Shape;8330;p58"/>
            <p:cNvGrpSpPr/>
            <p:nvPr/>
          </p:nvGrpSpPr>
          <p:grpSpPr>
            <a:xfrm>
              <a:off x="6101293" y="1550500"/>
              <a:ext cx="259692" cy="269909"/>
              <a:chOff x="6101293" y="1550500"/>
              <a:chExt cx="259692" cy="269909"/>
            </a:xfrm>
          </p:grpSpPr>
          <p:sp>
            <p:nvSpPr>
              <p:cNvPr id="8331" name="Google Shape;8331;p58"/>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32" name="Google Shape;8332;p58"/>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333" name="Google Shape;8333;p58"/>
          <p:cNvGrpSpPr/>
          <p:nvPr/>
        </p:nvGrpSpPr>
        <p:grpSpPr>
          <a:xfrm>
            <a:off x="739138" y="2061810"/>
            <a:ext cx="697154" cy="679574"/>
            <a:chOff x="2679875" y="2361475"/>
            <a:chExt cx="780425" cy="760575"/>
          </a:xfrm>
        </p:grpSpPr>
        <p:sp>
          <p:nvSpPr>
            <p:cNvPr id="8334" name="Google Shape;8334;p58"/>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35" name="Google Shape;8335;p58"/>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36" name="Google Shape;8336;p5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37" name="Google Shape;8337;p58"/>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38" name="Google Shape;8338;p5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39" name="Google Shape;8339;p5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40" name="Google Shape;8340;p58"/>
          <p:cNvGrpSpPr/>
          <p:nvPr/>
        </p:nvGrpSpPr>
        <p:grpSpPr>
          <a:xfrm>
            <a:off x="3138297" y="1171402"/>
            <a:ext cx="735829" cy="684547"/>
            <a:chOff x="3351965" y="1148808"/>
            <a:chExt cx="750770" cy="698375"/>
          </a:xfrm>
        </p:grpSpPr>
        <p:grpSp>
          <p:nvGrpSpPr>
            <p:cNvPr id="8341" name="Google Shape;8341;p58"/>
            <p:cNvGrpSpPr/>
            <p:nvPr/>
          </p:nvGrpSpPr>
          <p:grpSpPr>
            <a:xfrm>
              <a:off x="3586796" y="1148808"/>
              <a:ext cx="294857" cy="286830"/>
              <a:chOff x="3750225" y="1774000"/>
              <a:chExt cx="149575" cy="145525"/>
            </a:xfrm>
          </p:grpSpPr>
          <p:sp>
            <p:nvSpPr>
              <p:cNvPr id="8342" name="Google Shape;8342;p5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43" name="Google Shape;8343;p5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44" name="Google Shape;8344;p58"/>
            <p:cNvGrpSpPr/>
            <p:nvPr/>
          </p:nvGrpSpPr>
          <p:grpSpPr>
            <a:xfrm>
              <a:off x="3779245" y="1375768"/>
              <a:ext cx="323490" cy="286978"/>
              <a:chOff x="3847850" y="1889150"/>
              <a:chExt cx="164100" cy="145600"/>
            </a:xfrm>
          </p:grpSpPr>
          <p:sp>
            <p:nvSpPr>
              <p:cNvPr id="8345" name="Google Shape;8345;p5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46" name="Google Shape;8346;p5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47" name="Google Shape;8347;p58"/>
            <p:cNvGrpSpPr/>
            <p:nvPr/>
          </p:nvGrpSpPr>
          <p:grpSpPr>
            <a:xfrm>
              <a:off x="3351965" y="1330435"/>
              <a:ext cx="295449" cy="285401"/>
              <a:chOff x="3631100" y="1866150"/>
              <a:chExt cx="149875" cy="144800"/>
            </a:xfrm>
          </p:grpSpPr>
          <p:sp>
            <p:nvSpPr>
              <p:cNvPr id="8348" name="Google Shape;8348;p58"/>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49" name="Google Shape;8349;p58"/>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50" name="Google Shape;8350;p58"/>
            <p:cNvGrpSpPr/>
            <p:nvPr/>
          </p:nvGrpSpPr>
          <p:grpSpPr>
            <a:xfrm>
              <a:off x="3548208" y="1560352"/>
              <a:ext cx="294808" cy="286830"/>
              <a:chOff x="3730650" y="1982800"/>
              <a:chExt cx="149550" cy="145525"/>
            </a:xfrm>
          </p:grpSpPr>
          <p:sp>
            <p:nvSpPr>
              <p:cNvPr id="8351" name="Google Shape;8351;p5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52" name="Google Shape;8352;p5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353" name="Google Shape;8353;p58"/>
          <p:cNvGrpSpPr/>
          <p:nvPr/>
        </p:nvGrpSpPr>
        <p:grpSpPr>
          <a:xfrm>
            <a:off x="7639949" y="1171356"/>
            <a:ext cx="804565" cy="677795"/>
            <a:chOff x="7636443" y="1204988"/>
            <a:chExt cx="804565" cy="677795"/>
          </a:xfrm>
        </p:grpSpPr>
        <p:grpSp>
          <p:nvGrpSpPr>
            <p:cNvPr id="8354" name="Google Shape;8354;p58"/>
            <p:cNvGrpSpPr/>
            <p:nvPr/>
          </p:nvGrpSpPr>
          <p:grpSpPr>
            <a:xfrm>
              <a:off x="7636443" y="1509705"/>
              <a:ext cx="804565" cy="373078"/>
              <a:chOff x="7636443" y="1509705"/>
              <a:chExt cx="804565" cy="373078"/>
            </a:xfrm>
          </p:grpSpPr>
          <p:sp>
            <p:nvSpPr>
              <p:cNvPr id="8355" name="Google Shape;8355;p58"/>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56" name="Google Shape;8356;p58"/>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57" name="Google Shape;8357;p58"/>
            <p:cNvGrpSpPr/>
            <p:nvPr/>
          </p:nvGrpSpPr>
          <p:grpSpPr>
            <a:xfrm>
              <a:off x="7636443" y="1408133"/>
              <a:ext cx="804565" cy="373078"/>
              <a:chOff x="7636443" y="1408133"/>
              <a:chExt cx="804565" cy="373078"/>
            </a:xfrm>
          </p:grpSpPr>
          <p:sp>
            <p:nvSpPr>
              <p:cNvPr id="8358" name="Google Shape;8358;p58"/>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59" name="Google Shape;8359;p58"/>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60" name="Google Shape;8360;p58"/>
            <p:cNvGrpSpPr/>
            <p:nvPr/>
          </p:nvGrpSpPr>
          <p:grpSpPr>
            <a:xfrm>
              <a:off x="7636443" y="1306560"/>
              <a:ext cx="804565" cy="373078"/>
              <a:chOff x="7636443" y="1306560"/>
              <a:chExt cx="804565" cy="373078"/>
            </a:xfrm>
          </p:grpSpPr>
          <p:sp>
            <p:nvSpPr>
              <p:cNvPr id="8361" name="Google Shape;8361;p58"/>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62" name="Google Shape;8362;p58"/>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63" name="Google Shape;8363;p58"/>
            <p:cNvGrpSpPr/>
            <p:nvPr/>
          </p:nvGrpSpPr>
          <p:grpSpPr>
            <a:xfrm>
              <a:off x="7636443" y="1204988"/>
              <a:ext cx="804565" cy="373078"/>
              <a:chOff x="7636443" y="1204988"/>
              <a:chExt cx="804565" cy="373078"/>
            </a:xfrm>
          </p:grpSpPr>
          <p:sp>
            <p:nvSpPr>
              <p:cNvPr id="8364" name="Google Shape;8364;p58"/>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65" name="Google Shape;8365;p58"/>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366" name="Google Shape;8366;p58"/>
          <p:cNvGrpSpPr/>
          <p:nvPr/>
        </p:nvGrpSpPr>
        <p:grpSpPr>
          <a:xfrm>
            <a:off x="4978796" y="2078771"/>
            <a:ext cx="661339" cy="661188"/>
            <a:chOff x="3990000" y="975400"/>
            <a:chExt cx="3934200" cy="3933300"/>
          </a:xfrm>
        </p:grpSpPr>
        <p:sp>
          <p:nvSpPr>
            <p:cNvPr id="8367" name="Google Shape;8367;p58"/>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68" name="Google Shape;8368;p58"/>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69" name="Google Shape;8369;p58"/>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70" name="Google Shape;8370;p58"/>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371" name="Google Shape;8371;p58"/>
          <p:cNvGrpSpPr/>
          <p:nvPr/>
        </p:nvGrpSpPr>
        <p:grpSpPr>
          <a:xfrm>
            <a:off x="6622444" y="2057409"/>
            <a:ext cx="868881" cy="684241"/>
            <a:chOff x="6598259" y="2078634"/>
            <a:chExt cx="868881" cy="684241"/>
          </a:xfrm>
        </p:grpSpPr>
        <p:sp>
          <p:nvSpPr>
            <p:cNvPr id="8372" name="Google Shape;8372;p58"/>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73" name="Google Shape;8373;p58"/>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74" name="Google Shape;8374;p58"/>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75" name="Google Shape;8375;p58"/>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76" name="Google Shape;8376;p58"/>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77" name="Google Shape;8377;p58"/>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378" name="Google Shape;8378;p58"/>
            <p:cNvGrpSpPr/>
            <p:nvPr/>
          </p:nvGrpSpPr>
          <p:grpSpPr>
            <a:xfrm>
              <a:off x="6808175" y="2078634"/>
              <a:ext cx="452229" cy="684241"/>
              <a:chOff x="6808175" y="2078634"/>
              <a:chExt cx="452229" cy="684241"/>
            </a:xfrm>
          </p:grpSpPr>
          <p:sp>
            <p:nvSpPr>
              <p:cNvPr id="8379" name="Google Shape;8379;p58"/>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80" name="Google Shape;8380;p58"/>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81" name="Google Shape;8381;p58"/>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82" name="Google Shape;8382;p58"/>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83" name="Google Shape;8383;p58"/>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84" name="Google Shape;8384;p58"/>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385" name="Google Shape;8385;p58"/>
              <p:cNvGrpSpPr/>
              <p:nvPr/>
            </p:nvGrpSpPr>
            <p:grpSpPr>
              <a:xfrm>
                <a:off x="6821586" y="2078634"/>
                <a:ext cx="426871" cy="684241"/>
                <a:chOff x="6821586" y="2078634"/>
                <a:chExt cx="426871" cy="684241"/>
              </a:xfrm>
            </p:grpSpPr>
            <p:grpSp>
              <p:nvGrpSpPr>
                <p:cNvPr id="8386" name="Google Shape;8386;p58"/>
                <p:cNvGrpSpPr/>
                <p:nvPr/>
              </p:nvGrpSpPr>
              <p:grpSpPr>
                <a:xfrm>
                  <a:off x="6821586" y="2078634"/>
                  <a:ext cx="426871" cy="684241"/>
                  <a:chOff x="6821586" y="2078634"/>
                  <a:chExt cx="426871" cy="684241"/>
                </a:xfrm>
              </p:grpSpPr>
              <p:sp>
                <p:nvSpPr>
                  <p:cNvPr id="8387" name="Google Shape;8387;p58"/>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88" name="Google Shape;8388;p58"/>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89" name="Google Shape;8389;p58"/>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90" name="Google Shape;8390;p58"/>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91" name="Google Shape;8391;p58"/>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92" name="Google Shape;8392;p58"/>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93" name="Google Shape;8393;p58"/>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94" name="Google Shape;8394;p58"/>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95" name="Google Shape;8395;p58"/>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96" name="Google Shape;8396;p58"/>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97" name="Google Shape;8397;p58"/>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98" name="Google Shape;8398;p58"/>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399" name="Google Shape;8399;p58"/>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00" name="Google Shape;8400;p58"/>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01" name="Google Shape;8401;p58"/>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02" name="Google Shape;8402;p58"/>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03" name="Google Shape;8403;p58"/>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04" name="Google Shape;8404;p58"/>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05" name="Google Shape;8405;p58"/>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8406" name="Google Shape;8406;p58"/>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07" name="Google Shape;8407;p58"/>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08" name="Google Shape;8408;p58"/>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09" name="Google Shape;8409;p58"/>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10" name="Google Shape;8410;p58"/>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11" name="Google Shape;8411;p58"/>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8412" name="Google Shape;8412;p58"/>
          <p:cNvGrpSpPr/>
          <p:nvPr/>
        </p:nvGrpSpPr>
        <p:grpSpPr>
          <a:xfrm>
            <a:off x="5795610" y="2063018"/>
            <a:ext cx="671358" cy="671358"/>
            <a:chOff x="6535625" y="760425"/>
            <a:chExt cx="1665900" cy="1665900"/>
          </a:xfrm>
        </p:grpSpPr>
        <p:sp>
          <p:nvSpPr>
            <p:cNvPr id="8413" name="Google Shape;8413;p58"/>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14" name="Google Shape;8414;p58"/>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15" name="Google Shape;8415;p58"/>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16" name="Google Shape;8416;p58"/>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417" name="Google Shape;8417;p58"/>
          <p:cNvGrpSpPr/>
          <p:nvPr/>
        </p:nvGrpSpPr>
        <p:grpSpPr>
          <a:xfrm>
            <a:off x="732427" y="3731418"/>
            <a:ext cx="1340789" cy="640830"/>
            <a:chOff x="238125" y="1151100"/>
            <a:chExt cx="7139450" cy="3412300"/>
          </a:xfrm>
        </p:grpSpPr>
        <p:sp>
          <p:nvSpPr>
            <p:cNvPr id="8418" name="Google Shape;8418;p58"/>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19" name="Google Shape;8419;p58"/>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20" name="Google Shape;8420;p58"/>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21" name="Google Shape;8421;p58"/>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22" name="Google Shape;8422;p58"/>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23" name="Google Shape;8423;p58"/>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24" name="Google Shape;8424;p58"/>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25" name="Google Shape;8425;p58"/>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26" name="Google Shape;8426;p58"/>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27" name="Google Shape;8427;p58"/>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28" name="Google Shape;8428;p58"/>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29" name="Google Shape;8429;p58"/>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430" name="Google Shape;8430;p58"/>
          <p:cNvGrpSpPr/>
          <p:nvPr/>
        </p:nvGrpSpPr>
        <p:grpSpPr>
          <a:xfrm>
            <a:off x="5599650" y="2934699"/>
            <a:ext cx="985357" cy="585764"/>
            <a:chOff x="5145061" y="2881789"/>
            <a:chExt cx="1107641" cy="658458"/>
          </a:xfrm>
        </p:grpSpPr>
        <p:grpSp>
          <p:nvGrpSpPr>
            <p:cNvPr id="8431" name="Google Shape;8431;p58"/>
            <p:cNvGrpSpPr/>
            <p:nvPr/>
          </p:nvGrpSpPr>
          <p:grpSpPr>
            <a:xfrm>
              <a:off x="5722989" y="3244587"/>
              <a:ext cx="529713" cy="295659"/>
              <a:chOff x="5722989" y="3244587"/>
              <a:chExt cx="529713" cy="295659"/>
            </a:xfrm>
          </p:grpSpPr>
          <p:sp>
            <p:nvSpPr>
              <p:cNvPr id="8432" name="Google Shape;8432;p58"/>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lang="it-IT" sz="900" noProof="0" dirty="0"/>
              </a:p>
            </p:txBody>
          </p:sp>
          <p:sp>
            <p:nvSpPr>
              <p:cNvPr id="8433" name="Google Shape;8433;p58"/>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lang="it-IT" sz="900" noProof="0" dirty="0"/>
              </a:p>
            </p:txBody>
          </p:sp>
        </p:grpSp>
        <p:grpSp>
          <p:nvGrpSpPr>
            <p:cNvPr id="8434" name="Google Shape;8434;p58"/>
            <p:cNvGrpSpPr/>
            <p:nvPr/>
          </p:nvGrpSpPr>
          <p:grpSpPr>
            <a:xfrm>
              <a:off x="5145061" y="3244587"/>
              <a:ext cx="536807" cy="295659"/>
              <a:chOff x="5145061" y="3244587"/>
              <a:chExt cx="536807" cy="295659"/>
            </a:xfrm>
          </p:grpSpPr>
          <p:sp>
            <p:nvSpPr>
              <p:cNvPr id="8435" name="Google Shape;8435;p58"/>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lang="it-IT" sz="900" noProof="0" dirty="0"/>
              </a:p>
            </p:txBody>
          </p:sp>
          <p:sp>
            <p:nvSpPr>
              <p:cNvPr id="8436" name="Google Shape;8436;p58"/>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lang="it-IT" sz="900" noProof="0" dirty="0"/>
              </a:p>
            </p:txBody>
          </p:sp>
        </p:grpSp>
        <p:grpSp>
          <p:nvGrpSpPr>
            <p:cNvPr id="8437" name="Google Shape;8437;p58"/>
            <p:cNvGrpSpPr/>
            <p:nvPr/>
          </p:nvGrpSpPr>
          <p:grpSpPr>
            <a:xfrm>
              <a:off x="5341327" y="2898245"/>
              <a:ext cx="532309" cy="614891"/>
              <a:chOff x="5341327" y="2898245"/>
              <a:chExt cx="532309" cy="614891"/>
            </a:xfrm>
          </p:grpSpPr>
          <p:sp>
            <p:nvSpPr>
              <p:cNvPr id="8438" name="Google Shape;8438;p58"/>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lang="it-IT" sz="900" noProof="0" dirty="0"/>
              </a:p>
            </p:txBody>
          </p:sp>
          <p:sp>
            <p:nvSpPr>
              <p:cNvPr id="8439" name="Google Shape;8439;p58"/>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lang="it-IT" sz="900" noProof="0" dirty="0"/>
              </a:p>
            </p:txBody>
          </p:sp>
        </p:grpSp>
        <p:grpSp>
          <p:nvGrpSpPr>
            <p:cNvPr id="8440" name="Google Shape;8440;p58"/>
            <p:cNvGrpSpPr/>
            <p:nvPr/>
          </p:nvGrpSpPr>
          <p:grpSpPr>
            <a:xfrm>
              <a:off x="5532290" y="2881789"/>
              <a:ext cx="620516" cy="305456"/>
              <a:chOff x="5532290" y="2881789"/>
              <a:chExt cx="620516" cy="305456"/>
            </a:xfrm>
          </p:grpSpPr>
          <p:sp>
            <p:nvSpPr>
              <p:cNvPr id="8441" name="Google Shape;8441;p58"/>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lang="it-IT" sz="900" noProof="0" dirty="0"/>
              </a:p>
            </p:txBody>
          </p:sp>
          <p:sp>
            <p:nvSpPr>
              <p:cNvPr id="8442" name="Google Shape;8442;p58"/>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lang="it-IT" sz="900" noProof="0" dirty="0"/>
              </a:p>
            </p:txBody>
          </p:sp>
        </p:grpSp>
      </p:grpSp>
      <p:grpSp>
        <p:nvGrpSpPr>
          <p:cNvPr id="8443" name="Google Shape;8443;p58"/>
          <p:cNvGrpSpPr/>
          <p:nvPr/>
        </p:nvGrpSpPr>
        <p:grpSpPr>
          <a:xfrm>
            <a:off x="8178573" y="3726757"/>
            <a:ext cx="269068" cy="645491"/>
            <a:chOff x="7026852" y="3311869"/>
            <a:chExt cx="434331" cy="1041954"/>
          </a:xfrm>
        </p:grpSpPr>
        <p:sp>
          <p:nvSpPr>
            <p:cNvPr id="8444" name="Google Shape;8444;p58"/>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45" name="Google Shape;8445;p58"/>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46" name="Google Shape;8446;p58"/>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447" name="Google Shape;8447;p58"/>
          <p:cNvGrpSpPr/>
          <p:nvPr/>
        </p:nvGrpSpPr>
        <p:grpSpPr>
          <a:xfrm>
            <a:off x="6195154" y="3765995"/>
            <a:ext cx="293882" cy="293836"/>
            <a:chOff x="4873519" y="3311869"/>
            <a:chExt cx="499374" cy="499296"/>
          </a:xfrm>
        </p:grpSpPr>
        <p:sp>
          <p:nvSpPr>
            <p:cNvPr id="8448" name="Google Shape;8448;p58"/>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49" name="Google Shape;8449;p58"/>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450" name="Google Shape;8450;p58"/>
          <p:cNvGrpSpPr/>
          <p:nvPr/>
        </p:nvGrpSpPr>
        <p:grpSpPr>
          <a:xfrm>
            <a:off x="6195154" y="4078366"/>
            <a:ext cx="293882" cy="293882"/>
            <a:chOff x="4873519" y="3875839"/>
            <a:chExt cx="499374" cy="499374"/>
          </a:xfrm>
        </p:grpSpPr>
        <p:sp>
          <p:nvSpPr>
            <p:cNvPr id="8451" name="Google Shape;8451;p58"/>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52" name="Google Shape;8452;p58"/>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453" name="Google Shape;8453;p58"/>
          <p:cNvGrpSpPr/>
          <p:nvPr/>
        </p:nvGrpSpPr>
        <p:grpSpPr>
          <a:xfrm>
            <a:off x="2425681" y="2050319"/>
            <a:ext cx="698104" cy="698208"/>
            <a:chOff x="2565073" y="2075876"/>
            <a:chExt cx="672482" cy="672518"/>
          </a:xfrm>
        </p:grpSpPr>
        <p:sp>
          <p:nvSpPr>
            <p:cNvPr id="8454" name="Google Shape;8454;p58"/>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55" name="Google Shape;8455;p58"/>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56" name="Google Shape;8456;p58"/>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57" name="Google Shape;8457;p58"/>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58" name="Google Shape;8458;p58"/>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59" name="Google Shape;8459;p58"/>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460" name="Google Shape;8460;p58"/>
          <p:cNvGrpSpPr/>
          <p:nvPr/>
        </p:nvGrpSpPr>
        <p:grpSpPr>
          <a:xfrm>
            <a:off x="5649092" y="3734919"/>
            <a:ext cx="438354" cy="637329"/>
            <a:chOff x="1697726" y="3244179"/>
            <a:chExt cx="788124" cy="1146069"/>
          </a:xfrm>
        </p:grpSpPr>
        <p:sp>
          <p:nvSpPr>
            <p:cNvPr id="8461" name="Google Shape;8461;p5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62" name="Google Shape;8462;p5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8463" name="Google Shape;8463;p58"/>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464" name="Google Shape;8464;p58"/>
          <p:cNvGrpSpPr/>
          <p:nvPr/>
        </p:nvGrpSpPr>
        <p:grpSpPr>
          <a:xfrm>
            <a:off x="7650306" y="2063282"/>
            <a:ext cx="799565" cy="670282"/>
            <a:chOff x="7617850" y="2063282"/>
            <a:chExt cx="799565" cy="670282"/>
          </a:xfrm>
        </p:grpSpPr>
        <p:cxnSp>
          <p:nvCxnSpPr>
            <p:cNvPr id="8465" name="Google Shape;8465;p58"/>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66" name="Google Shape;8466;p58"/>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67" name="Google Shape;8467;p58"/>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68" name="Google Shape;8468;p58"/>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69" name="Google Shape;8469;p58"/>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470" name="Google Shape;8470;p58"/>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471" name="Google Shape;8471;p58"/>
            <p:cNvGrpSpPr/>
            <p:nvPr/>
          </p:nvGrpSpPr>
          <p:grpSpPr>
            <a:xfrm>
              <a:off x="7734309" y="2063282"/>
              <a:ext cx="570957" cy="620095"/>
              <a:chOff x="7734309" y="2063282"/>
              <a:chExt cx="570957" cy="620095"/>
            </a:xfrm>
          </p:grpSpPr>
          <p:grpSp>
            <p:nvGrpSpPr>
              <p:cNvPr id="8472" name="Google Shape;8472;p58"/>
              <p:cNvGrpSpPr/>
              <p:nvPr/>
            </p:nvGrpSpPr>
            <p:grpSpPr>
              <a:xfrm>
                <a:off x="8031573" y="2063282"/>
                <a:ext cx="273693" cy="620095"/>
                <a:chOff x="8031573" y="2063282"/>
                <a:chExt cx="273693" cy="620095"/>
              </a:xfrm>
            </p:grpSpPr>
            <p:sp>
              <p:nvSpPr>
                <p:cNvPr id="8473" name="Google Shape;8473;p5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74" name="Google Shape;8474;p5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75" name="Google Shape;8475;p5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76" name="Google Shape;8476;p5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477" name="Google Shape;8477;p58"/>
              <p:cNvGrpSpPr/>
              <p:nvPr/>
            </p:nvGrpSpPr>
            <p:grpSpPr>
              <a:xfrm flipH="1">
                <a:off x="7734309" y="2063282"/>
                <a:ext cx="273693" cy="620095"/>
                <a:chOff x="8031573" y="2063282"/>
                <a:chExt cx="273693" cy="620095"/>
              </a:xfrm>
            </p:grpSpPr>
            <p:sp>
              <p:nvSpPr>
                <p:cNvPr id="8478" name="Google Shape;8478;p5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79" name="Google Shape;8479;p5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80" name="Google Shape;8480;p5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81" name="Google Shape;8481;p5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sp>
        <p:nvSpPr>
          <p:cNvPr id="8482" name="Google Shape;8482;p58"/>
          <p:cNvSpPr/>
          <p:nvPr/>
        </p:nvSpPr>
        <p:spPr>
          <a:xfrm>
            <a:off x="7110561" y="375537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83" name="Google Shape;8483;p58"/>
          <p:cNvSpPr/>
          <p:nvPr/>
        </p:nvSpPr>
        <p:spPr>
          <a:xfrm rot="10800000">
            <a:off x="6596743" y="375278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484" name="Google Shape;8484;p58"/>
          <p:cNvGrpSpPr/>
          <p:nvPr/>
        </p:nvGrpSpPr>
        <p:grpSpPr>
          <a:xfrm>
            <a:off x="7836913" y="2916765"/>
            <a:ext cx="602567" cy="601884"/>
            <a:chOff x="1186975" y="238125"/>
            <a:chExt cx="5244275" cy="5238325"/>
          </a:xfrm>
        </p:grpSpPr>
        <p:sp>
          <p:nvSpPr>
            <p:cNvPr id="8485" name="Google Shape;8485;p5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86" name="Google Shape;8486;p58"/>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87" name="Google Shape;8487;p58"/>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488" name="Google Shape;8488;p58"/>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489" name="Google Shape;8489;p58"/>
          <p:cNvGrpSpPr/>
          <p:nvPr/>
        </p:nvGrpSpPr>
        <p:grpSpPr>
          <a:xfrm>
            <a:off x="3279650" y="2056249"/>
            <a:ext cx="651848" cy="687338"/>
            <a:chOff x="3400515" y="2056248"/>
            <a:chExt cx="698134" cy="735987"/>
          </a:xfrm>
        </p:grpSpPr>
        <p:grpSp>
          <p:nvGrpSpPr>
            <p:cNvPr id="8490" name="Google Shape;8490;p58"/>
            <p:cNvGrpSpPr/>
            <p:nvPr/>
          </p:nvGrpSpPr>
          <p:grpSpPr>
            <a:xfrm>
              <a:off x="3400515" y="2283913"/>
              <a:ext cx="312919" cy="219900"/>
              <a:chOff x="3400515" y="2283913"/>
              <a:chExt cx="312919" cy="219900"/>
            </a:xfrm>
          </p:grpSpPr>
          <p:sp>
            <p:nvSpPr>
              <p:cNvPr id="8491" name="Google Shape;8491;p58"/>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lang="it-IT" sz="1400" b="0" i="0" u="none" strike="noStrike" cap="none" noProof="0" dirty="0">
                  <a:solidFill>
                    <a:srgbClr val="00C3B1"/>
                  </a:solidFill>
                  <a:latin typeface="Calibri"/>
                  <a:ea typeface="Calibri"/>
                  <a:cs typeface="Calibri"/>
                  <a:sym typeface="Calibri"/>
                </a:endParaRPr>
              </a:p>
            </p:txBody>
          </p:sp>
          <p:cxnSp>
            <p:nvCxnSpPr>
              <p:cNvPr id="8492" name="Google Shape;8492;p58"/>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8493" name="Google Shape;8493;p58"/>
            <p:cNvGrpSpPr/>
            <p:nvPr/>
          </p:nvGrpSpPr>
          <p:grpSpPr>
            <a:xfrm>
              <a:off x="3547823" y="2461089"/>
              <a:ext cx="219900" cy="331146"/>
              <a:chOff x="3547823" y="2461089"/>
              <a:chExt cx="219900" cy="331146"/>
            </a:xfrm>
          </p:grpSpPr>
          <p:sp>
            <p:nvSpPr>
              <p:cNvPr id="8494" name="Google Shape;8494;p58"/>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lang="it-IT" sz="1400" b="0" i="0" u="none" strike="noStrike" cap="none" noProof="0" dirty="0">
                  <a:solidFill>
                    <a:srgbClr val="00C3B1"/>
                  </a:solidFill>
                  <a:latin typeface="Calibri"/>
                  <a:ea typeface="Calibri"/>
                  <a:cs typeface="Calibri"/>
                  <a:sym typeface="Calibri"/>
                </a:endParaRPr>
              </a:p>
            </p:txBody>
          </p:sp>
          <p:cxnSp>
            <p:nvCxnSpPr>
              <p:cNvPr id="8495" name="Google Shape;8495;p58"/>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8496" name="Google Shape;8496;p58"/>
            <p:cNvGrpSpPr/>
            <p:nvPr/>
          </p:nvGrpSpPr>
          <p:grpSpPr>
            <a:xfrm>
              <a:off x="3734138" y="2461089"/>
              <a:ext cx="219900" cy="331146"/>
              <a:chOff x="3734138" y="2461089"/>
              <a:chExt cx="219900" cy="331146"/>
            </a:xfrm>
          </p:grpSpPr>
          <p:sp>
            <p:nvSpPr>
              <p:cNvPr id="8497" name="Google Shape;8497;p58"/>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lang="it-IT" sz="1400" b="0" i="0" u="none" strike="noStrike" cap="none" noProof="0" dirty="0">
                  <a:solidFill>
                    <a:srgbClr val="00C3B1"/>
                  </a:solidFill>
                  <a:latin typeface="Calibri"/>
                  <a:ea typeface="Calibri"/>
                  <a:cs typeface="Calibri"/>
                  <a:sym typeface="Calibri"/>
                </a:endParaRPr>
              </a:p>
            </p:txBody>
          </p:sp>
          <p:cxnSp>
            <p:nvCxnSpPr>
              <p:cNvPr id="8498" name="Google Shape;8498;p58"/>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8499" name="Google Shape;8499;p58"/>
            <p:cNvGrpSpPr/>
            <p:nvPr/>
          </p:nvGrpSpPr>
          <p:grpSpPr>
            <a:xfrm>
              <a:off x="3787560" y="2281742"/>
              <a:ext cx="311089" cy="219900"/>
              <a:chOff x="3787560" y="2281742"/>
              <a:chExt cx="311089" cy="219900"/>
            </a:xfrm>
          </p:grpSpPr>
          <p:sp>
            <p:nvSpPr>
              <p:cNvPr id="8500" name="Google Shape;8500;p58"/>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lang="it-IT" sz="1400" b="0" i="0" u="none" strike="noStrike" cap="none" noProof="0" dirty="0">
                  <a:solidFill>
                    <a:srgbClr val="00C3B1"/>
                  </a:solidFill>
                  <a:latin typeface="Calibri"/>
                  <a:ea typeface="Calibri"/>
                  <a:cs typeface="Calibri"/>
                  <a:sym typeface="Calibri"/>
                </a:endParaRPr>
              </a:p>
            </p:txBody>
          </p:sp>
          <p:cxnSp>
            <p:nvCxnSpPr>
              <p:cNvPr id="8501" name="Google Shape;8501;p58"/>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8502" name="Google Shape;8502;p58"/>
            <p:cNvGrpSpPr/>
            <p:nvPr/>
          </p:nvGrpSpPr>
          <p:grpSpPr>
            <a:xfrm>
              <a:off x="3637290" y="2056248"/>
              <a:ext cx="219900" cy="330736"/>
              <a:chOff x="3637290" y="2056248"/>
              <a:chExt cx="219900" cy="330736"/>
            </a:xfrm>
          </p:grpSpPr>
          <p:sp>
            <p:nvSpPr>
              <p:cNvPr id="8503" name="Google Shape;8503;p58"/>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lang="it-IT" sz="1400" b="0" i="0" u="none" strike="noStrike" cap="none" noProof="0" dirty="0">
                  <a:solidFill>
                    <a:srgbClr val="FFFFFF"/>
                  </a:solidFill>
                  <a:latin typeface="Calibri"/>
                  <a:ea typeface="Calibri"/>
                  <a:cs typeface="Calibri"/>
                  <a:sym typeface="Calibri"/>
                </a:endParaRPr>
              </a:p>
            </p:txBody>
          </p:sp>
          <p:cxnSp>
            <p:nvCxnSpPr>
              <p:cNvPr id="8504" name="Google Shape;8504;p58"/>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8505" name="Google Shape;8505;p58"/>
          <p:cNvGrpSpPr/>
          <p:nvPr/>
        </p:nvGrpSpPr>
        <p:grpSpPr>
          <a:xfrm>
            <a:off x="2571356" y="2926255"/>
            <a:ext cx="1268144" cy="592394"/>
            <a:chOff x="238125" y="1188750"/>
            <a:chExt cx="7140450" cy="3335550"/>
          </a:xfrm>
        </p:grpSpPr>
        <p:sp>
          <p:nvSpPr>
            <p:cNvPr id="8506" name="Google Shape;8506;p5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07" name="Google Shape;8507;p5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08" name="Google Shape;8508;p5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09" name="Google Shape;8509;p5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10" name="Google Shape;8510;p5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11" name="Google Shape;8511;p58"/>
          <p:cNvGrpSpPr/>
          <p:nvPr/>
        </p:nvGrpSpPr>
        <p:grpSpPr>
          <a:xfrm>
            <a:off x="6679257" y="2928410"/>
            <a:ext cx="1053944" cy="590147"/>
            <a:chOff x="238125" y="1335475"/>
            <a:chExt cx="5418735" cy="3034175"/>
          </a:xfrm>
        </p:grpSpPr>
        <p:sp>
          <p:nvSpPr>
            <p:cNvPr id="8512" name="Google Shape;8512;p5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13" name="Google Shape;8513;p5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14" name="Google Shape;8514;p5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15" name="Google Shape;8515;p58"/>
          <p:cNvGrpSpPr/>
          <p:nvPr/>
        </p:nvGrpSpPr>
        <p:grpSpPr>
          <a:xfrm>
            <a:off x="4110066" y="3733309"/>
            <a:ext cx="1268207" cy="638939"/>
            <a:chOff x="3967651" y="3645904"/>
            <a:chExt cx="1479304" cy="745292"/>
          </a:xfrm>
        </p:grpSpPr>
        <p:grpSp>
          <p:nvGrpSpPr>
            <p:cNvPr id="8516" name="Google Shape;8516;p58"/>
            <p:cNvGrpSpPr/>
            <p:nvPr/>
          </p:nvGrpSpPr>
          <p:grpSpPr>
            <a:xfrm>
              <a:off x="3967651" y="4009026"/>
              <a:ext cx="1479304" cy="382170"/>
              <a:chOff x="3967651" y="4009026"/>
              <a:chExt cx="1479304" cy="382170"/>
            </a:xfrm>
          </p:grpSpPr>
          <p:grpSp>
            <p:nvGrpSpPr>
              <p:cNvPr id="8517" name="Google Shape;8517;p58"/>
              <p:cNvGrpSpPr/>
              <p:nvPr/>
            </p:nvGrpSpPr>
            <p:grpSpPr>
              <a:xfrm>
                <a:off x="4892216" y="4195630"/>
                <a:ext cx="554739" cy="195566"/>
                <a:chOff x="3604375" y="4892160"/>
                <a:chExt cx="1651500" cy="582215"/>
              </a:xfrm>
            </p:grpSpPr>
            <p:sp>
              <p:nvSpPr>
                <p:cNvPr id="8518" name="Google Shape;8518;p58"/>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19" name="Google Shape;8519;p58"/>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20" name="Google Shape;8520;p58"/>
              <p:cNvGrpSpPr/>
              <p:nvPr/>
            </p:nvGrpSpPr>
            <p:grpSpPr>
              <a:xfrm>
                <a:off x="3967651" y="4146303"/>
                <a:ext cx="579402" cy="244893"/>
                <a:chOff x="851875" y="4745310"/>
                <a:chExt cx="1724925" cy="729065"/>
              </a:xfrm>
            </p:grpSpPr>
            <p:sp>
              <p:nvSpPr>
                <p:cNvPr id="8521" name="Google Shape;8521;p58"/>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22" name="Google Shape;8522;p58"/>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23" name="Google Shape;8523;p58"/>
              <p:cNvGrpSpPr/>
              <p:nvPr/>
            </p:nvGrpSpPr>
            <p:grpSpPr>
              <a:xfrm>
                <a:off x="4460753" y="4009026"/>
                <a:ext cx="493110" cy="382170"/>
                <a:chOff x="2319875" y="4336625"/>
                <a:chExt cx="1468025" cy="1137750"/>
              </a:xfrm>
            </p:grpSpPr>
            <p:sp>
              <p:nvSpPr>
                <p:cNvPr id="8524" name="Google Shape;8524;p58"/>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25" name="Google Shape;8525;p58"/>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526" name="Google Shape;8526;p58"/>
            <p:cNvGrpSpPr/>
            <p:nvPr/>
          </p:nvGrpSpPr>
          <p:grpSpPr>
            <a:xfrm>
              <a:off x="4479443" y="3645904"/>
              <a:ext cx="455965" cy="388789"/>
              <a:chOff x="2957425" y="238100"/>
              <a:chExt cx="1910200" cy="1628775"/>
            </a:xfrm>
          </p:grpSpPr>
          <p:sp>
            <p:nvSpPr>
              <p:cNvPr id="8527" name="Google Shape;8527;p58"/>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28" name="Google Shape;8528;p58"/>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29" name="Google Shape;8529;p58"/>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30" name="Google Shape;8530;p58"/>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31" name="Google Shape;8531;p58"/>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32" name="Google Shape;8532;p58"/>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33" name="Google Shape;8533;p58"/>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34" name="Google Shape;8534;p58"/>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35" name="Google Shape;8535;p58"/>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36" name="Google Shape;8536;p58"/>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537" name="Google Shape;8537;p58"/>
          <p:cNvGrpSpPr/>
          <p:nvPr/>
        </p:nvGrpSpPr>
        <p:grpSpPr>
          <a:xfrm>
            <a:off x="2496179" y="3734510"/>
            <a:ext cx="1243128" cy="637739"/>
            <a:chOff x="2496310" y="3693351"/>
            <a:chExt cx="1342906" cy="688926"/>
          </a:xfrm>
        </p:grpSpPr>
        <p:grpSp>
          <p:nvGrpSpPr>
            <p:cNvPr id="8538" name="Google Shape;8538;p58"/>
            <p:cNvGrpSpPr/>
            <p:nvPr/>
          </p:nvGrpSpPr>
          <p:grpSpPr>
            <a:xfrm>
              <a:off x="2496310" y="3693351"/>
              <a:ext cx="1342906" cy="688875"/>
              <a:chOff x="2496310" y="3693351"/>
              <a:chExt cx="1342906" cy="688875"/>
            </a:xfrm>
          </p:grpSpPr>
          <p:sp>
            <p:nvSpPr>
              <p:cNvPr id="8539" name="Google Shape;8539;p58"/>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40" name="Google Shape;8540;p58"/>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41" name="Google Shape;8541;p58"/>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42" name="Google Shape;8542;p58"/>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43" name="Google Shape;8543;p58"/>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44" name="Google Shape;8544;p58"/>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8545" name="Google Shape;8545;p58"/>
              <p:cNvCxnSpPr>
                <a:stCxn id="8543"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8546" name="Google Shape;8546;p58"/>
              <p:cNvCxnSpPr>
                <a:stCxn id="8540"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8547" name="Google Shape;8547;p58"/>
              <p:cNvCxnSpPr>
                <a:stCxn id="8541"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8548" name="Google Shape;8548;p58"/>
              <p:cNvCxnSpPr>
                <a:stCxn id="8544"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8549" name="Google Shape;8549;p58"/>
              <p:cNvCxnSpPr>
                <a:stCxn id="8542"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50" name="Google Shape;8550;p58"/>
            <p:cNvGrpSpPr/>
            <p:nvPr/>
          </p:nvGrpSpPr>
          <p:grpSpPr>
            <a:xfrm>
              <a:off x="2675275" y="3930557"/>
              <a:ext cx="1003306" cy="451719"/>
              <a:chOff x="2675275" y="4174282"/>
              <a:chExt cx="1003306" cy="451719"/>
            </a:xfrm>
          </p:grpSpPr>
          <p:sp>
            <p:nvSpPr>
              <p:cNvPr id="8551" name="Google Shape;8551;p58"/>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52" name="Google Shape;8552;p58"/>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53" name="Google Shape;8553;p58"/>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554" name="Google Shape;8554;p58"/>
          <p:cNvGrpSpPr/>
          <p:nvPr/>
        </p:nvGrpSpPr>
        <p:grpSpPr>
          <a:xfrm>
            <a:off x="1669850" y="1171356"/>
            <a:ext cx="574511" cy="874709"/>
            <a:chOff x="1715404" y="1112080"/>
            <a:chExt cx="642270" cy="977984"/>
          </a:xfrm>
        </p:grpSpPr>
        <p:grpSp>
          <p:nvGrpSpPr>
            <p:cNvPr id="8555" name="Google Shape;8555;p58"/>
            <p:cNvGrpSpPr/>
            <p:nvPr/>
          </p:nvGrpSpPr>
          <p:grpSpPr>
            <a:xfrm>
              <a:off x="1715404" y="1112080"/>
              <a:ext cx="642270" cy="977984"/>
              <a:chOff x="1715404" y="1112080"/>
              <a:chExt cx="642270" cy="977984"/>
            </a:xfrm>
          </p:grpSpPr>
          <p:sp>
            <p:nvSpPr>
              <p:cNvPr id="8556" name="Google Shape;8556;p58"/>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57" name="Google Shape;8557;p58"/>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58" name="Google Shape;8558;p58"/>
            <p:cNvGrpSpPr/>
            <p:nvPr/>
          </p:nvGrpSpPr>
          <p:grpSpPr>
            <a:xfrm>
              <a:off x="1768927" y="1165603"/>
              <a:ext cx="535225" cy="851367"/>
              <a:chOff x="1768927" y="1165603"/>
              <a:chExt cx="535225" cy="851367"/>
            </a:xfrm>
          </p:grpSpPr>
          <p:sp>
            <p:nvSpPr>
              <p:cNvPr id="8559" name="Google Shape;8559;p58"/>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60" name="Google Shape;8560;p58"/>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61" name="Google Shape;8561;p58"/>
            <p:cNvGrpSpPr/>
            <p:nvPr/>
          </p:nvGrpSpPr>
          <p:grpSpPr>
            <a:xfrm>
              <a:off x="1822449" y="1219125"/>
              <a:ext cx="428180" cy="718859"/>
              <a:chOff x="1822449" y="1219125"/>
              <a:chExt cx="428180" cy="718859"/>
            </a:xfrm>
          </p:grpSpPr>
          <p:sp>
            <p:nvSpPr>
              <p:cNvPr id="8562" name="Google Shape;8562;p58"/>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63" name="Google Shape;8563;p58"/>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64" name="Google Shape;8564;p58"/>
            <p:cNvGrpSpPr/>
            <p:nvPr/>
          </p:nvGrpSpPr>
          <p:grpSpPr>
            <a:xfrm>
              <a:off x="1875972" y="1272648"/>
              <a:ext cx="321135" cy="586939"/>
              <a:chOff x="1875972" y="1272648"/>
              <a:chExt cx="321135" cy="586939"/>
            </a:xfrm>
          </p:grpSpPr>
          <p:sp>
            <p:nvSpPr>
              <p:cNvPr id="8565" name="Google Shape;8565;p58"/>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66" name="Google Shape;8566;p58"/>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567" name="Google Shape;8567;p58"/>
          <p:cNvGrpSpPr/>
          <p:nvPr/>
        </p:nvGrpSpPr>
        <p:grpSpPr>
          <a:xfrm>
            <a:off x="7777011" y="3728078"/>
            <a:ext cx="293855" cy="644170"/>
            <a:chOff x="241025" y="3151575"/>
            <a:chExt cx="293855" cy="644170"/>
          </a:xfrm>
        </p:grpSpPr>
        <p:sp>
          <p:nvSpPr>
            <p:cNvPr id="8568" name="Google Shape;8568;p58"/>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69" name="Google Shape;8569;p58"/>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70" name="Google Shape;8570;p58"/>
          <p:cNvGrpSpPr/>
          <p:nvPr/>
        </p:nvGrpSpPr>
        <p:grpSpPr>
          <a:xfrm>
            <a:off x="724994" y="2928078"/>
            <a:ext cx="1779649" cy="591620"/>
            <a:chOff x="246070" y="1983375"/>
            <a:chExt cx="1855347" cy="616849"/>
          </a:xfrm>
        </p:grpSpPr>
        <p:sp>
          <p:nvSpPr>
            <p:cNvPr id="8571" name="Google Shape;8571;p58"/>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72" name="Google Shape;8572;p58"/>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73" name="Google Shape;8573;p58"/>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74" name="Google Shape;8574;p58"/>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75" name="Google Shape;8575;p58"/>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76" name="Google Shape;8576;p58"/>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77" name="Google Shape;8577;p58"/>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78" name="Google Shape;8578;p58"/>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79" name="Google Shape;8579;p58"/>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80" name="Google Shape;8580;p58"/>
          <p:cNvGrpSpPr/>
          <p:nvPr/>
        </p:nvGrpSpPr>
        <p:grpSpPr>
          <a:xfrm>
            <a:off x="2335861" y="1171356"/>
            <a:ext cx="711055" cy="745993"/>
            <a:chOff x="2496269" y="1171698"/>
            <a:chExt cx="761953" cy="799392"/>
          </a:xfrm>
        </p:grpSpPr>
        <p:grpSp>
          <p:nvGrpSpPr>
            <p:cNvPr id="8581" name="Google Shape;8581;p58"/>
            <p:cNvGrpSpPr/>
            <p:nvPr/>
          </p:nvGrpSpPr>
          <p:grpSpPr>
            <a:xfrm>
              <a:off x="2496269" y="1171698"/>
              <a:ext cx="761953" cy="723022"/>
              <a:chOff x="2496269" y="1171698"/>
              <a:chExt cx="761953" cy="723022"/>
            </a:xfrm>
          </p:grpSpPr>
          <p:sp>
            <p:nvSpPr>
              <p:cNvPr id="8582" name="Google Shape;8582;p58"/>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83" name="Google Shape;8583;p58"/>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584" name="Google Shape;8584;p58"/>
              <p:cNvGrpSpPr/>
              <p:nvPr/>
            </p:nvGrpSpPr>
            <p:grpSpPr>
              <a:xfrm>
                <a:off x="2496269" y="1171698"/>
                <a:ext cx="761953" cy="723022"/>
                <a:chOff x="2496269" y="1120652"/>
                <a:chExt cx="761953" cy="723022"/>
              </a:xfrm>
            </p:grpSpPr>
            <p:grpSp>
              <p:nvGrpSpPr>
                <p:cNvPr id="8585" name="Google Shape;8585;p58"/>
                <p:cNvGrpSpPr/>
                <p:nvPr/>
              </p:nvGrpSpPr>
              <p:grpSpPr>
                <a:xfrm>
                  <a:off x="2496269" y="1120652"/>
                  <a:ext cx="761953" cy="723022"/>
                  <a:chOff x="2496269" y="1120652"/>
                  <a:chExt cx="761953" cy="723022"/>
                </a:xfrm>
              </p:grpSpPr>
              <p:grpSp>
                <p:nvGrpSpPr>
                  <p:cNvPr id="8586" name="Google Shape;8586;p58"/>
                  <p:cNvGrpSpPr/>
                  <p:nvPr/>
                </p:nvGrpSpPr>
                <p:grpSpPr>
                  <a:xfrm>
                    <a:off x="2496269" y="1304589"/>
                    <a:ext cx="407089" cy="305057"/>
                    <a:chOff x="2496269" y="1304589"/>
                    <a:chExt cx="407089" cy="305057"/>
                  </a:xfrm>
                </p:grpSpPr>
                <p:sp>
                  <p:nvSpPr>
                    <p:cNvPr id="8587" name="Google Shape;8587;p58"/>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88" name="Google Shape;8588;p58"/>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89" name="Google Shape;8589;p58"/>
                  <p:cNvGrpSpPr/>
                  <p:nvPr/>
                </p:nvGrpSpPr>
                <p:grpSpPr>
                  <a:xfrm>
                    <a:off x="2586468" y="1493376"/>
                    <a:ext cx="358850" cy="349656"/>
                    <a:chOff x="2586468" y="1493376"/>
                    <a:chExt cx="358850" cy="349656"/>
                  </a:xfrm>
                </p:grpSpPr>
                <p:sp>
                  <p:nvSpPr>
                    <p:cNvPr id="8590" name="Google Shape;8590;p58"/>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91" name="Google Shape;8591;p58"/>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92" name="Google Shape;8592;p58"/>
                  <p:cNvGrpSpPr/>
                  <p:nvPr/>
                </p:nvGrpSpPr>
                <p:grpSpPr>
                  <a:xfrm>
                    <a:off x="2807939" y="1494024"/>
                    <a:ext cx="358857" cy="349650"/>
                    <a:chOff x="2807939" y="1494024"/>
                    <a:chExt cx="358857" cy="349650"/>
                  </a:xfrm>
                </p:grpSpPr>
                <p:sp>
                  <p:nvSpPr>
                    <p:cNvPr id="8593" name="Google Shape;8593;p58"/>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94" name="Google Shape;8594;p58"/>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95" name="Google Shape;8595;p58"/>
                  <p:cNvGrpSpPr/>
                  <p:nvPr/>
                </p:nvGrpSpPr>
                <p:grpSpPr>
                  <a:xfrm>
                    <a:off x="2851133" y="1305635"/>
                    <a:ext cx="407089" cy="305057"/>
                    <a:chOff x="2851133" y="1305635"/>
                    <a:chExt cx="407089" cy="305057"/>
                  </a:xfrm>
                </p:grpSpPr>
                <p:sp>
                  <p:nvSpPr>
                    <p:cNvPr id="8596" name="Google Shape;8596;p58"/>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597" name="Google Shape;8597;p58"/>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598" name="Google Shape;8598;p58"/>
                  <p:cNvGrpSpPr/>
                  <p:nvPr/>
                </p:nvGrpSpPr>
                <p:grpSpPr>
                  <a:xfrm>
                    <a:off x="2727495" y="1120652"/>
                    <a:ext cx="300271" cy="396358"/>
                    <a:chOff x="2727495" y="1120652"/>
                    <a:chExt cx="300271" cy="396358"/>
                  </a:xfrm>
                </p:grpSpPr>
                <p:sp>
                  <p:nvSpPr>
                    <p:cNvPr id="8599" name="Google Shape;8599;p58"/>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00" name="Google Shape;8600;p58"/>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601" name="Google Shape;8601;p58"/>
                <p:cNvGrpSpPr/>
                <p:nvPr/>
              </p:nvGrpSpPr>
              <p:grpSpPr>
                <a:xfrm>
                  <a:off x="2722305" y="1350460"/>
                  <a:ext cx="308357" cy="308344"/>
                  <a:chOff x="2722305" y="1350460"/>
                  <a:chExt cx="308357" cy="308344"/>
                </a:xfrm>
              </p:grpSpPr>
              <p:sp>
                <p:nvSpPr>
                  <p:cNvPr id="8602" name="Google Shape;8602;p58"/>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603" name="Google Shape;8603;p58"/>
                  <p:cNvGrpSpPr/>
                  <p:nvPr/>
                </p:nvGrpSpPr>
                <p:grpSpPr>
                  <a:xfrm>
                    <a:off x="2725064" y="1364529"/>
                    <a:ext cx="297954" cy="280182"/>
                    <a:chOff x="2725064" y="1364529"/>
                    <a:chExt cx="297954" cy="280182"/>
                  </a:xfrm>
                </p:grpSpPr>
                <p:sp>
                  <p:nvSpPr>
                    <p:cNvPr id="8604" name="Google Shape;8604;p58"/>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05" name="Google Shape;8605;p58"/>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06" name="Google Shape;8606;p58"/>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07" name="Google Shape;8607;p58"/>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08" name="Google Shape;8608;p58"/>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sp>
          <p:nvSpPr>
            <p:cNvPr id="8609" name="Google Shape;8609;p58"/>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10" name="Google Shape;8610;p58"/>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11" name="Google Shape;8611;p58"/>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12" name="Google Shape;8612;p58"/>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13" name="Google Shape;8613;p58"/>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614" name="Google Shape;8614;p58"/>
          <p:cNvGrpSpPr/>
          <p:nvPr/>
        </p:nvGrpSpPr>
        <p:grpSpPr>
          <a:xfrm>
            <a:off x="3924561" y="2927462"/>
            <a:ext cx="1569144" cy="591015"/>
            <a:chOff x="3820100" y="3023049"/>
            <a:chExt cx="1303926" cy="491162"/>
          </a:xfrm>
        </p:grpSpPr>
        <p:grpSp>
          <p:nvGrpSpPr>
            <p:cNvPr id="8615" name="Google Shape;8615;p58"/>
            <p:cNvGrpSpPr/>
            <p:nvPr/>
          </p:nvGrpSpPr>
          <p:grpSpPr>
            <a:xfrm>
              <a:off x="3820100" y="3023072"/>
              <a:ext cx="1303926" cy="491139"/>
              <a:chOff x="3820100" y="3023072"/>
              <a:chExt cx="1303926" cy="491139"/>
            </a:xfrm>
          </p:grpSpPr>
          <p:sp>
            <p:nvSpPr>
              <p:cNvPr id="8616" name="Google Shape;8616;p58"/>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17" name="Google Shape;8617;p58"/>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618" name="Google Shape;8618;p58"/>
            <p:cNvGrpSpPr/>
            <p:nvPr/>
          </p:nvGrpSpPr>
          <p:grpSpPr>
            <a:xfrm>
              <a:off x="4132439" y="3023645"/>
              <a:ext cx="393633" cy="177096"/>
              <a:chOff x="4132439" y="3023645"/>
              <a:chExt cx="393633" cy="177096"/>
            </a:xfrm>
          </p:grpSpPr>
          <p:sp>
            <p:nvSpPr>
              <p:cNvPr id="8619" name="Google Shape;8619;p58"/>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20" name="Google Shape;8620;p58"/>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621" name="Google Shape;8621;p58"/>
            <p:cNvGrpSpPr/>
            <p:nvPr/>
          </p:nvGrpSpPr>
          <p:grpSpPr>
            <a:xfrm>
              <a:off x="3921811" y="3023049"/>
              <a:ext cx="1002397" cy="388943"/>
              <a:chOff x="3921811" y="3023049"/>
              <a:chExt cx="1002397" cy="388943"/>
            </a:xfrm>
          </p:grpSpPr>
          <p:sp>
            <p:nvSpPr>
              <p:cNvPr id="8622" name="Google Shape;8622;p58"/>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23" name="Google Shape;8623;p58"/>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624" name="Google Shape;8624;p58"/>
            <p:cNvGrpSpPr/>
            <p:nvPr/>
          </p:nvGrpSpPr>
          <p:grpSpPr>
            <a:xfrm>
              <a:off x="4023645" y="3023049"/>
              <a:ext cx="683032" cy="286722"/>
              <a:chOff x="4023645" y="3023049"/>
              <a:chExt cx="683032" cy="286722"/>
            </a:xfrm>
          </p:grpSpPr>
          <p:sp>
            <p:nvSpPr>
              <p:cNvPr id="8625" name="Google Shape;8625;p58"/>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26" name="Google Shape;8626;p58"/>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627" name="Google Shape;8627;p58"/>
          <p:cNvGrpSpPr/>
          <p:nvPr/>
        </p:nvGrpSpPr>
        <p:grpSpPr>
          <a:xfrm>
            <a:off x="1556683" y="2054307"/>
            <a:ext cx="713522" cy="688025"/>
            <a:chOff x="1706078" y="2092648"/>
            <a:chExt cx="660913" cy="637296"/>
          </a:xfrm>
        </p:grpSpPr>
        <p:sp>
          <p:nvSpPr>
            <p:cNvPr id="8628" name="Google Shape;8628;p58"/>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629" name="Google Shape;8629;p58"/>
            <p:cNvGrpSpPr/>
            <p:nvPr/>
          </p:nvGrpSpPr>
          <p:grpSpPr>
            <a:xfrm>
              <a:off x="1706078" y="2092648"/>
              <a:ext cx="660913" cy="575241"/>
              <a:chOff x="1706078" y="2092648"/>
              <a:chExt cx="660913" cy="575241"/>
            </a:xfrm>
          </p:grpSpPr>
          <p:sp>
            <p:nvSpPr>
              <p:cNvPr id="8630" name="Google Shape;8630;p58"/>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31" name="Google Shape;8631;p58"/>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32" name="Google Shape;8632;p58"/>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633" name="Google Shape;8633;p58"/>
          <p:cNvGrpSpPr/>
          <p:nvPr/>
        </p:nvGrpSpPr>
        <p:grpSpPr>
          <a:xfrm>
            <a:off x="6318542" y="1171856"/>
            <a:ext cx="1317459" cy="684168"/>
            <a:chOff x="238125" y="999450"/>
            <a:chExt cx="7140700" cy="3708225"/>
          </a:xfrm>
        </p:grpSpPr>
        <p:sp>
          <p:nvSpPr>
            <p:cNvPr id="8634" name="Google Shape;8634;p5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35" name="Google Shape;8635;p5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36" name="Google Shape;8636;p5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37" name="Google Shape;8637;p5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38" name="Google Shape;8638;p58"/>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39" name="Google Shape;8639;p5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40" name="Google Shape;8640;p5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41" name="Google Shape;8641;p5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42" name="Google Shape;8642;p5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8646"/>
        <p:cNvGrpSpPr/>
        <p:nvPr/>
      </p:nvGrpSpPr>
      <p:grpSpPr>
        <a:xfrm>
          <a:off x="0" y="0"/>
          <a:ext cx="0" cy="0"/>
          <a:chOff x="0" y="0"/>
          <a:chExt cx="0" cy="0"/>
        </a:xfrm>
      </p:grpSpPr>
      <p:grpSp>
        <p:nvGrpSpPr>
          <p:cNvPr id="8647" name="Google Shape;8647;p59"/>
          <p:cNvGrpSpPr/>
          <p:nvPr/>
        </p:nvGrpSpPr>
        <p:grpSpPr>
          <a:xfrm>
            <a:off x="729238" y="1179665"/>
            <a:ext cx="1636117" cy="1526144"/>
            <a:chOff x="729238" y="1179665"/>
            <a:chExt cx="1636117" cy="1526144"/>
          </a:xfrm>
        </p:grpSpPr>
        <p:grpSp>
          <p:nvGrpSpPr>
            <p:cNvPr id="8648" name="Google Shape;8648;p59"/>
            <p:cNvGrpSpPr/>
            <p:nvPr/>
          </p:nvGrpSpPr>
          <p:grpSpPr>
            <a:xfrm>
              <a:off x="729238" y="1179665"/>
              <a:ext cx="80700" cy="1526144"/>
              <a:chOff x="729238" y="1179665"/>
              <a:chExt cx="80700" cy="1526144"/>
            </a:xfrm>
          </p:grpSpPr>
          <p:sp>
            <p:nvSpPr>
              <p:cNvPr id="8649" name="Google Shape;8649;p59"/>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50" name="Google Shape;8650;p59"/>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51" name="Google Shape;8651;p59"/>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52" name="Google Shape;8652;p59"/>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53" name="Google Shape;8653;p5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54" name="Google Shape;8654;p5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55" name="Google Shape;8655;p5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56" name="Google Shape;8656;p5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57" name="Google Shape;8657;p5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58" name="Google Shape;8658;p5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659" name="Google Shape;8659;p59"/>
            <p:cNvGrpSpPr/>
            <p:nvPr/>
          </p:nvGrpSpPr>
          <p:grpSpPr>
            <a:xfrm>
              <a:off x="903098" y="1179665"/>
              <a:ext cx="80700" cy="1526144"/>
              <a:chOff x="903098" y="1179665"/>
              <a:chExt cx="80700" cy="1526144"/>
            </a:xfrm>
          </p:grpSpPr>
          <p:sp>
            <p:nvSpPr>
              <p:cNvPr id="8660" name="Google Shape;8660;p59"/>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61" name="Google Shape;8661;p59"/>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62" name="Google Shape;8662;p59"/>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63" name="Google Shape;8663;p59"/>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64" name="Google Shape;8664;p59"/>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65" name="Google Shape;8665;p59"/>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66" name="Google Shape;8666;p5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67" name="Google Shape;8667;p5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68" name="Google Shape;8668;p5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69" name="Google Shape;8669;p5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670" name="Google Shape;8670;p59"/>
            <p:cNvGrpSpPr/>
            <p:nvPr/>
          </p:nvGrpSpPr>
          <p:grpSpPr>
            <a:xfrm>
              <a:off x="1076958" y="1179665"/>
              <a:ext cx="80700" cy="1526144"/>
              <a:chOff x="1076958" y="1179665"/>
              <a:chExt cx="80700" cy="1526144"/>
            </a:xfrm>
          </p:grpSpPr>
          <p:sp>
            <p:nvSpPr>
              <p:cNvPr id="8671" name="Google Shape;8671;p59"/>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72" name="Google Shape;8672;p59"/>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73" name="Google Shape;8673;p59"/>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74" name="Google Shape;8674;p59"/>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75" name="Google Shape;8675;p59"/>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76" name="Google Shape;8676;p59"/>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77" name="Google Shape;8677;p59"/>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78" name="Google Shape;8678;p5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79" name="Google Shape;8679;p5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80" name="Google Shape;8680;p5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681" name="Google Shape;8681;p59"/>
            <p:cNvGrpSpPr/>
            <p:nvPr/>
          </p:nvGrpSpPr>
          <p:grpSpPr>
            <a:xfrm>
              <a:off x="1247707" y="1179665"/>
              <a:ext cx="80700" cy="1526144"/>
              <a:chOff x="1247707" y="1179665"/>
              <a:chExt cx="80700" cy="1526144"/>
            </a:xfrm>
          </p:grpSpPr>
          <p:sp>
            <p:nvSpPr>
              <p:cNvPr id="8682" name="Google Shape;8682;p59"/>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83" name="Google Shape;8683;p59"/>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84" name="Google Shape;8684;p59"/>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85" name="Google Shape;8685;p5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86" name="Google Shape;8686;p5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87" name="Google Shape;8687;p5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88" name="Google Shape;8688;p5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89" name="Google Shape;8689;p5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90" name="Google Shape;8690;p5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91" name="Google Shape;8691;p5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692" name="Google Shape;8692;p59"/>
            <p:cNvGrpSpPr/>
            <p:nvPr/>
          </p:nvGrpSpPr>
          <p:grpSpPr>
            <a:xfrm>
              <a:off x="1421567" y="1179665"/>
              <a:ext cx="80700" cy="1526144"/>
              <a:chOff x="1421567" y="1179665"/>
              <a:chExt cx="80700" cy="1526144"/>
            </a:xfrm>
          </p:grpSpPr>
          <p:sp>
            <p:nvSpPr>
              <p:cNvPr id="8693" name="Google Shape;8693;p59"/>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94" name="Google Shape;8694;p59"/>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95" name="Google Shape;8695;p59"/>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96" name="Google Shape;8696;p59"/>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97" name="Google Shape;8697;p59"/>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98" name="Google Shape;8698;p59"/>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699" name="Google Shape;8699;p59"/>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00" name="Google Shape;8700;p59"/>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01" name="Google Shape;8701;p5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02" name="Google Shape;8702;p5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703" name="Google Shape;8703;p59"/>
            <p:cNvGrpSpPr/>
            <p:nvPr/>
          </p:nvGrpSpPr>
          <p:grpSpPr>
            <a:xfrm>
              <a:off x="1592327" y="1179665"/>
              <a:ext cx="80700" cy="1526144"/>
              <a:chOff x="1592327" y="1179665"/>
              <a:chExt cx="80700" cy="1526144"/>
            </a:xfrm>
          </p:grpSpPr>
          <p:sp>
            <p:nvSpPr>
              <p:cNvPr id="8704" name="Google Shape;8704;p59"/>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05" name="Google Shape;8705;p59"/>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06" name="Google Shape;8706;p59"/>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07" name="Google Shape;8707;p59"/>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08" name="Google Shape;8708;p59"/>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09" name="Google Shape;8709;p59"/>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10" name="Google Shape;8710;p5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11" name="Google Shape;8711;p5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12" name="Google Shape;8712;p5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13" name="Google Shape;8713;p5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714" name="Google Shape;8714;p59"/>
            <p:cNvGrpSpPr/>
            <p:nvPr/>
          </p:nvGrpSpPr>
          <p:grpSpPr>
            <a:xfrm>
              <a:off x="1766187" y="1179665"/>
              <a:ext cx="80700" cy="1526144"/>
              <a:chOff x="1766187" y="1179665"/>
              <a:chExt cx="80700" cy="1526144"/>
            </a:xfrm>
          </p:grpSpPr>
          <p:sp>
            <p:nvSpPr>
              <p:cNvPr id="8715" name="Google Shape;8715;p59"/>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16" name="Google Shape;8716;p59"/>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17" name="Google Shape;8717;p59"/>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18" name="Google Shape;8718;p59"/>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19" name="Google Shape;8719;p59"/>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20" name="Google Shape;8720;p59"/>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21" name="Google Shape;8721;p59"/>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22" name="Google Shape;8722;p59"/>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23" name="Google Shape;8723;p59"/>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24" name="Google Shape;8724;p5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725" name="Google Shape;8725;p59"/>
            <p:cNvGrpSpPr/>
            <p:nvPr/>
          </p:nvGrpSpPr>
          <p:grpSpPr>
            <a:xfrm>
              <a:off x="1936935" y="1179665"/>
              <a:ext cx="80700" cy="1526144"/>
              <a:chOff x="1936935" y="1179665"/>
              <a:chExt cx="80700" cy="1526144"/>
            </a:xfrm>
          </p:grpSpPr>
          <p:sp>
            <p:nvSpPr>
              <p:cNvPr id="8726" name="Google Shape;8726;p59"/>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27" name="Google Shape;8727;p59"/>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28" name="Google Shape;8728;p59"/>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29" name="Google Shape;8729;p59"/>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30" name="Google Shape;8730;p59"/>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31" name="Google Shape;8731;p5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32" name="Google Shape;8732;p5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33" name="Google Shape;8733;p5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34" name="Google Shape;8734;p5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35" name="Google Shape;8735;p5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736" name="Google Shape;8736;p59"/>
            <p:cNvGrpSpPr/>
            <p:nvPr/>
          </p:nvGrpSpPr>
          <p:grpSpPr>
            <a:xfrm>
              <a:off x="2110795" y="1179665"/>
              <a:ext cx="80700" cy="1526144"/>
              <a:chOff x="2110795" y="1179665"/>
              <a:chExt cx="80700" cy="1526144"/>
            </a:xfrm>
          </p:grpSpPr>
          <p:sp>
            <p:nvSpPr>
              <p:cNvPr id="8737" name="Google Shape;8737;p59"/>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38" name="Google Shape;8738;p59"/>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39" name="Google Shape;8739;p59"/>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40" name="Google Shape;8740;p59"/>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41" name="Google Shape;8741;p5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42" name="Google Shape;8742;p5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43" name="Google Shape;8743;p5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44" name="Google Shape;8744;p5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45" name="Google Shape;8745;p5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46" name="Google Shape;8746;p5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747" name="Google Shape;8747;p59"/>
            <p:cNvGrpSpPr/>
            <p:nvPr/>
          </p:nvGrpSpPr>
          <p:grpSpPr>
            <a:xfrm>
              <a:off x="2284655" y="1179665"/>
              <a:ext cx="80700" cy="1526144"/>
              <a:chOff x="2284655" y="1179665"/>
              <a:chExt cx="80700" cy="1526144"/>
            </a:xfrm>
          </p:grpSpPr>
          <p:sp>
            <p:nvSpPr>
              <p:cNvPr id="8748" name="Google Shape;8748;p59"/>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49" name="Google Shape;8749;p59"/>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50" name="Google Shape;8750;p59"/>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51" name="Google Shape;8751;p59"/>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52" name="Google Shape;8752;p59"/>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53" name="Google Shape;8753;p59"/>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54" name="Google Shape;8754;p5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55" name="Google Shape;8755;p5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56" name="Google Shape;8756;p5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57" name="Google Shape;8757;p5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758" name="Google Shape;8758;p59"/>
          <p:cNvGrpSpPr/>
          <p:nvPr/>
        </p:nvGrpSpPr>
        <p:grpSpPr>
          <a:xfrm>
            <a:off x="2623904" y="1198803"/>
            <a:ext cx="1364248" cy="1102133"/>
            <a:chOff x="2623904" y="1198803"/>
            <a:chExt cx="1364248" cy="1102133"/>
          </a:xfrm>
        </p:grpSpPr>
        <p:grpSp>
          <p:nvGrpSpPr>
            <p:cNvPr id="8759" name="Google Shape;8759;p59"/>
            <p:cNvGrpSpPr/>
            <p:nvPr/>
          </p:nvGrpSpPr>
          <p:grpSpPr>
            <a:xfrm>
              <a:off x="2623907" y="1198803"/>
              <a:ext cx="1364245" cy="273000"/>
              <a:chOff x="2623907" y="1198803"/>
              <a:chExt cx="1364245" cy="273000"/>
            </a:xfrm>
          </p:grpSpPr>
          <p:sp>
            <p:nvSpPr>
              <p:cNvPr id="8760" name="Google Shape;8760;p5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61" name="Google Shape;8761;p5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62" name="Google Shape;8762;p5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63" name="Google Shape;8763;p5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64" name="Google Shape;8764;p59"/>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765" name="Google Shape;8765;p59"/>
            <p:cNvGrpSpPr/>
            <p:nvPr/>
          </p:nvGrpSpPr>
          <p:grpSpPr>
            <a:xfrm>
              <a:off x="2623904" y="1476964"/>
              <a:ext cx="1364245" cy="273000"/>
              <a:chOff x="2623904" y="1476964"/>
              <a:chExt cx="1364245" cy="273000"/>
            </a:xfrm>
          </p:grpSpPr>
          <p:sp>
            <p:nvSpPr>
              <p:cNvPr id="8766" name="Google Shape;8766;p5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67" name="Google Shape;8767;p5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68" name="Google Shape;8768;p59"/>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69" name="Google Shape;8769;p59"/>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70" name="Google Shape;8770;p59"/>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771" name="Google Shape;8771;p59"/>
            <p:cNvGrpSpPr/>
            <p:nvPr/>
          </p:nvGrpSpPr>
          <p:grpSpPr>
            <a:xfrm>
              <a:off x="2623907" y="1749775"/>
              <a:ext cx="1364245" cy="273000"/>
              <a:chOff x="2623907" y="1749775"/>
              <a:chExt cx="1364245" cy="273000"/>
            </a:xfrm>
          </p:grpSpPr>
          <p:sp>
            <p:nvSpPr>
              <p:cNvPr id="8772" name="Google Shape;8772;p5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73" name="Google Shape;8773;p5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74" name="Google Shape;8774;p5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75" name="Google Shape;8775;p59"/>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76" name="Google Shape;8776;p59"/>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777" name="Google Shape;8777;p59"/>
            <p:cNvGrpSpPr/>
            <p:nvPr/>
          </p:nvGrpSpPr>
          <p:grpSpPr>
            <a:xfrm>
              <a:off x="2623904" y="2027936"/>
              <a:ext cx="1364245" cy="273000"/>
              <a:chOff x="2623904" y="2027936"/>
              <a:chExt cx="1364245" cy="273000"/>
            </a:xfrm>
          </p:grpSpPr>
          <p:sp>
            <p:nvSpPr>
              <p:cNvPr id="8778" name="Google Shape;8778;p5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79" name="Google Shape;8779;p5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80" name="Google Shape;8780;p5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81" name="Google Shape;8781;p5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82" name="Google Shape;8782;p5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783" name="Google Shape;8783;p59"/>
          <p:cNvGrpSpPr/>
          <p:nvPr/>
        </p:nvGrpSpPr>
        <p:grpSpPr>
          <a:xfrm>
            <a:off x="2613365" y="2657876"/>
            <a:ext cx="1387541" cy="159124"/>
            <a:chOff x="3200660" y="2180272"/>
            <a:chExt cx="2563824" cy="378237"/>
          </a:xfrm>
        </p:grpSpPr>
        <p:sp>
          <p:nvSpPr>
            <p:cNvPr id="8784" name="Google Shape;8784;p5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85" name="Google Shape;8785;p5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86" name="Google Shape;8786;p5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87" name="Google Shape;8787;p5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88" name="Google Shape;8788;p5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89" name="Google Shape;8789;p5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90" name="Google Shape;8790;p5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91" name="Google Shape;8791;p5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92" name="Google Shape;8792;p5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93" name="Google Shape;8793;p5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94" name="Google Shape;8794;p5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95" name="Google Shape;8795;p5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96" name="Google Shape;8796;p5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97" name="Google Shape;8797;p5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98" name="Google Shape;8798;p5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799" name="Google Shape;8799;p5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00" name="Google Shape;8800;p5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01" name="Google Shape;8801;p5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02" name="Google Shape;8802;p59"/>
          <p:cNvGrpSpPr/>
          <p:nvPr/>
        </p:nvGrpSpPr>
        <p:grpSpPr>
          <a:xfrm>
            <a:off x="2609890" y="2935640"/>
            <a:ext cx="1390502" cy="159625"/>
            <a:chOff x="3530150" y="2790075"/>
            <a:chExt cx="1962600" cy="225300"/>
          </a:xfrm>
        </p:grpSpPr>
        <p:sp>
          <p:nvSpPr>
            <p:cNvPr id="8803" name="Google Shape;8803;p59"/>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04" name="Google Shape;8804;p59"/>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05" name="Google Shape;8805;p59"/>
          <p:cNvGrpSpPr/>
          <p:nvPr/>
        </p:nvGrpSpPr>
        <p:grpSpPr>
          <a:xfrm>
            <a:off x="2609948" y="3213905"/>
            <a:ext cx="1411629" cy="154175"/>
            <a:chOff x="3558802" y="4011244"/>
            <a:chExt cx="1866000" cy="111600"/>
          </a:xfrm>
        </p:grpSpPr>
        <p:sp>
          <p:nvSpPr>
            <p:cNvPr id="8806" name="Google Shape;8806;p59"/>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07" name="Google Shape;8807;p59"/>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08" name="Google Shape;8808;p59"/>
          <p:cNvGrpSpPr/>
          <p:nvPr/>
        </p:nvGrpSpPr>
        <p:grpSpPr>
          <a:xfrm>
            <a:off x="2610235" y="2419475"/>
            <a:ext cx="1383503" cy="119761"/>
            <a:chOff x="3465975" y="2270258"/>
            <a:chExt cx="1986364" cy="171947"/>
          </a:xfrm>
        </p:grpSpPr>
        <p:sp>
          <p:nvSpPr>
            <p:cNvPr id="8809" name="Google Shape;8809;p5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10" name="Google Shape;8810;p5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11" name="Google Shape;8811;p59"/>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12" name="Google Shape;8812;p59"/>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13" name="Google Shape;8813;p59"/>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14" name="Google Shape;8814;p5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15" name="Google Shape;8815;p59"/>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16" name="Google Shape;8816;p59"/>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17" name="Google Shape;8817;p59"/>
          <p:cNvGrpSpPr/>
          <p:nvPr/>
        </p:nvGrpSpPr>
        <p:grpSpPr>
          <a:xfrm>
            <a:off x="2621243" y="3783248"/>
            <a:ext cx="1369531" cy="195460"/>
            <a:chOff x="723300" y="4253549"/>
            <a:chExt cx="2276482" cy="324900"/>
          </a:xfrm>
        </p:grpSpPr>
        <p:sp>
          <p:nvSpPr>
            <p:cNvPr id="8818" name="Google Shape;8818;p5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19" name="Google Shape;8819;p5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20" name="Google Shape;8820;p5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21" name="Google Shape;8821;p5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22" name="Google Shape;8822;p59"/>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23" name="Google Shape;8823;p59"/>
          <p:cNvGrpSpPr/>
          <p:nvPr/>
        </p:nvGrpSpPr>
        <p:grpSpPr>
          <a:xfrm>
            <a:off x="2610803" y="3484489"/>
            <a:ext cx="1389066" cy="180119"/>
            <a:chOff x="705948" y="3788465"/>
            <a:chExt cx="2308953" cy="299400"/>
          </a:xfrm>
        </p:grpSpPr>
        <p:sp>
          <p:nvSpPr>
            <p:cNvPr id="8824" name="Google Shape;8824;p5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25" name="Google Shape;8825;p5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26" name="Google Shape;8826;p5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27" name="Google Shape;8827;p59"/>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28" name="Google Shape;8828;p59"/>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29" name="Google Shape;8829;p59"/>
          <p:cNvGrpSpPr/>
          <p:nvPr/>
        </p:nvGrpSpPr>
        <p:grpSpPr>
          <a:xfrm>
            <a:off x="4207794" y="2088443"/>
            <a:ext cx="1433821" cy="191501"/>
            <a:chOff x="4273350" y="2088443"/>
            <a:chExt cx="1433821" cy="191501"/>
          </a:xfrm>
        </p:grpSpPr>
        <p:grpSp>
          <p:nvGrpSpPr>
            <p:cNvPr id="8830" name="Google Shape;8830;p59"/>
            <p:cNvGrpSpPr/>
            <p:nvPr/>
          </p:nvGrpSpPr>
          <p:grpSpPr>
            <a:xfrm>
              <a:off x="4273350" y="2088443"/>
              <a:ext cx="1433821" cy="0"/>
              <a:chOff x="5224975" y="2962250"/>
              <a:chExt cx="1544400" cy="0"/>
            </a:xfrm>
          </p:grpSpPr>
          <p:cxnSp>
            <p:nvCxnSpPr>
              <p:cNvPr id="8831" name="Google Shape;8831;p5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8832" name="Google Shape;8832;p59"/>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8833" name="Google Shape;8833;p59"/>
            <p:cNvGrpSpPr/>
            <p:nvPr/>
          </p:nvGrpSpPr>
          <p:grpSpPr>
            <a:xfrm>
              <a:off x="4273350" y="2279944"/>
              <a:ext cx="1433821" cy="0"/>
              <a:chOff x="5224975" y="2962250"/>
              <a:chExt cx="1544400" cy="0"/>
            </a:xfrm>
          </p:grpSpPr>
          <p:cxnSp>
            <p:nvCxnSpPr>
              <p:cNvPr id="8834" name="Google Shape;8834;p5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8835" name="Google Shape;8835;p59"/>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8836" name="Google Shape;8836;p59"/>
          <p:cNvGrpSpPr/>
          <p:nvPr/>
        </p:nvGrpSpPr>
        <p:grpSpPr>
          <a:xfrm>
            <a:off x="2658741" y="4097347"/>
            <a:ext cx="1304609" cy="294074"/>
            <a:chOff x="2658741" y="4097347"/>
            <a:chExt cx="1304609" cy="294074"/>
          </a:xfrm>
        </p:grpSpPr>
        <p:grpSp>
          <p:nvGrpSpPr>
            <p:cNvPr id="8837" name="Google Shape;8837;p59"/>
            <p:cNvGrpSpPr/>
            <p:nvPr/>
          </p:nvGrpSpPr>
          <p:grpSpPr>
            <a:xfrm>
              <a:off x="2658741" y="4097347"/>
              <a:ext cx="118572" cy="294074"/>
              <a:chOff x="3343310" y="4475555"/>
              <a:chExt cx="127717" cy="316753"/>
            </a:xfrm>
          </p:grpSpPr>
          <p:sp>
            <p:nvSpPr>
              <p:cNvPr id="8838" name="Google Shape;8838;p5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39" name="Google Shape;8839;p5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40" name="Google Shape;8840;p59"/>
            <p:cNvGrpSpPr/>
            <p:nvPr/>
          </p:nvGrpSpPr>
          <p:grpSpPr>
            <a:xfrm>
              <a:off x="3815519" y="4098388"/>
              <a:ext cx="147831" cy="291991"/>
              <a:chOff x="3527539" y="4476677"/>
              <a:chExt cx="159232" cy="314510"/>
            </a:xfrm>
          </p:grpSpPr>
          <p:sp>
            <p:nvSpPr>
              <p:cNvPr id="8841" name="Google Shape;8841;p5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42" name="Google Shape;8842;p5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43" name="Google Shape;8843;p59"/>
            <p:cNvGrpSpPr/>
            <p:nvPr/>
          </p:nvGrpSpPr>
          <p:grpSpPr>
            <a:xfrm>
              <a:off x="3511696" y="4098388"/>
              <a:ext cx="147831" cy="291991"/>
              <a:chOff x="3527539" y="4476677"/>
              <a:chExt cx="159232" cy="314510"/>
            </a:xfrm>
          </p:grpSpPr>
          <p:sp>
            <p:nvSpPr>
              <p:cNvPr id="8844" name="Google Shape;8844;p5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45" name="Google Shape;8845;p5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46" name="Google Shape;8846;p59"/>
            <p:cNvGrpSpPr/>
            <p:nvPr/>
          </p:nvGrpSpPr>
          <p:grpSpPr>
            <a:xfrm>
              <a:off x="3207874" y="4098388"/>
              <a:ext cx="147831" cy="291991"/>
              <a:chOff x="3527539" y="4476677"/>
              <a:chExt cx="159232" cy="314510"/>
            </a:xfrm>
          </p:grpSpPr>
          <p:sp>
            <p:nvSpPr>
              <p:cNvPr id="8847" name="Google Shape;8847;p5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48" name="Google Shape;8848;p5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49" name="Google Shape;8849;p59"/>
            <p:cNvGrpSpPr/>
            <p:nvPr/>
          </p:nvGrpSpPr>
          <p:grpSpPr>
            <a:xfrm>
              <a:off x="2933305" y="4097347"/>
              <a:ext cx="118572" cy="294074"/>
              <a:chOff x="3343310" y="4475555"/>
              <a:chExt cx="127717" cy="316753"/>
            </a:xfrm>
          </p:grpSpPr>
          <p:sp>
            <p:nvSpPr>
              <p:cNvPr id="8850" name="Google Shape;8850;p5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51" name="Google Shape;8851;p5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8852" name="Google Shape;8852;p59"/>
          <p:cNvGrpSpPr/>
          <p:nvPr/>
        </p:nvGrpSpPr>
        <p:grpSpPr>
          <a:xfrm>
            <a:off x="4209349" y="1176041"/>
            <a:ext cx="1430711" cy="751237"/>
            <a:chOff x="5159450" y="1919950"/>
            <a:chExt cx="1541050" cy="862500"/>
          </a:xfrm>
        </p:grpSpPr>
        <p:sp>
          <p:nvSpPr>
            <p:cNvPr id="8853" name="Google Shape;8853;p5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it-IT" noProof="0" dirty="0"/>
            </a:p>
          </p:txBody>
        </p:sp>
        <p:grpSp>
          <p:nvGrpSpPr>
            <p:cNvPr id="8854" name="Google Shape;8854;p59"/>
            <p:cNvGrpSpPr/>
            <p:nvPr/>
          </p:nvGrpSpPr>
          <p:grpSpPr>
            <a:xfrm>
              <a:off x="5159450" y="1919950"/>
              <a:ext cx="1541050" cy="862500"/>
              <a:chOff x="5159450" y="1919950"/>
              <a:chExt cx="1541050" cy="862500"/>
            </a:xfrm>
          </p:grpSpPr>
          <p:cxnSp>
            <p:nvCxnSpPr>
              <p:cNvPr id="8855" name="Google Shape;8855;p5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856" name="Google Shape;8856;p5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857" name="Google Shape;8857;p59"/>
          <p:cNvGrpSpPr/>
          <p:nvPr/>
        </p:nvGrpSpPr>
        <p:grpSpPr>
          <a:xfrm>
            <a:off x="4257486" y="2439811"/>
            <a:ext cx="1334436" cy="967914"/>
            <a:chOff x="4294923" y="2439811"/>
            <a:chExt cx="1334436" cy="967914"/>
          </a:xfrm>
        </p:grpSpPr>
        <p:grpSp>
          <p:nvGrpSpPr>
            <p:cNvPr id="8858" name="Google Shape;8858;p59"/>
            <p:cNvGrpSpPr/>
            <p:nvPr/>
          </p:nvGrpSpPr>
          <p:grpSpPr>
            <a:xfrm>
              <a:off x="4960455" y="2469658"/>
              <a:ext cx="668904" cy="885524"/>
              <a:chOff x="4960455" y="2469658"/>
              <a:chExt cx="668904" cy="885524"/>
            </a:xfrm>
          </p:grpSpPr>
          <p:sp>
            <p:nvSpPr>
              <p:cNvPr id="8859" name="Google Shape;8859;p59"/>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60" name="Google Shape;8860;p59"/>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61" name="Google Shape;8861;p59"/>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62" name="Google Shape;8862;p59"/>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63" name="Google Shape;8863;p59"/>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64" name="Google Shape;8864;p59"/>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65" name="Google Shape;8865;p59"/>
            <p:cNvGrpSpPr/>
            <p:nvPr/>
          </p:nvGrpSpPr>
          <p:grpSpPr>
            <a:xfrm>
              <a:off x="4294923" y="2469658"/>
              <a:ext cx="668951" cy="885524"/>
              <a:chOff x="4294923" y="2469658"/>
              <a:chExt cx="668951" cy="885524"/>
            </a:xfrm>
          </p:grpSpPr>
          <p:sp>
            <p:nvSpPr>
              <p:cNvPr id="8866" name="Google Shape;8866;p59"/>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67" name="Google Shape;8867;p59"/>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68" name="Google Shape;8868;p59"/>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69" name="Google Shape;8869;p59"/>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70" name="Google Shape;8870;p59"/>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71" name="Google Shape;8871;p59"/>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8872" name="Google Shape;8872;p59"/>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73" name="Google Shape;8873;p59"/>
          <p:cNvGrpSpPr/>
          <p:nvPr/>
        </p:nvGrpSpPr>
        <p:grpSpPr>
          <a:xfrm>
            <a:off x="4243690" y="3494256"/>
            <a:ext cx="1430949" cy="897289"/>
            <a:chOff x="4351371" y="3547942"/>
            <a:chExt cx="1345130" cy="843475"/>
          </a:xfrm>
        </p:grpSpPr>
        <p:grpSp>
          <p:nvGrpSpPr>
            <p:cNvPr id="8874" name="Google Shape;8874;p59"/>
            <p:cNvGrpSpPr/>
            <p:nvPr/>
          </p:nvGrpSpPr>
          <p:grpSpPr>
            <a:xfrm>
              <a:off x="4351371" y="4209917"/>
              <a:ext cx="1345130" cy="181500"/>
              <a:chOff x="4351371" y="4209917"/>
              <a:chExt cx="1345130" cy="181500"/>
            </a:xfrm>
          </p:grpSpPr>
          <p:sp>
            <p:nvSpPr>
              <p:cNvPr id="8875" name="Google Shape;8875;p59"/>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8876" name="Google Shape;8876;p59"/>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8877" name="Google Shape;8877;p59"/>
            <p:cNvGrpSpPr/>
            <p:nvPr/>
          </p:nvGrpSpPr>
          <p:grpSpPr>
            <a:xfrm>
              <a:off x="4403010" y="3985221"/>
              <a:ext cx="1109518" cy="181500"/>
              <a:chOff x="4403010" y="3985221"/>
              <a:chExt cx="1109518" cy="181500"/>
            </a:xfrm>
          </p:grpSpPr>
          <p:sp>
            <p:nvSpPr>
              <p:cNvPr id="8878" name="Google Shape;8878;p59"/>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8879" name="Google Shape;8879;p59"/>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8880" name="Google Shape;8880;p59"/>
            <p:cNvGrpSpPr/>
            <p:nvPr/>
          </p:nvGrpSpPr>
          <p:grpSpPr>
            <a:xfrm>
              <a:off x="4618704" y="3766582"/>
              <a:ext cx="807858" cy="181500"/>
              <a:chOff x="4618704" y="3766582"/>
              <a:chExt cx="807858" cy="181500"/>
            </a:xfrm>
          </p:grpSpPr>
          <p:sp>
            <p:nvSpPr>
              <p:cNvPr id="8881" name="Google Shape;8881;p59"/>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8882" name="Google Shape;8882;p59"/>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8883" name="Google Shape;8883;p59"/>
            <p:cNvGrpSpPr/>
            <p:nvPr/>
          </p:nvGrpSpPr>
          <p:grpSpPr>
            <a:xfrm>
              <a:off x="4735238" y="3547942"/>
              <a:ext cx="462839" cy="181500"/>
              <a:chOff x="4735238" y="3547942"/>
              <a:chExt cx="462839" cy="181500"/>
            </a:xfrm>
          </p:grpSpPr>
          <p:sp>
            <p:nvSpPr>
              <p:cNvPr id="8884" name="Google Shape;8884;p59"/>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8885" name="Google Shape;8885;p59"/>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8886" name="Google Shape;8886;p59"/>
          <p:cNvGrpSpPr/>
          <p:nvPr/>
        </p:nvGrpSpPr>
        <p:grpSpPr>
          <a:xfrm>
            <a:off x="7420047" y="2429580"/>
            <a:ext cx="1020955" cy="928853"/>
            <a:chOff x="926675" y="238125"/>
            <a:chExt cx="5755100" cy="5232975"/>
          </a:xfrm>
        </p:grpSpPr>
        <p:sp>
          <p:nvSpPr>
            <p:cNvPr id="8887" name="Google Shape;8887;p59"/>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88" name="Google Shape;8888;p59"/>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89" name="Google Shape;8889;p59"/>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90" name="Google Shape;8890;p59"/>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891" name="Google Shape;8891;p59"/>
          <p:cNvGrpSpPr/>
          <p:nvPr/>
        </p:nvGrpSpPr>
        <p:grpSpPr>
          <a:xfrm>
            <a:off x="727421" y="2828315"/>
            <a:ext cx="1695374" cy="1560837"/>
            <a:chOff x="727421" y="2828315"/>
            <a:chExt cx="1695374" cy="1560837"/>
          </a:xfrm>
        </p:grpSpPr>
        <p:grpSp>
          <p:nvGrpSpPr>
            <p:cNvPr id="8892" name="Google Shape;8892;p59"/>
            <p:cNvGrpSpPr/>
            <p:nvPr/>
          </p:nvGrpSpPr>
          <p:grpSpPr>
            <a:xfrm>
              <a:off x="727421" y="2828315"/>
              <a:ext cx="1695374" cy="1560837"/>
              <a:chOff x="734799" y="2782450"/>
              <a:chExt cx="1571100" cy="1577400"/>
            </a:xfrm>
          </p:grpSpPr>
          <p:cxnSp>
            <p:nvCxnSpPr>
              <p:cNvPr id="8893" name="Google Shape;8893;p5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894" name="Google Shape;8894;p5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895" name="Google Shape;8895;p59"/>
            <p:cNvGrpSpPr/>
            <p:nvPr/>
          </p:nvGrpSpPr>
          <p:grpSpPr>
            <a:xfrm>
              <a:off x="819108" y="2882501"/>
              <a:ext cx="1556791" cy="1426186"/>
              <a:chOff x="819108" y="2882501"/>
              <a:chExt cx="1556791" cy="1426186"/>
            </a:xfrm>
          </p:grpSpPr>
          <p:grpSp>
            <p:nvGrpSpPr>
              <p:cNvPr id="8896" name="Google Shape;8896;p59"/>
              <p:cNvGrpSpPr/>
              <p:nvPr/>
            </p:nvGrpSpPr>
            <p:grpSpPr>
              <a:xfrm>
                <a:off x="819108" y="2882501"/>
                <a:ext cx="103104" cy="1426186"/>
                <a:chOff x="4674013" y="3100904"/>
                <a:chExt cx="122758" cy="1698043"/>
              </a:xfrm>
            </p:grpSpPr>
            <p:sp>
              <p:nvSpPr>
                <p:cNvPr id="8897" name="Google Shape;8897;p5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98" name="Google Shape;8898;p5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899" name="Google Shape;8899;p5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00" name="Google Shape;8900;p5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01" name="Google Shape;8901;p5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02" name="Google Shape;8902;p5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03" name="Google Shape;8903;p5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904" name="Google Shape;8904;p59"/>
              <p:cNvGrpSpPr/>
              <p:nvPr/>
            </p:nvGrpSpPr>
            <p:grpSpPr>
              <a:xfrm>
                <a:off x="1062475" y="2882501"/>
                <a:ext cx="103104" cy="1426186"/>
                <a:chOff x="4940438" y="3100904"/>
                <a:chExt cx="122758" cy="1698043"/>
              </a:xfrm>
            </p:grpSpPr>
            <p:sp>
              <p:nvSpPr>
                <p:cNvPr id="8905" name="Google Shape;8905;p5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06" name="Google Shape;8906;p5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07" name="Google Shape;8907;p5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08" name="Google Shape;8908;p5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09" name="Google Shape;8909;p5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10" name="Google Shape;8910;p5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11" name="Google Shape;8911;p5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912" name="Google Shape;8912;p59"/>
              <p:cNvGrpSpPr/>
              <p:nvPr/>
            </p:nvGrpSpPr>
            <p:grpSpPr>
              <a:xfrm>
                <a:off x="1299324" y="2882501"/>
                <a:ext cx="103104" cy="1426186"/>
                <a:chOff x="5206863" y="3100904"/>
                <a:chExt cx="122758" cy="1698043"/>
              </a:xfrm>
            </p:grpSpPr>
            <p:sp>
              <p:nvSpPr>
                <p:cNvPr id="8913" name="Google Shape;8913;p5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14" name="Google Shape;8914;p5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15" name="Google Shape;8915;p5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16" name="Google Shape;8916;p5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17" name="Google Shape;8917;p5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18" name="Google Shape;8918;p5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19" name="Google Shape;8919;p5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920" name="Google Shape;8920;p59"/>
              <p:cNvGrpSpPr/>
              <p:nvPr/>
            </p:nvGrpSpPr>
            <p:grpSpPr>
              <a:xfrm>
                <a:off x="1786057" y="2882501"/>
                <a:ext cx="103104" cy="1426186"/>
                <a:chOff x="6006138" y="3143629"/>
                <a:chExt cx="122758" cy="1698043"/>
              </a:xfrm>
            </p:grpSpPr>
            <p:sp>
              <p:nvSpPr>
                <p:cNvPr id="8921" name="Google Shape;8921;p5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22" name="Google Shape;8922;p5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23" name="Google Shape;8923;p5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24" name="Google Shape;8924;p5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25" name="Google Shape;8925;p5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26" name="Google Shape;8926;p5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27" name="Google Shape;8927;p5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928" name="Google Shape;8928;p59"/>
              <p:cNvGrpSpPr/>
              <p:nvPr/>
            </p:nvGrpSpPr>
            <p:grpSpPr>
              <a:xfrm>
                <a:off x="2029422" y="2882501"/>
                <a:ext cx="103104" cy="1426186"/>
                <a:chOff x="6805413" y="3100904"/>
                <a:chExt cx="122758" cy="1698043"/>
              </a:xfrm>
            </p:grpSpPr>
            <p:sp>
              <p:nvSpPr>
                <p:cNvPr id="8929" name="Google Shape;8929;p5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30" name="Google Shape;8930;p5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31" name="Google Shape;8931;p5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32" name="Google Shape;8932;p5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33" name="Google Shape;8933;p5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34" name="Google Shape;8934;p5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35" name="Google Shape;8935;p5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936" name="Google Shape;8936;p59"/>
              <p:cNvGrpSpPr/>
              <p:nvPr/>
            </p:nvGrpSpPr>
            <p:grpSpPr>
              <a:xfrm>
                <a:off x="2272795" y="2882501"/>
                <a:ext cx="103104" cy="1426186"/>
                <a:chOff x="5206863" y="3100904"/>
                <a:chExt cx="122758" cy="1698043"/>
              </a:xfrm>
            </p:grpSpPr>
            <p:sp>
              <p:nvSpPr>
                <p:cNvPr id="8937" name="Google Shape;8937;p5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38" name="Google Shape;8938;p5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39" name="Google Shape;8939;p5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40" name="Google Shape;8940;p5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41" name="Google Shape;8941;p5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42" name="Google Shape;8942;p5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43" name="Google Shape;8943;p5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944" name="Google Shape;8944;p59"/>
              <p:cNvGrpSpPr/>
              <p:nvPr/>
            </p:nvGrpSpPr>
            <p:grpSpPr>
              <a:xfrm>
                <a:off x="1542694" y="2882501"/>
                <a:ext cx="103104" cy="1426186"/>
                <a:chOff x="6006138" y="3143629"/>
                <a:chExt cx="122758" cy="1698043"/>
              </a:xfrm>
            </p:grpSpPr>
            <p:sp>
              <p:nvSpPr>
                <p:cNvPr id="8945" name="Google Shape;8945;p5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46" name="Google Shape;8946;p5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47" name="Google Shape;8947;p5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48" name="Google Shape;8948;p5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49" name="Google Shape;8949;p5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50" name="Google Shape;8950;p5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51" name="Google Shape;8951;p5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8952" name="Google Shape;8952;p59"/>
          <p:cNvGrpSpPr/>
          <p:nvPr/>
        </p:nvGrpSpPr>
        <p:grpSpPr>
          <a:xfrm>
            <a:off x="5683472" y="3518037"/>
            <a:ext cx="2749952" cy="870677"/>
            <a:chOff x="238125" y="1725700"/>
            <a:chExt cx="7139025" cy="2260325"/>
          </a:xfrm>
        </p:grpSpPr>
        <p:sp>
          <p:nvSpPr>
            <p:cNvPr id="8953" name="Google Shape;8953;p59"/>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54" name="Google Shape;8954;p59"/>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55" name="Google Shape;8955;p59"/>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56" name="Google Shape;8956;p59"/>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57" name="Google Shape;8957;p59"/>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58" name="Google Shape;8958;p59"/>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59" name="Google Shape;8959;p59"/>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60" name="Google Shape;8960;p59"/>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61" name="Google Shape;8961;p59"/>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62" name="Google Shape;8962;p59"/>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963" name="Google Shape;8963;p59"/>
          <p:cNvGrpSpPr/>
          <p:nvPr/>
        </p:nvGrpSpPr>
        <p:grpSpPr>
          <a:xfrm>
            <a:off x="5953636" y="2459783"/>
            <a:ext cx="1105452" cy="916747"/>
            <a:chOff x="5249100" y="1210600"/>
            <a:chExt cx="3502700" cy="2904775"/>
          </a:xfrm>
        </p:grpSpPr>
        <p:sp>
          <p:nvSpPr>
            <p:cNvPr id="8964" name="Google Shape;8964;p5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65" name="Google Shape;8965;p5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66" name="Google Shape;8966;p5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67" name="Google Shape;8967;p5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8968" name="Google Shape;8968;p59"/>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8969" name="Google Shape;8969;p59"/>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8970" name="Google Shape;8970;p59"/>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8971" name="Google Shape;8971;p59"/>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8972" name="Google Shape;8972;p59"/>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973" name="Google Shape;8973;p59"/>
          <p:cNvGrpSpPr/>
          <p:nvPr/>
        </p:nvGrpSpPr>
        <p:grpSpPr>
          <a:xfrm>
            <a:off x="7136183" y="1179201"/>
            <a:ext cx="1304650" cy="1124856"/>
            <a:chOff x="7287122" y="1165658"/>
            <a:chExt cx="1219413" cy="1051365"/>
          </a:xfrm>
        </p:grpSpPr>
        <p:grpSp>
          <p:nvGrpSpPr>
            <p:cNvPr id="8974" name="Google Shape;8974;p59"/>
            <p:cNvGrpSpPr/>
            <p:nvPr/>
          </p:nvGrpSpPr>
          <p:grpSpPr>
            <a:xfrm>
              <a:off x="7287122" y="1969723"/>
              <a:ext cx="1219413" cy="247300"/>
              <a:chOff x="7287122" y="1969723"/>
              <a:chExt cx="1219413" cy="247300"/>
            </a:xfrm>
          </p:grpSpPr>
          <p:sp>
            <p:nvSpPr>
              <p:cNvPr id="8975" name="Google Shape;8975;p5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976" name="Google Shape;8976;p59"/>
              <p:cNvGrpSpPr/>
              <p:nvPr/>
            </p:nvGrpSpPr>
            <p:grpSpPr>
              <a:xfrm>
                <a:off x="7287122" y="2063892"/>
                <a:ext cx="1151753" cy="73428"/>
                <a:chOff x="7287122" y="2063892"/>
                <a:chExt cx="1151753" cy="73428"/>
              </a:xfrm>
            </p:grpSpPr>
            <p:sp>
              <p:nvSpPr>
                <p:cNvPr id="8977" name="Google Shape;8977;p5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8978" name="Google Shape;8978;p5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979" name="Google Shape;8979;p59"/>
            <p:cNvGrpSpPr/>
            <p:nvPr/>
          </p:nvGrpSpPr>
          <p:grpSpPr>
            <a:xfrm>
              <a:off x="7287122" y="1712201"/>
              <a:ext cx="1219403" cy="246767"/>
              <a:chOff x="7287122" y="1712201"/>
              <a:chExt cx="1219403" cy="246767"/>
            </a:xfrm>
          </p:grpSpPr>
          <p:sp>
            <p:nvSpPr>
              <p:cNvPr id="8980" name="Google Shape;8980;p5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981" name="Google Shape;8981;p59"/>
              <p:cNvGrpSpPr/>
              <p:nvPr/>
            </p:nvGrpSpPr>
            <p:grpSpPr>
              <a:xfrm>
                <a:off x="7287122" y="1842861"/>
                <a:ext cx="1005303" cy="73419"/>
                <a:chOff x="7287122" y="1842861"/>
                <a:chExt cx="1005303" cy="73419"/>
              </a:xfrm>
            </p:grpSpPr>
            <p:sp>
              <p:nvSpPr>
                <p:cNvPr id="8982" name="Google Shape;8982;p5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8983" name="Google Shape;8983;p5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984" name="Google Shape;8984;p59"/>
            <p:cNvGrpSpPr/>
            <p:nvPr/>
          </p:nvGrpSpPr>
          <p:grpSpPr>
            <a:xfrm>
              <a:off x="7287122" y="1447520"/>
              <a:ext cx="1219403" cy="286667"/>
              <a:chOff x="7287122" y="1447520"/>
              <a:chExt cx="1219403" cy="286667"/>
            </a:xfrm>
          </p:grpSpPr>
          <p:sp>
            <p:nvSpPr>
              <p:cNvPr id="8985" name="Google Shape;8985;p5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986" name="Google Shape;8986;p59"/>
              <p:cNvGrpSpPr/>
              <p:nvPr/>
            </p:nvGrpSpPr>
            <p:grpSpPr>
              <a:xfrm>
                <a:off x="7287122" y="1581977"/>
                <a:ext cx="852803" cy="73428"/>
                <a:chOff x="7287122" y="1581977"/>
                <a:chExt cx="852803" cy="73428"/>
              </a:xfrm>
            </p:grpSpPr>
            <p:sp>
              <p:nvSpPr>
                <p:cNvPr id="8987" name="Google Shape;8987;p5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8988" name="Google Shape;8988;p5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989" name="Google Shape;8989;p59"/>
            <p:cNvGrpSpPr/>
            <p:nvPr/>
          </p:nvGrpSpPr>
          <p:grpSpPr>
            <a:xfrm>
              <a:off x="7287122" y="1165658"/>
              <a:ext cx="1219403" cy="344253"/>
              <a:chOff x="7287122" y="1165658"/>
              <a:chExt cx="1219403" cy="344253"/>
            </a:xfrm>
          </p:grpSpPr>
          <p:sp>
            <p:nvSpPr>
              <p:cNvPr id="8990" name="Google Shape;8990;p5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8991" name="Google Shape;8991;p59"/>
              <p:cNvGrpSpPr/>
              <p:nvPr/>
            </p:nvGrpSpPr>
            <p:grpSpPr>
              <a:xfrm>
                <a:off x="7287122" y="1341025"/>
                <a:ext cx="695703" cy="73419"/>
                <a:chOff x="7287122" y="1341025"/>
                <a:chExt cx="695703" cy="73419"/>
              </a:xfrm>
            </p:grpSpPr>
            <p:sp>
              <p:nvSpPr>
                <p:cNvPr id="8992" name="Google Shape;8992;p5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8993" name="Google Shape;8993;p5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8994" name="Google Shape;8994;p59"/>
          <p:cNvGrpSpPr/>
          <p:nvPr/>
        </p:nvGrpSpPr>
        <p:grpSpPr>
          <a:xfrm>
            <a:off x="5802676" y="1185224"/>
            <a:ext cx="1397729" cy="1098540"/>
            <a:chOff x="5900602" y="1193063"/>
            <a:chExt cx="1299851" cy="1021707"/>
          </a:xfrm>
        </p:grpSpPr>
        <p:grpSp>
          <p:nvGrpSpPr>
            <p:cNvPr id="8995" name="Google Shape;8995;p59"/>
            <p:cNvGrpSpPr/>
            <p:nvPr/>
          </p:nvGrpSpPr>
          <p:grpSpPr>
            <a:xfrm>
              <a:off x="6520337" y="1193063"/>
              <a:ext cx="341815" cy="799959"/>
              <a:chOff x="6520337" y="1193063"/>
              <a:chExt cx="341815" cy="799959"/>
            </a:xfrm>
          </p:grpSpPr>
          <p:grpSp>
            <p:nvGrpSpPr>
              <p:cNvPr id="8996" name="Google Shape;8996;p59"/>
              <p:cNvGrpSpPr/>
              <p:nvPr/>
            </p:nvGrpSpPr>
            <p:grpSpPr>
              <a:xfrm>
                <a:off x="6520337" y="1589527"/>
                <a:ext cx="213950" cy="403494"/>
                <a:chOff x="6520337" y="1589527"/>
                <a:chExt cx="213950" cy="403494"/>
              </a:xfrm>
            </p:grpSpPr>
            <p:sp>
              <p:nvSpPr>
                <p:cNvPr id="8997" name="Google Shape;8997;p5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8998" name="Google Shape;8998;p59"/>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8999" name="Google Shape;8999;p59"/>
              <p:cNvGrpSpPr/>
              <p:nvPr/>
            </p:nvGrpSpPr>
            <p:grpSpPr>
              <a:xfrm>
                <a:off x="6577204" y="1193063"/>
                <a:ext cx="284947" cy="464512"/>
                <a:chOff x="6577204" y="1193063"/>
                <a:chExt cx="284947" cy="464512"/>
              </a:xfrm>
            </p:grpSpPr>
            <p:sp>
              <p:nvSpPr>
                <p:cNvPr id="9000" name="Google Shape;9000;p5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9001" name="Google Shape;9001;p59"/>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9002" name="Google Shape;9002;p59"/>
            <p:cNvGrpSpPr/>
            <p:nvPr/>
          </p:nvGrpSpPr>
          <p:grpSpPr>
            <a:xfrm>
              <a:off x="6238903" y="1193063"/>
              <a:ext cx="300475" cy="900152"/>
              <a:chOff x="6238903" y="1193063"/>
              <a:chExt cx="300475" cy="900152"/>
            </a:xfrm>
          </p:grpSpPr>
          <p:grpSp>
            <p:nvGrpSpPr>
              <p:cNvPr id="9003" name="Google Shape;9003;p59"/>
              <p:cNvGrpSpPr/>
              <p:nvPr/>
            </p:nvGrpSpPr>
            <p:grpSpPr>
              <a:xfrm>
                <a:off x="6290865" y="1489315"/>
                <a:ext cx="248514" cy="603900"/>
                <a:chOff x="6290865" y="1489315"/>
                <a:chExt cx="248514" cy="603900"/>
              </a:xfrm>
            </p:grpSpPr>
            <p:sp>
              <p:nvSpPr>
                <p:cNvPr id="9004" name="Google Shape;9004;p5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05" name="Google Shape;9005;p59"/>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006" name="Google Shape;9006;p59"/>
              <p:cNvGrpSpPr/>
              <p:nvPr/>
            </p:nvGrpSpPr>
            <p:grpSpPr>
              <a:xfrm>
                <a:off x="6238903" y="1193063"/>
                <a:ext cx="284947" cy="333087"/>
                <a:chOff x="6238903" y="1193063"/>
                <a:chExt cx="284947" cy="333087"/>
              </a:xfrm>
            </p:grpSpPr>
            <p:sp>
              <p:nvSpPr>
                <p:cNvPr id="9007" name="Google Shape;9007;p5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9008" name="Google Shape;9008;p59"/>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9009" name="Google Shape;9009;p59"/>
            <p:cNvGrpSpPr/>
            <p:nvPr/>
          </p:nvGrpSpPr>
          <p:grpSpPr>
            <a:xfrm>
              <a:off x="5900602" y="1193063"/>
              <a:ext cx="444345" cy="1021707"/>
              <a:chOff x="5900602" y="1193063"/>
              <a:chExt cx="444345" cy="1021707"/>
            </a:xfrm>
          </p:grpSpPr>
          <p:grpSp>
            <p:nvGrpSpPr>
              <p:cNvPr id="9010" name="Google Shape;9010;p59"/>
              <p:cNvGrpSpPr/>
              <p:nvPr/>
            </p:nvGrpSpPr>
            <p:grpSpPr>
              <a:xfrm>
                <a:off x="6046501" y="1367785"/>
                <a:ext cx="298446" cy="846986"/>
                <a:chOff x="6046501" y="1367785"/>
                <a:chExt cx="298446" cy="846986"/>
              </a:xfrm>
            </p:grpSpPr>
            <p:sp>
              <p:nvSpPr>
                <p:cNvPr id="9011" name="Google Shape;9011;p5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12" name="Google Shape;9012;p59"/>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013" name="Google Shape;9013;p59"/>
              <p:cNvGrpSpPr/>
              <p:nvPr/>
            </p:nvGrpSpPr>
            <p:grpSpPr>
              <a:xfrm>
                <a:off x="5900602" y="1193063"/>
                <a:ext cx="284947" cy="182312"/>
                <a:chOff x="5900602" y="1193063"/>
                <a:chExt cx="284947" cy="182312"/>
              </a:xfrm>
            </p:grpSpPr>
            <p:sp>
              <p:nvSpPr>
                <p:cNvPr id="9014" name="Google Shape;9014;p5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9015" name="Google Shape;9015;p5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9016" name="Google Shape;9016;p59"/>
            <p:cNvGrpSpPr/>
            <p:nvPr/>
          </p:nvGrpSpPr>
          <p:grpSpPr>
            <a:xfrm>
              <a:off x="6738300" y="1193063"/>
              <a:ext cx="462153" cy="707634"/>
              <a:chOff x="6738300" y="1193063"/>
              <a:chExt cx="462153" cy="707634"/>
            </a:xfrm>
          </p:grpSpPr>
          <p:grpSp>
            <p:nvGrpSpPr>
              <p:cNvPr id="9017" name="Google Shape;9017;p59"/>
              <p:cNvGrpSpPr/>
              <p:nvPr/>
            </p:nvGrpSpPr>
            <p:grpSpPr>
              <a:xfrm>
                <a:off x="6915505" y="1193063"/>
                <a:ext cx="284947" cy="597387"/>
                <a:chOff x="6915505" y="1193063"/>
                <a:chExt cx="284947" cy="597387"/>
              </a:xfrm>
            </p:grpSpPr>
            <p:sp>
              <p:nvSpPr>
                <p:cNvPr id="9018" name="Google Shape;9018;p5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cxnSp>
              <p:nvCxnSpPr>
                <p:cNvPr id="9019" name="Google Shape;9019;p59"/>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9020" name="Google Shape;9020;p59"/>
              <p:cNvGrpSpPr/>
              <p:nvPr/>
            </p:nvGrpSpPr>
            <p:grpSpPr>
              <a:xfrm>
                <a:off x="6738300" y="1684725"/>
                <a:ext cx="230066" cy="215971"/>
                <a:chOff x="6738300" y="1684725"/>
                <a:chExt cx="230066" cy="215971"/>
              </a:xfrm>
            </p:grpSpPr>
            <p:sp>
              <p:nvSpPr>
                <p:cNvPr id="9021" name="Google Shape;9021;p59"/>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22" name="Google Shape;9022;p59"/>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26"/>
        <p:cNvGrpSpPr/>
        <p:nvPr/>
      </p:nvGrpSpPr>
      <p:grpSpPr>
        <a:xfrm>
          <a:off x="0" y="0"/>
          <a:ext cx="0" cy="0"/>
          <a:chOff x="0" y="0"/>
          <a:chExt cx="0" cy="0"/>
        </a:xfrm>
      </p:grpSpPr>
      <p:grpSp>
        <p:nvGrpSpPr>
          <p:cNvPr id="9027" name="Google Shape;9027;p60"/>
          <p:cNvGrpSpPr/>
          <p:nvPr/>
        </p:nvGrpSpPr>
        <p:grpSpPr>
          <a:xfrm>
            <a:off x="1002229" y="1542724"/>
            <a:ext cx="1801525" cy="2849778"/>
            <a:chOff x="1002229" y="1542724"/>
            <a:chExt cx="1801525" cy="2849778"/>
          </a:xfrm>
        </p:grpSpPr>
        <p:sp>
          <p:nvSpPr>
            <p:cNvPr id="9028" name="Google Shape;9028;p60"/>
            <p:cNvSpPr/>
            <p:nvPr/>
          </p:nvSpPr>
          <p:spPr>
            <a:xfrm>
              <a:off x="1002229" y="1542724"/>
              <a:ext cx="1801525" cy="2849778"/>
            </a:xfrm>
            <a:custGeom>
              <a:avLst/>
              <a:gdLst/>
              <a:ahLst/>
              <a:cxnLst/>
              <a:rect l="l" t="t" r="r" b="b"/>
              <a:pathLst>
                <a:path w="71284" h="112762" extrusionOk="0">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29" name="Google Shape;9029;p60"/>
            <p:cNvSpPr/>
            <p:nvPr/>
          </p:nvSpPr>
          <p:spPr>
            <a:xfrm>
              <a:off x="1586934" y="1597666"/>
              <a:ext cx="592312" cy="519173"/>
            </a:xfrm>
            <a:custGeom>
              <a:avLst/>
              <a:gdLst/>
              <a:ahLst/>
              <a:cxnLst/>
              <a:rect l="l" t="t" r="r" b="b"/>
              <a:pathLst>
                <a:path w="23437" h="20543" extrusionOk="0">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30" name="Google Shape;9030;p60"/>
            <p:cNvSpPr/>
            <p:nvPr/>
          </p:nvSpPr>
          <p:spPr>
            <a:xfrm>
              <a:off x="1915375" y="2556935"/>
              <a:ext cx="398547" cy="598251"/>
            </a:xfrm>
            <a:custGeom>
              <a:avLst/>
              <a:gdLst/>
              <a:ahLst/>
              <a:cxnLst/>
              <a:rect l="l" t="t" r="r" b="b"/>
              <a:pathLst>
                <a:path w="15770" h="23672" extrusionOk="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31" name="Google Shape;9031;p60"/>
            <p:cNvSpPr/>
            <p:nvPr/>
          </p:nvSpPr>
          <p:spPr>
            <a:xfrm>
              <a:off x="1457614" y="2541114"/>
              <a:ext cx="398977" cy="598225"/>
            </a:xfrm>
            <a:custGeom>
              <a:avLst/>
              <a:gdLst/>
              <a:ahLst/>
              <a:cxnLst/>
              <a:rect l="l" t="t" r="r" b="b"/>
              <a:pathLst>
                <a:path w="15787" h="23671" extrusionOk="0">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32" name="Google Shape;9032;p60"/>
            <p:cNvSpPr/>
            <p:nvPr/>
          </p:nvSpPr>
          <p:spPr>
            <a:xfrm>
              <a:off x="1836045" y="2217070"/>
              <a:ext cx="115698" cy="519198"/>
            </a:xfrm>
            <a:custGeom>
              <a:avLst/>
              <a:gdLst/>
              <a:ahLst/>
              <a:cxnLst/>
              <a:rect l="l" t="t" r="r" b="b"/>
              <a:pathLst>
                <a:path w="4578" h="20544" extrusionOk="0">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33" name="Google Shape;9033;p60"/>
            <p:cNvSpPr/>
            <p:nvPr/>
          </p:nvSpPr>
          <p:spPr>
            <a:xfrm>
              <a:off x="1625348" y="3061652"/>
              <a:ext cx="645055" cy="415076"/>
            </a:xfrm>
            <a:custGeom>
              <a:avLst/>
              <a:gdLst/>
              <a:ahLst/>
              <a:cxnLst/>
              <a:rect l="l" t="t" r="r" b="b"/>
              <a:pathLst>
                <a:path w="25524" h="16424" extrusionOk="0">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34" name="Google Shape;9034;p60"/>
            <p:cNvSpPr/>
            <p:nvPr/>
          </p:nvSpPr>
          <p:spPr>
            <a:xfrm>
              <a:off x="1523727" y="3044441"/>
              <a:ext cx="358465" cy="579776"/>
            </a:xfrm>
            <a:custGeom>
              <a:avLst/>
              <a:gdLst/>
              <a:ahLst/>
              <a:cxnLst/>
              <a:rect l="l" t="t" r="r" b="b"/>
              <a:pathLst>
                <a:path w="14184" h="22941" extrusionOk="0">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035" name="Google Shape;9035;p60"/>
            <p:cNvGrpSpPr/>
            <p:nvPr/>
          </p:nvGrpSpPr>
          <p:grpSpPr>
            <a:xfrm>
              <a:off x="1675337" y="3316550"/>
              <a:ext cx="437113" cy="383257"/>
              <a:chOff x="1675337" y="3316550"/>
              <a:chExt cx="437113" cy="383257"/>
            </a:xfrm>
          </p:grpSpPr>
          <p:sp>
            <p:nvSpPr>
              <p:cNvPr id="9036" name="Google Shape;9036;p60"/>
              <p:cNvSpPr/>
              <p:nvPr/>
            </p:nvSpPr>
            <p:spPr>
              <a:xfrm>
                <a:off x="1948836" y="3389941"/>
                <a:ext cx="163614" cy="233998"/>
              </a:xfrm>
              <a:custGeom>
                <a:avLst/>
                <a:gdLst/>
                <a:ahLst/>
                <a:cxnLst/>
                <a:rect l="l" t="t" r="r" b="b"/>
                <a:pathLst>
                  <a:path w="6474" h="9259" extrusionOk="0">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37" name="Google Shape;9037;p60"/>
              <p:cNvSpPr/>
              <p:nvPr/>
            </p:nvSpPr>
            <p:spPr>
              <a:xfrm>
                <a:off x="1675337" y="3384988"/>
                <a:ext cx="163639" cy="234124"/>
              </a:xfrm>
              <a:custGeom>
                <a:avLst/>
                <a:gdLst/>
                <a:ahLst/>
                <a:cxnLst/>
                <a:rect l="l" t="t" r="r" b="b"/>
                <a:pathLst>
                  <a:path w="6475" h="9264" extrusionOk="0">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38" name="Google Shape;9038;p60"/>
              <p:cNvSpPr/>
              <p:nvPr/>
            </p:nvSpPr>
            <p:spPr>
              <a:xfrm>
                <a:off x="1794193" y="3316550"/>
                <a:ext cx="199552" cy="383257"/>
              </a:xfrm>
              <a:custGeom>
                <a:avLst/>
                <a:gdLst/>
                <a:ahLst/>
                <a:cxnLst/>
                <a:rect l="l" t="t" r="r" b="b"/>
                <a:pathLst>
                  <a:path w="7896" h="15165" extrusionOk="0">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039" name="Google Shape;9039;p60"/>
            <p:cNvSpPr/>
            <p:nvPr/>
          </p:nvSpPr>
          <p:spPr>
            <a:xfrm>
              <a:off x="1512152" y="3450115"/>
              <a:ext cx="732650" cy="863056"/>
            </a:xfrm>
            <a:custGeom>
              <a:avLst/>
              <a:gdLst/>
              <a:ahLst/>
              <a:cxnLst/>
              <a:rect l="l" t="t" r="r" b="b"/>
              <a:pathLst>
                <a:path w="28990" h="34150" extrusionOk="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40" name="Google Shape;9040;p60"/>
            <p:cNvSpPr/>
            <p:nvPr/>
          </p:nvSpPr>
          <p:spPr>
            <a:xfrm>
              <a:off x="1727524" y="2620015"/>
              <a:ext cx="283861" cy="436153"/>
            </a:xfrm>
            <a:custGeom>
              <a:avLst/>
              <a:gdLst/>
              <a:ahLst/>
              <a:cxnLst/>
              <a:rect l="l" t="t" r="r" b="b"/>
              <a:pathLst>
                <a:path w="11232" h="17258" extrusionOk="0">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041" name="Google Shape;9041;p60"/>
          <p:cNvGrpSpPr/>
          <p:nvPr/>
        </p:nvGrpSpPr>
        <p:grpSpPr>
          <a:xfrm>
            <a:off x="7280398" y="2805793"/>
            <a:ext cx="939202" cy="1588073"/>
            <a:chOff x="7280398" y="2805793"/>
            <a:chExt cx="939202" cy="1588073"/>
          </a:xfrm>
        </p:grpSpPr>
        <p:grpSp>
          <p:nvGrpSpPr>
            <p:cNvPr id="9042" name="Google Shape;9042;p60"/>
            <p:cNvGrpSpPr/>
            <p:nvPr/>
          </p:nvGrpSpPr>
          <p:grpSpPr>
            <a:xfrm>
              <a:off x="7280398" y="2805793"/>
              <a:ext cx="939202" cy="1588073"/>
              <a:chOff x="7280398" y="2805793"/>
              <a:chExt cx="939202" cy="1588073"/>
            </a:xfrm>
          </p:grpSpPr>
          <p:sp>
            <p:nvSpPr>
              <p:cNvPr id="9043" name="Google Shape;9043;p60"/>
              <p:cNvSpPr/>
              <p:nvPr/>
            </p:nvSpPr>
            <p:spPr>
              <a:xfrm>
                <a:off x="7280398" y="3729250"/>
                <a:ext cx="595597" cy="664616"/>
              </a:xfrm>
              <a:custGeom>
                <a:avLst/>
                <a:gdLst/>
                <a:ahLst/>
                <a:cxnLst/>
                <a:rect l="l" t="t" r="r" b="b"/>
                <a:pathLst>
                  <a:path w="23567" h="26298" extrusionOk="0">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44" name="Google Shape;9044;p60"/>
              <p:cNvSpPr/>
              <p:nvPr/>
            </p:nvSpPr>
            <p:spPr>
              <a:xfrm>
                <a:off x="7491348" y="2805793"/>
                <a:ext cx="728252" cy="1195061"/>
              </a:xfrm>
              <a:custGeom>
                <a:avLst/>
                <a:gdLst/>
                <a:ahLst/>
                <a:cxnLst/>
                <a:rect l="l" t="t" r="r" b="b"/>
                <a:pathLst>
                  <a:path w="28816" h="47287" extrusionOk="0">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w="19050" cap="flat" cmpd="sng">
                <a:solidFill>
                  <a:srgbClr val="CAD3D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045" name="Google Shape;9045;p60"/>
            <p:cNvSpPr/>
            <p:nvPr/>
          </p:nvSpPr>
          <p:spPr>
            <a:xfrm>
              <a:off x="7585286" y="3643197"/>
              <a:ext cx="540250" cy="342493"/>
            </a:xfrm>
            <a:custGeom>
              <a:avLst/>
              <a:gdLst/>
              <a:ahLst/>
              <a:cxnLst/>
              <a:rect l="l" t="t" r="r" b="b"/>
              <a:pathLst>
                <a:path w="21377" h="13552" extrusionOk="0">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46" name="Google Shape;9046;p60"/>
            <p:cNvSpPr/>
            <p:nvPr/>
          </p:nvSpPr>
          <p:spPr>
            <a:xfrm>
              <a:off x="7585286" y="3507812"/>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47" name="Google Shape;9047;p60"/>
            <p:cNvSpPr/>
            <p:nvPr/>
          </p:nvSpPr>
          <p:spPr>
            <a:xfrm>
              <a:off x="7585286" y="3379883"/>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48" name="Google Shape;9048;p60"/>
            <p:cNvSpPr/>
            <p:nvPr/>
          </p:nvSpPr>
          <p:spPr>
            <a:xfrm>
              <a:off x="7585286" y="3251954"/>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49" name="Google Shape;9049;p60"/>
            <p:cNvSpPr/>
            <p:nvPr/>
          </p:nvSpPr>
          <p:spPr>
            <a:xfrm>
              <a:off x="7585286" y="3124024"/>
              <a:ext cx="540250" cy="137735"/>
            </a:xfrm>
            <a:custGeom>
              <a:avLst/>
              <a:gdLst/>
              <a:ahLst/>
              <a:cxnLst/>
              <a:rect l="l" t="t" r="r" b="b"/>
              <a:pathLst>
                <a:path w="21377" h="5450" extrusionOk="0">
                  <a:moveTo>
                    <a:pt x="0" y="1"/>
                  </a:moveTo>
                  <a:lnTo>
                    <a:pt x="0" y="5450"/>
                  </a:lnTo>
                  <a:lnTo>
                    <a:pt x="21376" y="5450"/>
                  </a:lnTo>
                  <a:lnTo>
                    <a:pt x="2137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50" name="Google Shape;9050;p60"/>
            <p:cNvSpPr/>
            <p:nvPr/>
          </p:nvSpPr>
          <p:spPr>
            <a:xfrm>
              <a:off x="7585286" y="3002716"/>
              <a:ext cx="540250" cy="131114"/>
            </a:xfrm>
            <a:custGeom>
              <a:avLst/>
              <a:gdLst/>
              <a:ahLst/>
              <a:cxnLst/>
              <a:rect l="l" t="t" r="r" b="b"/>
              <a:pathLst>
                <a:path w="21377" h="5188" extrusionOk="0">
                  <a:moveTo>
                    <a:pt x="0" y="0"/>
                  </a:moveTo>
                  <a:lnTo>
                    <a:pt x="0" y="5187"/>
                  </a:lnTo>
                  <a:lnTo>
                    <a:pt x="21376" y="5187"/>
                  </a:lnTo>
                  <a:lnTo>
                    <a:pt x="2137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051" name="Google Shape;9051;p60"/>
          <p:cNvGrpSpPr/>
          <p:nvPr/>
        </p:nvGrpSpPr>
        <p:grpSpPr>
          <a:xfrm>
            <a:off x="6530967" y="2825758"/>
            <a:ext cx="577856" cy="1566743"/>
            <a:chOff x="6530967" y="2825758"/>
            <a:chExt cx="577856" cy="1566743"/>
          </a:xfrm>
        </p:grpSpPr>
        <p:grpSp>
          <p:nvGrpSpPr>
            <p:cNvPr id="9052" name="Google Shape;9052;p60"/>
            <p:cNvGrpSpPr/>
            <p:nvPr/>
          </p:nvGrpSpPr>
          <p:grpSpPr>
            <a:xfrm>
              <a:off x="6530967" y="2825758"/>
              <a:ext cx="577856" cy="1566743"/>
              <a:chOff x="6530967" y="2825758"/>
              <a:chExt cx="577856" cy="1566743"/>
            </a:xfrm>
          </p:grpSpPr>
          <p:sp>
            <p:nvSpPr>
              <p:cNvPr id="9053" name="Google Shape;9053;p60"/>
              <p:cNvSpPr/>
              <p:nvPr/>
            </p:nvSpPr>
            <p:spPr>
              <a:xfrm>
                <a:off x="6624071" y="2830282"/>
                <a:ext cx="391673" cy="1562220"/>
              </a:xfrm>
              <a:custGeom>
                <a:avLst/>
                <a:gdLst/>
                <a:ahLst/>
                <a:cxnLst/>
                <a:rect l="l" t="t" r="r" b="b"/>
                <a:pathLst>
                  <a:path w="15498" h="61815" extrusionOk="0">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54" name="Google Shape;9054;p60"/>
              <p:cNvSpPr/>
              <p:nvPr/>
            </p:nvSpPr>
            <p:spPr>
              <a:xfrm>
                <a:off x="6530967" y="2825758"/>
                <a:ext cx="577856" cy="89389"/>
              </a:xfrm>
              <a:custGeom>
                <a:avLst/>
                <a:gdLst/>
                <a:ahLst/>
                <a:cxnLst/>
                <a:rect l="l" t="t" r="r" b="b"/>
                <a:pathLst>
                  <a:path w="22865" h="3537" extrusionOk="0">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055" name="Google Shape;9055;p60"/>
            <p:cNvSpPr/>
            <p:nvPr/>
          </p:nvSpPr>
          <p:spPr>
            <a:xfrm>
              <a:off x="6687278" y="3011107"/>
              <a:ext cx="265260" cy="1318188"/>
            </a:xfrm>
            <a:custGeom>
              <a:avLst/>
              <a:gdLst/>
              <a:ahLst/>
              <a:cxnLst/>
              <a:rect l="l" t="t" r="r" b="b"/>
              <a:pathLst>
                <a:path w="10496" h="52159" extrusionOk="0">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56" name="Google Shape;9056;p60"/>
            <p:cNvSpPr/>
            <p:nvPr/>
          </p:nvSpPr>
          <p:spPr>
            <a:xfrm>
              <a:off x="6687278" y="3325497"/>
              <a:ext cx="265260" cy="1003798"/>
            </a:xfrm>
            <a:custGeom>
              <a:avLst/>
              <a:gdLst/>
              <a:ahLst/>
              <a:cxnLst/>
              <a:rect l="l" t="t" r="r" b="b"/>
              <a:pathLst>
                <a:path w="10496" h="39719" extrusionOk="0">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57" name="Google Shape;9057;p60"/>
            <p:cNvSpPr/>
            <p:nvPr/>
          </p:nvSpPr>
          <p:spPr>
            <a:xfrm>
              <a:off x="6687278" y="3749089"/>
              <a:ext cx="265260" cy="580206"/>
            </a:xfrm>
            <a:custGeom>
              <a:avLst/>
              <a:gdLst/>
              <a:ahLst/>
              <a:cxnLst/>
              <a:rect l="l" t="t" r="r" b="b"/>
              <a:pathLst>
                <a:path w="10496" h="22958" extrusionOk="0">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58" name="Google Shape;9058;p60"/>
            <p:cNvSpPr/>
            <p:nvPr/>
          </p:nvSpPr>
          <p:spPr>
            <a:xfrm>
              <a:off x="6687278" y="4160980"/>
              <a:ext cx="265260" cy="168315"/>
            </a:xfrm>
            <a:custGeom>
              <a:avLst/>
              <a:gdLst/>
              <a:ahLst/>
              <a:cxnLst/>
              <a:rect l="l" t="t" r="r" b="b"/>
              <a:pathLst>
                <a:path w="10496" h="6660" extrusionOk="0">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059" name="Google Shape;9059;p60"/>
          <p:cNvSpPr/>
          <p:nvPr/>
        </p:nvSpPr>
        <p:spPr>
          <a:xfrm>
            <a:off x="6431526" y="1558993"/>
            <a:ext cx="402288" cy="1136125"/>
          </a:xfrm>
          <a:custGeom>
            <a:avLst/>
            <a:gdLst/>
            <a:ahLst/>
            <a:cxnLst/>
            <a:rect l="l" t="t" r="r" b="b"/>
            <a:pathLst>
              <a:path w="15918" h="44955" extrusionOk="0">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60" name="Google Shape;9060;p60"/>
          <p:cNvSpPr/>
          <p:nvPr/>
        </p:nvSpPr>
        <p:spPr>
          <a:xfrm>
            <a:off x="4811024" y="1580335"/>
            <a:ext cx="744629" cy="457685"/>
          </a:xfrm>
          <a:custGeom>
            <a:avLst/>
            <a:gdLst/>
            <a:ahLst/>
            <a:cxnLst/>
            <a:rect l="l" t="t" r="r" b="b"/>
            <a:pathLst>
              <a:path w="29464" h="18110" extrusionOk="0">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61" name="Google Shape;9061;p60"/>
          <p:cNvSpPr/>
          <p:nvPr/>
        </p:nvSpPr>
        <p:spPr>
          <a:xfrm>
            <a:off x="4768491" y="2118007"/>
            <a:ext cx="1074435" cy="439590"/>
          </a:xfrm>
          <a:custGeom>
            <a:avLst/>
            <a:gdLst/>
            <a:ahLst/>
            <a:cxnLst/>
            <a:rect l="l" t="t" r="r" b="b"/>
            <a:pathLst>
              <a:path w="42514" h="17394" extrusionOk="0">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062" name="Google Shape;9062;p60"/>
          <p:cNvGrpSpPr/>
          <p:nvPr/>
        </p:nvGrpSpPr>
        <p:grpSpPr>
          <a:xfrm>
            <a:off x="2882968" y="1560496"/>
            <a:ext cx="554302" cy="1133118"/>
            <a:chOff x="3039218" y="1560945"/>
            <a:chExt cx="554302" cy="1133118"/>
          </a:xfrm>
        </p:grpSpPr>
        <p:sp>
          <p:nvSpPr>
            <p:cNvPr id="9063" name="Google Shape;9063;p60"/>
            <p:cNvSpPr/>
            <p:nvPr/>
          </p:nvSpPr>
          <p:spPr>
            <a:xfrm>
              <a:off x="3067043" y="2114615"/>
              <a:ext cx="25904" cy="6925"/>
            </a:xfrm>
            <a:custGeom>
              <a:avLst/>
              <a:gdLst/>
              <a:ahLst/>
              <a:cxnLst/>
              <a:rect l="l" t="t" r="r" b="b"/>
              <a:pathLst>
                <a:path w="1025" h="274" extrusionOk="0">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64" name="Google Shape;9064;p60"/>
            <p:cNvSpPr/>
            <p:nvPr/>
          </p:nvSpPr>
          <p:spPr>
            <a:xfrm>
              <a:off x="3039218" y="2118482"/>
              <a:ext cx="30378" cy="19940"/>
            </a:xfrm>
            <a:custGeom>
              <a:avLst/>
              <a:gdLst/>
              <a:ahLst/>
              <a:cxnLst/>
              <a:rect l="l" t="t" r="r" b="b"/>
              <a:pathLst>
                <a:path w="1202" h="789" extrusionOk="0">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65" name="Google Shape;9065;p60"/>
            <p:cNvSpPr/>
            <p:nvPr/>
          </p:nvSpPr>
          <p:spPr>
            <a:xfrm>
              <a:off x="3062620" y="2148480"/>
              <a:ext cx="22543" cy="28078"/>
            </a:xfrm>
            <a:custGeom>
              <a:avLst/>
              <a:gdLst/>
              <a:ahLst/>
              <a:cxnLst/>
              <a:rect l="l" t="t" r="r" b="b"/>
              <a:pathLst>
                <a:path w="892" h="1111" extrusionOk="0">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66" name="Google Shape;9066;p60"/>
            <p:cNvSpPr/>
            <p:nvPr/>
          </p:nvSpPr>
          <p:spPr>
            <a:xfrm>
              <a:off x="3049554" y="2174309"/>
              <a:ext cx="22518" cy="28128"/>
            </a:xfrm>
            <a:custGeom>
              <a:avLst/>
              <a:gdLst/>
              <a:ahLst/>
              <a:cxnLst/>
              <a:rect l="l" t="t" r="r" b="b"/>
              <a:pathLst>
                <a:path w="891" h="1113" extrusionOk="0">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67" name="Google Shape;9067;p60"/>
            <p:cNvSpPr/>
            <p:nvPr/>
          </p:nvSpPr>
          <p:spPr>
            <a:xfrm>
              <a:off x="3059739" y="2185024"/>
              <a:ext cx="23478" cy="31717"/>
            </a:xfrm>
            <a:custGeom>
              <a:avLst/>
              <a:gdLst/>
              <a:ahLst/>
              <a:cxnLst/>
              <a:rect l="l" t="t" r="r" b="b"/>
              <a:pathLst>
                <a:path w="929" h="1255" extrusionOk="0">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68" name="Google Shape;9068;p60"/>
            <p:cNvSpPr/>
            <p:nvPr/>
          </p:nvSpPr>
          <p:spPr>
            <a:xfrm>
              <a:off x="3189741" y="2601161"/>
              <a:ext cx="123254" cy="92902"/>
            </a:xfrm>
            <a:custGeom>
              <a:avLst/>
              <a:gdLst/>
              <a:ahLst/>
              <a:cxnLst/>
              <a:rect l="l" t="t" r="r" b="b"/>
              <a:pathLst>
                <a:path w="4877" h="3676" extrusionOk="0">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69" name="Google Shape;9069;p60"/>
            <p:cNvSpPr/>
            <p:nvPr/>
          </p:nvSpPr>
          <p:spPr>
            <a:xfrm>
              <a:off x="3318353" y="2601161"/>
              <a:ext cx="123128" cy="92902"/>
            </a:xfrm>
            <a:custGeom>
              <a:avLst/>
              <a:gdLst/>
              <a:ahLst/>
              <a:cxnLst/>
              <a:rect l="l" t="t" r="r" b="b"/>
              <a:pathLst>
                <a:path w="4872" h="3676" extrusionOk="0">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70" name="Google Shape;9070;p60"/>
            <p:cNvSpPr/>
            <p:nvPr/>
          </p:nvSpPr>
          <p:spPr>
            <a:xfrm>
              <a:off x="3198814" y="1987343"/>
              <a:ext cx="235110" cy="126742"/>
            </a:xfrm>
            <a:custGeom>
              <a:avLst/>
              <a:gdLst/>
              <a:ahLst/>
              <a:cxnLst/>
              <a:rect l="l" t="t" r="r" b="b"/>
              <a:pathLst>
                <a:path w="9303" h="5015" extrusionOk="0">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71" name="Google Shape;9071;p60"/>
            <p:cNvSpPr/>
            <p:nvPr/>
          </p:nvSpPr>
          <p:spPr>
            <a:xfrm>
              <a:off x="3304301" y="2011327"/>
              <a:ext cx="25500" cy="16553"/>
            </a:xfrm>
            <a:custGeom>
              <a:avLst/>
              <a:gdLst/>
              <a:ahLst/>
              <a:cxnLst/>
              <a:rect l="l" t="t" r="r" b="b"/>
              <a:pathLst>
                <a:path w="1009" h="655" extrusionOk="0">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72" name="Google Shape;9072;p60"/>
            <p:cNvSpPr/>
            <p:nvPr/>
          </p:nvSpPr>
          <p:spPr>
            <a:xfrm>
              <a:off x="3304301" y="2005944"/>
              <a:ext cx="25500" cy="5560"/>
            </a:xfrm>
            <a:custGeom>
              <a:avLst/>
              <a:gdLst/>
              <a:ahLst/>
              <a:cxnLst/>
              <a:rect l="l" t="t" r="r" b="b"/>
              <a:pathLst>
                <a:path w="1009" h="220" extrusionOk="0">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73" name="Google Shape;9073;p60"/>
            <p:cNvSpPr/>
            <p:nvPr/>
          </p:nvSpPr>
          <p:spPr>
            <a:xfrm>
              <a:off x="3304301" y="1989441"/>
              <a:ext cx="25500" cy="16402"/>
            </a:xfrm>
            <a:custGeom>
              <a:avLst/>
              <a:gdLst/>
              <a:ahLst/>
              <a:cxnLst/>
              <a:rect l="l" t="t" r="r" b="b"/>
              <a:pathLst>
                <a:path w="1009" h="649" extrusionOk="0">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74" name="Google Shape;9074;p60"/>
            <p:cNvSpPr/>
            <p:nvPr/>
          </p:nvSpPr>
          <p:spPr>
            <a:xfrm>
              <a:off x="3304301" y="1984058"/>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75" name="Google Shape;9075;p60"/>
            <p:cNvSpPr/>
            <p:nvPr/>
          </p:nvSpPr>
          <p:spPr>
            <a:xfrm>
              <a:off x="3304301" y="1967555"/>
              <a:ext cx="25500" cy="16402"/>
            </a:xfrm>
            <a:custGeom>
              <a:avLst/>
              <a:gdLst/>
              <a:ahLst/>
              <a:cxnLst/>
              <a:rect l="l" t="t" r="r" b="b"/>
              <a:pathLst>
                <a:path w="1009" h="649" extrusionOk="0">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76" name="Google Shape;9076;p60"/>
            <p:cNvSpPr/>
            <p:nvPr/>
          </p:nvSpPr>
          <p:spPr>
            <a:xfrm>
              <a:off x="3304301" y="1962045"/>
              <a:ext cx="25500" cy="5535"/>
            </a:xfrm>
            <a:custGeom>
              <a:avLst/>
              <a:gdLst/>
              <a:ahLst/>
              <a:cxnLst/>
              <a:rect l="l" t="t" r="r" b="b"/>
              <a:pathLst>
                <a:path w="1009" h="219" extrusionOk="0">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77" name="Google Shape;9077;p60"/>
            <p:cNvSpPr/>
            <p:nvPr/>
          </p:nvSpPr>
          <p:spPr>
            <a:xfrm>
              <a:off x="3304301" y="1945643"/>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78" name="Google Shape;9078;p60"/>
            <p:cNvSpPr/>
            <p:nvPr/>
          </p:nvSpPr>
          <p:spPr>
            <a:xfrm>
              <a:off x="3304301" y="1940134"/>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79" name="Google Shape;9079;p60"/>
            <p:cNvSpPr/>
            <p:nvPr/>
          </p:nvSpPr>
          <p:spPr>
            <a:xfrm>
              <a:off x="3304301" y="1923757"/>
              <a:ext cx="25500" cy="16402"/>
            </a:xfrm>
            <a:custGeom>
              <a:avLst/>
              <a:gdLst/>
              <a:ahLst/>
              <a:cxnLst/>
              <a:rect l="l" t="t" r="r" b="b"/>
              <a:pathLst>
                <a:path w="1009" h="649" extrusionOk="0">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80" name="Google Shape;9080;p60"/>
            <p:cNvSpPr/>
            <p:nvPr/>
          </p:nvSpPr>
          <p:spPr>
            <a:xfrm>
              <a:off x="3304301" y="1918248"/>
              <a:ext cx="25500" cy="5535"/>
            </a:xfrm>
            <a:custGeom>
              <a:avLst/>
              <a:gdLst/>
              <a:ahLst/>
              <a:cxnLst/>
              <a:rect l="l" t="t" r="r" b="b"/>
              <a:pathLst>
                <a:path w="1009" h="219" extrusionOk="0">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81" name="Google Shape;9081;p60"/>
            <p:cNvSpPr/>
            <p:nvPr/>
          </p:nvSpPr>
          <p:spPr>
            <a:xfrm>
              <a:off x="3304301" y="1901846"/>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82" name="Google Shape;9082;p60"/>
            <p:cNvSpPr/>
            <p:nvPr/>
          </p:nvSpPr>
          <p:spPr>
            <a:xfrm>
              <a:off x="3304301" y="1896337"/>
              <a:ext cx="25500" cy="5535"/>
            </a:xfrm>
            <a:custGeom>
              <a:avLst/>
              <a:gdLst/>
              <a:ahLst/>
              <a:cxnLst/>
              <a:rect l="l" t="t" r="r" b="b"/>
              <a:pathLst>
                <a:path w="1009" h="219" extrusionOk="0">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83" name="Google Shape;9083;p60"/>
            <p:cNvSpPr/>
            <p:nvPr/>
          </p:nvSpPr>
          <p:spPr>
            <a:xfrm>
              <a:off x="3304301" y="1879960"/>
              <a:ext cx="25500" cy="16402"/>
            </a:xfrm>
            <a:custGeom>
              <a:avLst/>
              <a:gdLst/>
              <a:ahLst/>
              <a:cxnLst/>
              <a:rect l="l" t="t" r="r" b="b"/>
              <a:pathLst>
                <a:path w="1009" h="649" extrusionOk="0">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84" name="Google Shape;9084;p60"/>
            <p:cNvSpPr/>
            <p:nvPr/>
          </p:nvSpPr>
          <p:spPr>
            <a:xfrm>
              <a:off x="3304301" y="1874451"/>
              <a:ext cx="25500" cy="5535"/>
            </a:xfrm>
            <a:custGeom>
              <a:avLst/>
              <a:gdLst/>
              <a:ahLst/>
              <a:cxnLst/>
              <a:rect l="l" t="t" r="r" b="b"/>
              <a:pathLst>
                <a:path w="1009" h="219" extrusionOk="0">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85" name="Google Shape;9085;p60"/>
            <p:cNvSpPr/>
            <p:nvPr/>
          </p:nvSpPr>
          <p:spPr>
            <a:xfrm>
              <a:off x="3304301" y="1858074"/>
              <a:ext cx="25500" cy="16402"/>
            </a:xfrm>
            <a:custGeom>
              <a:avLst/>
              <a:gdLst/>
              <a:ahLst/>
              <a:cxnLst/>
              <a:rect l="l" t="t" r="r" b="b"/>
              <a:pathLst>
                <a:path w="1009" h="649" extrusionOk="0">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86" name="Google Shape;9086;p60"/>
            <p:cNvSpPr/>
            <p:nvPr/>
          </p:nvSpPr>
          <p:spPr>
            <a:xfrm>
              <a:off x="3304301" y="1852539"/>
              <a:ext cx="25500" cy="5560"/>
            </a:xfrm>
            <a:custGeom>
              <a:avLst/>
              <a:gdLst/>
              <a:ahLst/>
              <a:cxnLst/>
              <a:rect l="l" t="t" r="r" b="b"/>
              <a:pathLst>
                <a:path w="1009" h="220" extrusionOk="0">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87" name="Google Shape;9087;p60"/>
            <p:cNvSpPr/>
            <p:nvPr/>
          </p:nvSpPr>
          <p:spPr>
            <a:xfrm>
              <a:off x="3304301" y="1836036"/>
              <a:ext cx="25500" cy="16402"/>
            </a:xfrm>
            <a:custGeom>
              <a:avLst/>
              <a:gdLst/>
              <a:ahLst/>
              <a:cxnLst/>
              <a:rect l="l" t="t" r="r" b="b"/>
              <a:pathLst>
                <a:path w="1009" h="649" extrusionOk="0">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88" name="Google Shape;9088;p60"/>
            <p:cNvSpPr/>
            <p:nvPr/>
          </p:nvSpPr>
          <p:spPr>
            <a:xfrm>
              <a:off x="3304301" y="1830527"/>
              <a:ext cx="25500" cy="5535"/>
            </a:xfrm>
            <a:custGeom>
              <a:avLst/>
              <a:gdLst/>
              <a:ahLst/>
              <a:cxnLst/>
              <a:rect l="l" t="t" r="r" b="b"/>
              <a:pathLst>
                <a:path w="1009" h="219" extrusionOk="0">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89" name="Google Shape;9089;p60"/>
            <p:cNvSpPr/>
            <p:nvPr/>
          </p:nvSpPr>
          <p:spPr>
            <a:xfrm>
              <a:off x="3304301" y="1814125"/>
              <a:ext cx="25500" cy="16427"/>
            </a:xfrm>
            <a:custGeom>
              <a:avLst/>
              <a:gdLst/>
              <a:ahLst/>
              <a:cxnLst/>
              <a:rect l="l" t="t" r="r" b="b"/>
              <a:pathLst>
                <a:path w="1009" h="650" extrusionOk="0">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90" name="Google Shape;9090;p60"/>
            <p:cNvSpPr/>
            <p:nvPr/>
          </p:nvSpPr>
          <p:spPr>
            <a:xfrm>
              <a:off x="3304301" y="1808616"/>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91" name="Google Shape;9091;p60"/>
            <p:cNvSpPr/>
            <p:nvPr/>
          </p:nvSpPr>
          <p:spPr>
            <a:xfrm>
              <a:off x="3304301" y="1792239"/>
              <a:ext cx="25500" cy="16402"/>
            </a:xfrm>
            <a:custGeom>
              <a:avLst/>
              <a:gdLst/>
              <a:ahLst/>
              <a:cxnLst/>
              <a:rect l="l" t="t" r="r" b="b"/>
              <a:pathLst>
                <a:path w="1009" h="649" extrusionOk="0">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92" name="Google Shape;9092;p60"/>
            <p:cNvSpPr/>
            <p:nvPr/>
          </p:nvSpPr>
          <p:spPr>
            <a:xfrm>
              <a:off x="3304301" y="1786730"/>
              <a:ext cx="25500" cy="5535"/>
            </a:xfrm>
            <a:custGeom>
              <a:avLst/>
              <a:gdLst/>
              <a:ahLst/>
              <a:cxnLst/>
              <a:rect l="l" t="t" r="r" b="b"/>
              <a:pathLst>
                <a:path w="1009" h="219" extrusionOk="0">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93" name="Google Shape;9093;p60"/>
            <p:cNvSpPr/>
            <p:nvPr/>
          </p:nvSpPr>
          <p:spPr>
            <a:xfrm>
              <a:off x="3304301" y="1770353"/>
              <a:ext cx="25500" cy="16402"/>
            </a:xfrm>
            <a:custGeom>
              <a:avLst/>
              <a:gdLst/>
              <a:ahLst/>
              <a:cxnLst/>
              <a:rect l="l" t="t" r="r" b="b"/>
              <a:pathLst>
                <a:path w="1009" h="649" extrusionOk="0">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94" name="Google Shape;9094;p60"/>
            <p:cNvSpPr/>
            <p:nvPr/>
          </p:nvSpPr>
          <p:spPr>
            <a:xfrm>
              <a:off x="3304301" y="1764819"/>
              <a:ext cx="25500" cy="5560"/>
            </a:xfrm>
            <a:custGeom>
              <a:avLst/>
              <a:gdLst/>
              <a:ahLst/>
              <a:cxnLst/>
              <a:rect l="l" t="t" r="r" b="b"/>
              <a:pathLst>
                <a:path w="1009" h="220" extrusionOk="0">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95" name="Google Shape;9095;p60"/>
            <p:cNvSpPr/>
            <p:nvPr/>
          </p:nvSpPr>
          <p:spPr>
            <a:xfrm>
              <a:off x="3304301" y="1748442"/>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96" name="Google Shape;9096;p60"/>
            <p:cNvSpPr/>
            <p:nvPr/>
          </p:nvSpPr>
          <p:spPr>
            <a:xfrm>
              <a:off x="3304301" y="1742933"/>
              <a:ext cx="25500" cy="5535"/>
            </a:xfrm>
            <a:custGeom>
              <a:avLst/>
              <a:gdLst/>
              <a:ahLst/>
              <a:cxnLst/>
              <a:rect l="l" t="t" r="r" b="b"/>
              <a:pathLst>
                <a:path w="1009" h="219" extrusionOk="0">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97" name="Google Shape;9097;p60"/>
            <p:cNvSpPr/>
            <p:nvPr/>
          </p:nvSpPr>
          <p:spPr>
            <a:xfrm>
              <a:off x="3304301" y="1726556"/>
              <a:ext cx="25500" cy="16402"/>
            </a:xfrm>
            <a:custGeom>
              <a:avLst/>
              <a:gdLst/>
              <a:ahLst/>
              <a:cxnLst/>
              <a:rect l="l" t="t" r="r" b="b"/>
              <a:pathLst>
                <a:path w="1009" h="649" extrusionOk="0">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98" name="Google Shape;9098;p60"/>
            <p:cNvSpPr/>
            <p:nvPr/>
          </p:nvSpPr>
          <p:spPr>
            <a:xfrm>
              <a:off x="3304301" y="1721047"/>
              <a:ext cx="25500" cy="5535"/>
            </a:xfrm>
            <a:custGeom>
              <a:avLst/>
              <a:gdLst/>
              <a:ahLst/>
              <a:cxnLst/>
              <a:rect l="l" t="t" r="r" b="b"/>
              <a:pathLst>
                <a:path w="1009" h="219" extrusionOk="0">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099" name="Google Shape;9099;p60"/>
            <p:cNvSpPr/>
            <p:nvPr/>
          </p:nvSpPr>
          <p:spPr>
            <a:xfrm>
              <a:off x="3304301" y="1704645"/>
              <a:ext cx="25500" cy="16427"/>
            </a:xfrm>
            <a:custGeom>
              <a:avLst/>
              <a:gdLst/>
              <a:ahLst/>
              <a:cxnLst/>
              <a:rect l="l" t="t" r="r" b="b"/>
              <a:pathLst>
                <a:path w="1009" h="650" extrusionOk="0">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00" name="Google Shape;9100;p60"/>
            <p:cNvSpPr/>
            <p:nvPr/>
          </p:nvSpPr>
          <p:spPr>
            <a:xfrm>
              <a:off x="3329776" y="1994116"/>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01" name="Google Shape;9101;p60"/>
            <p:cNvSpPr/>
            <p:nvPr/>
          </p:nvSpPr>
          <p:spPr>
            <a:xfrm>
              <a:off x="3295077" y="1994116"/>
              <a:ext cx="9654" cy="7203"/>
            </a:xfrm>
            <a:custGeom>
              <a:avLst/>
              <a:gdLst/>
              <a:ahLst/>
              <a:cxnLst/>
              <a:rect l="l" t="t" r="r" b="b"/>
              <a:pathLst>
                <a:path w="382" h="285" extrusionOk="0">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02" name="Google Shape;9102;p60"/>
            <p:cNvSpPr/>
            <p:nvPr/>
          </p:nvSpPr>
          <p:spPr>
            <a:xfrm>
              <a:off x="3329776" y="1972230"/>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03" name="Google Shape;9103;p60"/>
            <p:cNvSpPr/>
            <p:nvPr/>
          </p:nvSpPr>
          <p:spPr>
            <a:xfrm>
              <a:off x="3294950" y="1972230"/>
              <a:ext cx="9654" cy="7177"/>
            </a:xfrm>
            <a:custGeom>
              <a:avLst/>
              <a:gdLst/>
              <a:ahLst/>
              <a:cxnLst/>
              <a:rect l="l" t="t" r="r" b="b"/>
              <a:pathLst>
                <a:path w="382" h="284" extrusionOk="0">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04" name="Google Shape;9104;p60"/>
            <p:cNvSpPr/>
            <p:nvPr/>
          </p:nvSpPr>
          <p:spPr>
            <a:xfrm>
              <a:off x="3329776" y="1950319"/>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05" name="Google Shape;9105;p60"/>
            <p:cNvSpPr/>
            <p:nvPr/>
          </p:nvSpPr>
          <p:spPr>
            <a:xfrm>
              <a:off x="3294950" y="1950319"/>
              <a:ext cx="9654" cy="7203"/>
            </a:xfrm>
            <a:custGeom>
              <a:avLst/>
              <a:gdLst/>
              <a:ahLst/>
              <a:cxnLst/>
              <a:rect l="l" t="t" r="r" b="b"/>
              <a:pathLst>
                <a:path w="382" h="285" extrusionOk="0">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06" name="Google Shape;9106;p60"/>
            <p:cNvSpPr/>
            <p:nvPr/>
          </p:nvSpPr>
          <p:spPr>
            <a:xfrm>
              <a:off x="3329776" y="1928306"/>
              <a:ext cx="9401" cy="7177"/>
            </a:xfrm>
            <a:custGeom>
              <a:avLst/>
              <a:gdLst/>
              <a:ahLst/>
              <a:cxnLst/>
              <a:rect l="l" t="t" r="r" b="b"/>
              <a:pathLst>
                <a:path w="372" h="284" extrusionOk="0">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07" name="Google Shape;9107;p60"/>
            <p:cNvSpPr/>
            <p:nvPr/>
          </p:nvSpPr>
          <p:spPr>
            <a:xfrm>
              <a:off x="3294950" y="1928306"/>
              <a:ext cx="9654" cy="7177"/>
            </a:xfrm>
            <a:custGeom>
              <a:avLst/>
              <a:gdLst/>
              <a:ahLst/>
              <a:cxnLst/>
              <a:rect l="l" t="t" r="r" b="b"/>
              <a:pathLst>
                <a:path w="382" h="284" extrusionOk="0">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08" name="Google Shape;9108;p60"/>
            <p:cNvSpPr/>
            <p:nvPr/>
          </p:nvSpPr>
          <p:spPr>
            <a:xfrm>
              <a:off x="3329776" y="1906395"/>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09" name="Google Shape;9109;p60"/>
            <p:cNvSpPr/>
            <p:nvPr/>
          </p:nvSpPr>
          <p:spPr>
            <a:xfrm>
              <a:off x="3294950" y="1906395"/>
              <a:ext cx="9654" cy="7203"/>
            </a:xfrm>
            <a:custGeom>
              <a:avLst/>
              <a:gdLst/>
              <a:ahLst/>
              <a:cxnLst/>
              <a:rect l="l" t="t" r="r" b="b"/>
              <a:pathLst>
                <a:path w="382" h="285" extrusionOk="0">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10" name="Google Shape;9110;p60"/>
            <p:cNvSpPr/>
            <p:nvPr/>
          </p:nvSpPr>
          <p:spPr>
            <a:xfrm>
              <a:off x="3329776" y="1884509"/>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11" name="Google Shape;9111;p60"/>
            <p:cNvSpPr/>
            <p:nvPr/>
          </p:nvSpPr>
          <p:spPr>
            <a:xfrm>
              <a:off x="3294950" y="1884509"/>
              <a:ext cx="9654" cy="7329"/>
            </a:xfrm>
            <a:custGeom>
              <a:avLst/>
              <a:gdLst/>
              <a:ahLst/>
              <a:cxnLst/>
              <a:rect l="l" t="t" r="r" b="b"/>
              <a:pathLst>
                <a:path w="382" h="290" extrusionOk="0">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12" name="Google Shape;9112;p60"/>
            <p:cNvSpPr/>
            <p:nvPr/>
          </p:nvSpPr>
          <p:spPr>
            <a:xfrm>
              <a:off x="3329776" y="1862598"/>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13" name="Google Shape;9113;p60"/>
            <p:cNvSpPr/>
            <p:nvPr/>
          </p:nvSpPr>
          <p:spPr>
            <a:xfrm>
              <a:off x="3294950" y="1862598"/>
              <a:ext cx="9654" cy="7203"/>
            </a:xfrm>
            <a:custGeom>
              <a:avLst/>
              <a:gdLst/>
              <a:ahLst/>
              <a:cxnLst/>
              <a:rect l="l" t="t" r="r" b="b"/>
              <a:pathLst>
                <a:path w="382" h="285" extrusionOk="0">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14" name="Google Shape;9114;p60"/>
            <p:cNvSpPr/>
            <p:nvPr/>
          </p:nvSpPr>
          <p:spPr>
            <a:xfrm>
              <a:off x="3329776" y="1840712"/>
              <a:ext cx="9401" cy="7177"/>
            </a:xfrm>
            <a:custGeom>
              <a:avLst/>
              <a:gdLst/>
              <a:ahLst/>
              <a:cxnLst/>
              <a:rect l="l" t="t" r="r" b="b"/>
              <a:pathLst>
                <a:path w="372" h="284" extrusionOk="0">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15" name="Google Shape;9115;p60"/>
            <p:cNvSpPr/>
            <p:nvPr/>
          </p:nvSpPr>
          <p:spPr>
            <a:xfrm>
              <a:off x="3294950" y="1840712"/>
              <a:ext cx="9654" cy="7177"/>
            </a:xfrm>
            <a:custGeom>
              <a:avLst/>
              <a:gdLst/>
              <a:ahLst/>
              <a:cxnLst/>
              <a:rect l="l" t="t" r="r" b="b"/>
              <a:pathLst>
                <a:path w="382" h="284" extrusionOk="0">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16" name="Google Shape;9116;p60"/>
            <p:cNvSpPr/>
            <p:nvPr/>
          </p:nvSpPr>
          <p:spPr>
            <a:xfrm>
              <a:off x="3329776" y="1818826"/>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17" name="Google Shape;9117;p60"/>
            <p:cNvSpPr/>
            <p:nvPr/>
          </p:nvSpPr>
          <p:spPr>
            <a:xfrm>
              <a:off x="3294950" y="1818826"/>
              <a:ext cx="9654" cy="7177"/>
            </a:xfrm>
            <a:custGeom>
              <a:avLst/>
              <a:gdLst/>
              <a:ahLst/>
              <a:cxnLst/>
              <a:rect l="l" t="t" r="r" b="b"/>
              <a:pathLst>
                <a:path w="382" h="284" extrusionOk="0">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18" name="Google Shape;9118;p60"/>
            <p:cNvSpPr/>
            <p:nvPr/>
          </p:nvSpPr>
          <p:spPr>
            <a:xfrm>
              <a:off x="3329776" y="1796915"/>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19" name="Google Shape;9119;p60"/>
            <p:cNvSpPr/>
            <p:nvPr/>
          </p:nvSpPr>
          <p:spPr>
            <a:xfrm>
              <a:off x="3294950" y="1796915"/>
              <a:ext cx="9654" cy="7051"/>
            </a:xfrm>
            <a:custGeom>
              <a:avLst/>
              <a:gdLst/>
              <a:ahLst/>
              <a:cxnLst/>
              <a:rect l="l" t="t" r="r" b="b"/>
              <a:pathLst>
                <a:path w="382" h="279" extrusionOk="0">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20" name="Google Shape;9120;p60"/>
            <p:cNvSpPr/>
            <p:nvPr/>
          </p:nvSpPr>
          <p:spPr>
            <a:xfrm>
              <a:off x="3329776" y="1774877"/>
              <a:ext cx="9401" cy="7203"/>
            </a:xfrm>
            <a:custGeom>
              <a:avLst/>
              <a:gdLst/>
              <a:ahLst/>
              <a:cxnLst/>
              <a:rect l="l" t="t" r="r" b="b"/>
              <a:pathLst>
                <a:path w="372" h="285" extrusionOk="0">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21" name="Google Shape;9121;p60"/>
            <p:cNvSpPr/>
            <p:nvPr/>
          </p:nvSpPr>
          <p:spPr>
            <a:xfrm>
              <a:off x="3294950" y="1774877"/>
              <a:ext cx="9654" cy="7203"/>
            </a:xfrm>
            <a:custGeom>
              <a:avLst/>
              <a:gdLst/>
              <a:ahLst/>
              <a:cxnLst/>
              <a:rect l="l" t="t" r="r" b="b"/>
              <a:pathLst>
                <a:path w="382" h="285" extrusionOk="0">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22" name="Google Shape;9122;p60"/>
            <p:cNvSpPr/>
            <p:nvPr/>
          </p:nvSpPr>
          <p:spPr>
            <a:xfrm>
              <a:off x="3329776" y="1752991"/>
              <a:ext cx="9401" cy="7177"/>
            </a:xfrm>
            <a:custGeom>
              <a:avLst/>
              <a:gdLst/>
              <a:ahLst/>
              <a:cxnLst/>
              <a:rect l="l" t="t" r="r" b="b"/>
              <a:pathLst>
                <a:path w="372" h="284" extrusionOk="0">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23" name="Google Shape;9123;p60"/>
            <p:cNvSpPr/>
            <p:nvPr/>
          </p:nvSpPr>
          <p:spPr>
            <a:xfrm>
              <a:off x="3295077" y="1752991"/>
              <a:ext cx="9654" cy="7329"/>
            </a:xfrm>
            <a:custGeom>
              <a:avLst/>
              <a:gdLst/>
              <a:ahLst/>
              <a:cxnLst/>
              <a:rect l="l" t="t" r="r" b="b"/>
              <a:pathLst>
                <a:path w="382" h="290" extrusionOk="0">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24" name="Google Shape;9124;p60"/>
            <p:cNvSpPr/>
            <p:nvPr/>
          </p:nvSpPr>
          <p:spPr>
            <a:xfrm>
              <a:off x="3329776" y="1731105"/>
              <a:ext cx="9401" cy="7177"/>
            </a:xfrm>
            <a:custGeom>
              <a:avLst/>
              <a:gdLst/>
              <a:ahLst/>
              <a:cxnLst/>
              <a:rect l="l" t="t" r="r" b="b"/>
              <a:pathLst>
                <a:path w="372" h="284" extrusionOk="0">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25" name="Google Shape;9125;p60"/>
            <p:cNvSpPr/>
            <p:nvPr/>
          </p:nvSpPr>
          <p:spPr>
            <a:xfrm>
              <a:off x="3294950" y="1731105"/>
              <a:ext cx="9654" cy="7177"/>
            </a:xfrm>
            <a:custGeom>
              <a:avLst/>
              <a:gdLst/>
              <a:ahLst/>
              <a:cxnLst/>
              <a:rect l="l" t="t" r="r" b="b"/>
              <a:pathLst>
                <a:path w="382" h="284" extrusionOk="0">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26" name="Google Shape;9126;p60"/>
            <p:cNvSpPr/>
            <p:nvPr/>
          </p:nvSpPr>
          <p:spPr>
            <a:xfrm>
              <a:off x="3329776" y="1709194"/>
              <a:ext cx="9401" cy="7203"/>
            </a:xfrm>
            <a:custGeom>
              <a:avLst/>
              <a:gdLst/>
              <a:ahLst/>
              <a:cxnLst/>
              <a:rect l="l" t="t" r="r" b="b"/>
              <a:pathLst>
                <a:path w="372" h="285" extrusionOk="0">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27" name="Google Shape;9127;p60"/>
            <p:cNvSpPr/>
            <p:nvPr/>
          </p:nvSpPr>
          <p:spPr>
            <a:xfrm>
              <a:off x="3294950" y="1709194"/>
              <a:ext cx="9654" cy="7203"/>
            </a:xfrm>
            <a:custGeom>
              <a:avLst/>
              <a:gdLst/>
              <a:ahLst/>
              <a:cxnLst/>
              <a:rect l="l" t="t" r="r" b="b"/>
              <a:pathLst>
                <a:path w="382" h="285" extrusionOk="0">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28" name="Google Shape;9128;p60"/>
            <p:cNvSpPr/>
            <p:nvPr/>
          </p:nvSpPr>
          <p:spPr>
            <a:xfrm>
              <a:off x="3190246" y="1739344"/>
              <a:ext cx="127626" cy="81706"/>
            </a:xfrm>
            <a:custGeom>
              <a:avLst/>
              <a:gdLst/>
              <a:ahLst/>
              <a:cxnLst/>
              <a:rect l="l" t="t" r="r" b="b"/>
              <a:pathLst>
                <a:path w="5050" h="3233" extrusionOk="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29" name="Google Shape;9129;p60"/>
            <p:cNvSpPr/>
            <p:nvPr/>
          </p:nvSpPr>
          <p:spPr>
            <a:xfrm>
              <a:off x="3314865" y="1739344"/>
              <a:ext cx="127778" cy="81706"/>
            </a:xfrm>
            <a:custGeom>
              <a:avLst/>
              <a:gdLst/>
              <a:ahLst/>
              <a:cxnLst/>
              <a:rect l="l" t="t" r="r" b="b"/>
              <a:pathLst>
                <a:path w="5056" h="3233" extrusionOk="0">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30" name="Google Shape;9130;p60"/>
            <p:cNvSpPr/>
            <p:nvPr/>
          </p:nvSpPr>
          <p:spPr>
            <a:xfrm>
              <a:off x="3240690" y="2052799"/>
              <a:ext cx="30175" cy="54134"/>
            </a:xfrm>
            <a:custGeom>
              <a:avLst/>
              <a:gdLst/>
              <a:ahLst/>
              <a:cxnLst/>
              <a:rect l="l" t="t" r="r" b="b"/>
              <a:pathLst>
                <a:path w="1194" h="2142" extrusionOk="0">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31" name="Google Shape;9131;p60"/>
            <p:cNvSpPr/>
            <p:nvPr/>
          </p:nvSpPr>
          <p:spPr>
            <a:xfrm>
              <a:off x="3186556" y="1765299"/>
              <a:ext cx="34446" cy="33663"/>
            </a:xfrm>
            <a:custGeom>
              <a:avLst/>
              <a:gdLst/>
              <a:ahLst/>
              <a:cxnLst/>
              <a:rect l="l" t="t" r="r" b="b"/>
              <a:pathLst>
                <a:path w="1363" h="1332" extrusionOk="0">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32" name="Google Shape;9132;p60"/>
            <p:cNvSpPr/>
            <p:nvPr/>
          </p:nvSpPr>
          <p:spPr>
            <a:xfrm>
              <a:off x="3144023" y="1950799"/>
              <a:ext cx="37479" cy="24818"/>
            </a:xfrm>
            <a:custGeom>
              <a:avLst/>
              <a:gdLst/>
              <a:ahLst/>
              <a:cxnLst/>
              <a:rect l="l" t="t" r="r" b="b"/>
              <a:pathLst>
                <a:path w="1483" h="982" extrusionOk="0">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33" name="Google Shape;9133;p60"/>
            <p:cNvSpPr/>
            <p:nvPr/>
          </p:nvSpPr>
          <p:spPr>
            <a:xfrm>
              <a:off x="3259265" y="2344595"/>
              <a:ext cx="40941" cy="40916"/>
            </a:xfrm>
            <a:custGeom>
              <a:avLst/>
              <a:gdLst/>
              <a:ahLst/>
              <a:cxnLst/>
              <a:rect l="l" t="t" r="r" b="b"/>
              <a:pathLst>
                <a:path w="1620" h="1619" extrusionOk="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34" name="Google Shape;9134;p60"/>
            <p:cNvSpPr/>
            <p:nvPr/>
          </p:nvSpPr>
          <p:spPr>
            <a:xfrm>
              <a:off x="3089889" y="2102737"/>
              <a:ext cx="44101" cy="29442"/>
            </a:xfrm>
            <a:custGeom>
              <a:avLst/>
              <a:gdLst/>
              <a:ahLst/>
              <a:cxnLst/>
              <a:rect l="l" t="t" r="r" b="b"/>
              <a:pathLst>
                <a:path w="1745" h="1165" extrusionOk="0">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35" name="Google Shape;9135;p60"/>
            <p:cNvSpPr/>
            <p:nvPr/>
          </p:nvSpPr>
          <p:spPr>
            <a:xfrm>
              <a:off x="3138665" y="1770176"/>
              <a:ext cx="77207" cy="195407"/>
            </a:xfrm>
            <a:custGeom>
              <a:avLst/>
              <a:gdLst/>
              <a:ahLst/>
              <a:cxnLst/>
              <a:rect l="l" t="t" r="r" b="b"/>
              <a:pathLst>
                <a:path w="3055" h="7732" extrusionOk="0">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36" name="Google Shape;9136;p60"/>
            <p:cNvSpPr/>
            <p:nvPr/>
          </p:nvSpPr>
          <p:spPr>
            <a:xfrm>
              <a:off x="3097875" y="1963157"/>
              <a:ext cx="80468" cy="150826"/>
            </a:xfrm>
            <a:custGeom>
              <a:avLst/>
              <a:gdLst/>
              <a:ahLst/>
              <a:cxnLst/>
              <a:rect l="l" t="t" r="r" b="b"/>
              <a:pathLst>
                <a:path w="3184" h="5968" extrusionOk="0">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37" name="Google Shape;9137;p60"/>
            <p:cNvSpPr/>
            <p:nvPr/>
          </p:nvSpPr>
          <p:spPr>
            <a:xfrm>
              <a:off x="3075711" y="2121414"/>
              <a:ext cx="22543" cy="28128"/>
            </a:xfrm>
            <a:custGeom>
              <a:avLst/>
              <a:gdLst/>
              <a:ahLst/>
              <a:cxnLst/>
              <a:rect l="l" t="t" r="r" b="b"/>
              <a:pathLst>
                <a:path w="892" h="1113" extrusionOk="0">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38" name="Google Shape;9138;p60"/>
            <p:cNvSpPr/>
            <p:nvPr/>
          </p:nvSpPr>
          <p:spPr>
            <a:xfrm>
              <a:off x="3085214" y="2125129"/>
              <a:ext cx="23630" cy="31692"/>
            </a:xfrm>
            <a:custGeom>
              <a:avLst/>
              <a:gdLst/>
              <a:ahLst/>
              <a:cxnLst/>
              <a:rect l="l" t="t" r="r" b="b"/>
              <a:pathLst>
                <a:path w="935" h="1254" extrusionOk="0">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39" name="Google Shape;9139;p60"/>
            <p:cNvSpPr/>
            <p:nvPr/>
          </p:nvSpPr>
          <p:spPr>
            <a:xfrm>
              <a:off x="3072527" y="2155708"/>
              <a:ext cx="23503" cy="31818"/>
            </a:xfrm>
            <a:custGeom>
              <a:avLst/>
              <a:gdLst/>
              <a:ahLst/>
              <a:cxnLst/>
              <a:rect l="l" t="t" r="r" b="b"/>
              <a:pathLst>
                <a:path w="930" h="1259" extrusionOk="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40" name="Google Shape;9140;p60"/>
            <p:cNvSpPr/>
            <p:nvPr/>
          </p:nvSpPr>
          <p:spPr>
            <a:xfrm>
              <a:off x="3098836" y="2129349"/>
              <a:ext cx="18980" cy="29594"/>
            </a:xfrm>
            <a:custGeom>
              <a:avLst/>
              <a:gdLst/>
              <a:ahLst/>
              <a:cxnLst/>
              <a:rect l="l" t="t" r="r" b="b"/>
              <a:pathLst>
                <a:path w="751" h="1171" extrusionOk="0">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41" name="Google Shape;9141;p60"/>
            <p:cNvSpPr/>
            <p:nvPr/>
          </p:nvSpPr>
          <p:spPr>
            <a:xfrm>
              <a:off x="3090041" y="2158033"/>
              <a:ext cx="18954" cy="29695"/>
            </a:xfrm>
            <a:custGeom>
              <a:avLst/>
              <a:gdLst/>
              <a:ahLst/>
              <a:cxnLst/>
              <a:rect l="l" t="t" r="r" b="b"/>
              <a:pathLst>
                <a:path w="750" h="1175" extrusionOk="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42" name="Google Shape;9142;p60"/>
            <p:cNvSpPr/>
            <p:nvPr/>
          </p:nvSpPr>
          <p:spPr>
            <a:xfrm>
              <a:off x="3080943" y="2185479"/>
              <a:ext cx="18980" cy="29645"/>
            </a:xfrm>
            <a:custGeom>
              <a:avLst/>
              <a:gdLst/>
              <a:ahLst/>
              <a:cxnLst/>
              <a:rect l="l" t="t" r="r" b="b"/>
              <a:pathLst>
                <a:path w="751" h="1173" extrusionOk="0">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43" name="Google Shape;9143;p60"/>
            <p:cNvSpPr/>
            <p:nvPr/>
          </p:nvSpPr>
          <p:spPr>
            <a:xfrm>
              <a:off x="3113569" y="2129349"/>
              <a:ext cx="14178" cy="25272"/>
            </a:xfrm>
            <a:custGeom>
              <a:avLst/>
              <a:gdLst/>
              <a:ahLst/>
              <a:cxnLst/>
              <a:rect l="l" t="t" r="r" b="b"/>
              <a:pathLst>
                <a:path w="561" h="1000" extrusionOk="0">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44" name="Google Shape;9144;p60"/>
            <p:cNvSpPr/>
            <p:nvPr/>
          </p:nvSpPr>
          <p:spPr>
            <a:xfrm>
              <a:off x="3107934" y="2153813"/>
              <a:ext cx="14304" cy="25323"/>
            </a:xfrm>
            <a:custGeom>
              <a:avLst/>
              <a:gdLst/>
              <a:ahLst/>
              <a:cxnLst/>
              <a:rect l="l" t="t" r="r" b="b"/>
              <a:pathLst>
                <a:path w="566" h="1002" extrusionOk="0">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45" name="Google Shape;9145;p60"/>
            <p:cNvSpPr/>
            <p:nvPr/>
          </p:nvSpPr>
          <p:spPr>
            <a:xfrm>
              <a:off x="3102146" y="2177316"/>
              <a:ext cx="14304" cy="25247"/>
            </a:xfrm>
            <a:custGeom>
              <a:avLst/>
              <a:gdLst/>
              <a:ahLst/>
              <a:cxnLst/>
              <a:rect l="l" t="t" r="r" b="b"/>
              <a:pathLst>
                <a:path w="566" h="999" extrusionOk="0">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46" name="Google Shape;9146;p60"/>
            <p:cNvSpPr/>
            <p:nvPr/>
          </p:nvSpPr>
          <p:spPr>
            <a:xfrm>
              <a:off x="3196741" y="2071450"/>
              <a:ext cx="115546" cy="287399"/>
            </a:xfrm>
            <a:custGeom>
              <a:avLst/>
              <a:gdLst/>
              <a:ahLst/>
              <a:cxnLst/>
              <a:rect l="l" t="t" r="r" b="b"/>
              <a:pathLst>
                <a:path w="4572" h="11372" extrusionOk="0">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47" name="Google Shape;9147;p60"/>
            <p:cNvSpPr/>
            <p:nvPr/>
          </p:nvSpPr>
          <p:spPr>
            <a:xfrm>
              <a:off x="3239578" y="2364181"/>
              <a:ext cx="78648" cy="262885"/>
            </a:xfrm>
            <a:custGeom>
              <a:avLst/>
              <a:gdLst/>
              <a:ahLst/>
              <a:cxnLst/>
              <a:rect l="l" t="t" r="r" b="b"/>
              <a:pathLst>
                <a:path w="3112" h="10402" extrusionOk="0">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48" name="Google Shape;9148;p60"/>
            <p:cNvSpPr/>
            <p:nvPr/>
          </p:nvSpPr>
          <p:spPr>
            <a:xfrm>
              <a:off x="3361872" y="2052799"/>
              <a:ext cx="30327" cy="54260"/>
            </a:xfrm>
            <a:custGeom>
              <a:avLst/>
              <a:gdLst/>
              <a:ahLst/>
              <a:cxnLst/>
              <a:rect l="l" t="t" r="r" b="b"/>
              <a:pathLst>
                <a:path w="1200" h="2147" extrusionOk="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49" name="Google Shape;9149;p60"/>
            <p:cNvSpPr/>
            <p:nvPr/>
          </p:nvSpPr>
          <p:spPr>
            <a:xfrm>
              <a:off x="3411709" y="1765299"/>
              <a:ext cx="34598" cy="33663"/>
            </a:xfrm>
            <a:custGeom>
              <a:avLst/>
              <a:gdLst/>
              <a:ahLst/>
              <a:cxnLst/>
              <a:rect l="l" t="t" r="r" b="b"/>
              <a:pathLst>
                <a:path w="1369" h="1332" extrusionOk="0">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50" name="Google Shape;9150;p60"/>
            <p:cNvSpPr/>
            <p:nvPr/>
          </p:nvSpPr>
          <p:spPr>
            <a:xfrm>
              <a:off x="3451235" y="1950799"/>
              <a:ext cx="37479" cy="24818"/>
            </a:xfrm>
            <a:custGeom>
              <a:avLst/>
              <a:gdLst/>
              <a:ahLst/>
              <a:cxnLst/>
              <a:rect l="l" t="t" r="r" b="b"/>
              <a:pathLst>
                <a:path w="1483" h="982" extrusionOk="0">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51" name="Google Shape;9151;p60"/>
            <p:cNvSpPr/>
            <p:nvPr/>
          </p:nvSpPr>
          <p:spPr>
            <a:xfrm>
              <a:off x="3332530" y="2344595"/>
              <a:ext cx="40916" cy="40916"/>
            </a:xfrm>
            <a:custGeom>
              <a:avLst/>
              <a:gdLst/>
              <a:ahLst/>
              <a:cxnLst/>
              <a:rect l="l" t="t" r="r" b="b"/>
              <a:pathLst>
                <a:path w="1619" h="1619" extrusionOk="0">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52" name="Google Shape;9152;p60"/>
            <p:cNvSpPr/>
            <p:nvPr/>
          </p:nvSpPr>
          <p:spPr>
            <a:xfrm>
              <a:off x="3272761" y="1653695"/>
              <a:ext cx="87342" cy="60907"/>
            </a:xfrm>
            <a:custGeom>
              <a:avLst/>
              <a:gdLst/>
              <a:ahLst/>
              <a:cxnLst/>
              <a:rect l="l" t="t" r="r" b="b"/>
              <a:pathLst>
                <a:path w="3456" h="2410" extrusionOk="0">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53" name="Google Shape;9153;p60"/>
            <p:cNvSpPr/>
            <p:nvPr/>
          </p:nvSpPr>
          <p:spPr>
            <a:xfrm>
              <a:off x="3258305" y="1560945"/>
              <a:ext cx="116254" cy="121561"/>
            </a:xfrm>
            <a:custGeom>
              <a:avLst/>
              <a:gdLst/>
              <a:ahLst/>
              <a:cxnLst/>
              <a:rect l="l" t="t" r="r" b="b"/>
              <a:pathLst>
                <a:path w="4600" h="4810" extrusionOk="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54" name="Google Shape;9154;p60"/>
            <p:cNvSpPr/>
            <p:nvPr/>
          </p:nvSpPr>
          <p:spPr>
            <a:xfrm>
              <a:off x="3416865" y="1770176"/>
              <a:ext cx="77207" cy="195407"/>
            </a:xfrm>
            <a:custGeom>
              <a:avLst/>
              <a:gdLst/>
              <a:ahLst/>
              <a:cxnLst/>
              <a:rect l="l" t="t" r="r" b="b"/>
              <a:pathLst>
                <a:path w="3055" h="7732" extrusionOk="0">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55" name="Google Shape;9155;p60"/>
            <p:cNvSpPr/>
            <p:nvPr/>
          </p:nvSpPr>
          <p:spPr>
            <a:xfrm>
              <a:off x="3454243" y="1963208"/>
              <a:ext cx="80468" cy="150801"/>
            </a:xfrm>
            <a:custGeom>
              <a:avLst/>
              <a:gdLst/>
              <a:ahLst/>
              <a:cxnLst/>
              <a:rect l="l" t="t" r="r" b="b"/>
              <a:pathLst>
                <a:path w="3184" h="5967" extrusionOk="0">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56" name="Google Shape;9156;p60"/>
            <p:cNvSpPr/>
            <p:nvPr/>
          </p:nvSpPr>
          <p:spPr>
            <a:xfrm>
              <a:off x="3539790" y="2114615"/>
              <a:ext cx="25904" cy="6925"/>
            </a:xfrm>
            <a:custGeom>
              <a:avLst/>
              <a:gdLst/>
              <a:ahLst/>
              <a:cxnLst/>
              <a:rect l="l" t="t" r="r" b="b"/>
              <a:pathLst>
                <a:path w="1025" h="274" extrusionOk="0">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157" name="Google Shape;9157;p60"/>
            <p:cNvGrpSpPr/>
            <p:nvPr/>
          </p:nvGrpSpPr>
          <p:grpSpPr>
            <a:xfrm>
              <a:off x="3498748" y="2102737"/>
              <a:ext cx="94772" cy="114004"/>
              <a:chOff x="3498748" y="2102737"/>
              <a:chExt cx="94772" cy="114004"/>
            </a:xfrm>
          </p:grpSpPr>
          <p:sp>
            <p:nvSpPr>
              <p:cNvPr id="9158" name="Google Shape;9158;p60"/>
              <p:cNvSpPr/>
              <p:nvPr/>
            </p:nvSpPr>
            <p:spPr>
              <a:xfrm>
                <a:off x="3563142" y="2118482"/>
                <a:ext cx="30378" cy="19940"/>
              </a:xfrm>
              <a:custGeom>
                <a:avLst/>
                <a:gdLst/>
                <a:ahLst/>
                <a:cxnLst/>
                <a:rect l="l" t="t" r="r" b="b"/>
                <a:pathLst>
                  <a:path w="1202" h="789" extrusionOk="0">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59" name="Google Shape;9159;p60"/>
              <p:cNvSpPr/>
              <p:nvPr/>
            </p:nvSpPr>
            <p:spPr>
              <a:xfrm>
                <a:off x="3560665" y="2174309"/>
                <a:ext cx="22518" cy="28128"/>
              </a:xfrm>
              <a:custGeom>
                <a:avLst/>
                <a:gdLst/>
                <a:ahLst/>
                <a:cxnLst/>
                <a:rect l="l" t="t" r="r" b="b"/>
                <a:pathLst>
                  <a:path w="891" h="1113" extrusionOk="0">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60" name="Google Shape;9160;p60"/>
              <p:cNvSpPr/>
              <p:nvPr/>
            </p:nvSpPr>
            <p:spPr>
              <a:xfrm>
                <a:off x="3498748" y="2102737"/>
                <a:ext cx="44101" cy="29442"/>
              </a:xfrm>
              <a:custGeom>
                <a:avLst/>
                <a:gdLst/>
                <a:ahLst/>
                <a:cxnLst/>
                <a:rect l="l" t="t" r="r" b="b"/>
                <a:pathLst>
                  <a:path w="1745" h="1165" extrusionOk="0">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61" name="Google Shape;9161;p60"/>
              <p:cNvSpPr/>
              <p:nvPr/>
            </p:nvSpPr>
            <p:spPr>
              <a:xfrm>
                <a:off x="3537259" y="2125714"/>
                <a:ext cx="22543" cy="28128"/>
              </a:xfrm>
              <a:custGeom>
                <a:avLst/>
                <a:gdLst/>
                <a:ahLst/>
                <a:cxnLst/>
                <a:rect l="l" t="t" r="r" b="b"/>
                <a:pathLst>
                  <a:path w="892" h="1113" extrusionOk="0">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62" name="Google Shape;9162;p60"/>
              <p:cNvSpPr/>
              <p:nvPr/>
            </p:nvSpPr>
            <p:spPr>
              <a:xfrm>
                <a:off x="3547574" y="2148480"/>
                <a:ext cx="22543" cy="28078"/>
              </a:xfrm>
              <a:custGeom>
                <a:avLst/>
                <a:gdLst/>
                <a:ahLst/>
                <a:cxnLst/>
                <a:rect l="l" t="t" r="r" b="b"/>
                <a:pathLst>
                  <a:path w="892" h="1111" extrusionOk="0">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63" name="Google Shape;9163;p60"/>
              <p:cNvSpPr/>
              <p:nvPr/>
            </p:nvSpPr>
            <p:spPr>
              <a:xfrm>
                <a:off x="3523894" y="2125129"/>
                <a:ext cx="23503" cy="31692"/>
              </a:xfrm>
              <a:custGeom>
                <a:avLst/>
                <a:gdLst/>
                <a:ahLst/>
                <a:cxnLst/>
                <a:rect l="l" t="t" r="r" b="b"/>
                <a:pathLst>
                  <a:path w="930" h="1254" extrusionOk="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64" name="Google Shape;9164;p60"/>
              <p:cNvSpPr/>
              <p:nvPr/>
            </p:nvSpPr>
            <p:spPr>
              <a:xfrm>
                <a:off x="3536682" y="2155708"/>
                <a:ext cx="23503" cy="31818"/>
              </a:xfrm>
              <a:custGeom>
                <a:avLst/>
                <a:gdLst/>
                <a:ahLst/>
                <a:cxnLst/>
                <a:rect l="l" t="t" r="r" b="b"/>
                <a:pathLst>
                  <a:path w="930" h="1259" extrusionOk="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65" name="Google Shape;9165;p60"/>
              <p:cNvSpPr/>
              <p:nvPr/>
            </p:nvSpPr>
            <p:spPr>
              <a:xfrm>
                <a:off x="3549495" y="2185024"/>
                <a:ext cx="23503" cy="31717"/>
              </a:xfrm>
              <a:custGeom>
                <a:avLst/>
                <a:gdLst/>
                <a:ahLst/>
                <a:cxnLst/>
                <a:rect l="l" t="t" r="r" b="b"/>
                <a:pathLst>
                  <a:path w="930" h="1255" extrusionOk="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66" name="Google Shape;9166;p60"/>
              <p:cNvSpPr/>
              <p:nvPr/>
            </p:nvSpPr>
            <p:spPr>
              <a:xfrm>
                <a:off x="3514922" y="2129349"/>
                <a:ext cx="18980" cy="29594"/>
              </a:xfrm>
              <a:custGeom>
                <a:avLst/>
                <a:gdLst/>
                <a:ahLst/>
                <a:cxnLst/>
                <a:rect l="l" t="t" r="r" b="b"/>
                <a:pathLst>
                  <a:path w="751" h="1171" extrusionOk="0">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67" name="Google Shape;9167;p60"/>
              <p:cNvSpPr/>
              <p:nvPr/>
            </p:nvSpPr>
            <p:spPr>
              <a:xfrm>
                <a:off x="3523742" y="2158033"/>
                <a:ext cx="18954" cy="29695"/>
              </a:xfrm>
              <a:custGeom>
                <a:avLst/>
                <a:gdLst/>
                <a:ahLst/>
                <a:cxnLst/>
                <a:rect l="l" t="t" r="r" b="b"/>
                <a:pathLst>
                  <a:path w="750" h="1175" extrusionOk="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68" name="Google Shape;9168;p60"/>
              <p:cNvSpPr/>
              <p:nvPr/>
            </p:nvSpPr>
            <p:spPr>
              <a:xfrm>
                <a:off x="3532815" y="2185479"/>
                <a:ext cx="18980" cy="29645"/>
              </a:xfrm>
              <a:custGeom>
                <a:avLst/>
                <a:gdLst/>
                <a:ahLst/>
                <a:cxnLst/>
                <a:rect l="l" t="t" r="r" b="b"/>
                <a:pathLst>
                  <a:path w="751" h="1173" extrusionOk="0">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69" name="Google Shape;9169;p60"/>
              <p:cNvSpPr/>
              <p:nvPr/>
            </p:nvSpPr>
            <p:spPr>
              <a:xfrm>
                <a:off x="3504990" y="2129349"/>
                <a:ext cx="14304" cy="25272"/>
              </a:xfrm>
              <a:custGeom>
                <a:avLst/>
                <a:gdLst/>
                <a:ahLst/>
                <a:cxnLst/>
                <a:rect l="l" t="t" r="r" b="b"/>
                <a:pathLst>
                  <a:path w="566" h="1000" extrusionOk="0">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70" name="Google Shape;9170;p60"/>
              <p:cNvSpPr/>
              <p:nvPr/>
            </p:nvSpPr>
            <p:spPr>
              <a:xfrm>
                <a:off x="3510499" y="2153813"/>
                <a:ext cx="14304" cy="25323"/>
              </a:xfrm>
              <a:custGeom>
                <a:avLst/>
                <a:gdLst/>
                <a:ahLst/>
                <a:cxnLst/>
                <a:rect l="l" t="t" r="r" b="b"/>
                <a:pathLst>
                  <a:path w="566" h="1002" extrusionOk="0">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71" name="Google Shape;9171;p60"/>
              <p:cNvSpPr/>
              <p:nvPr/>
            </p:nvSpPr>
            <p:spPr>
              <a:xfrm>
                <a:off x="3516287" y="2177316"/>
                <a:ext cx="14304" cy="25247"/>
              </a:xfrm>
              <a:custGeom>
                <a:avLst/>
                <a:gdLst/>
                <a:ahLst/>
                <a:cxnLst/>
                <a:rect l="l" t="t" r="r" b="b"/>
                <a:pathLst>
                  <a:path w="566" h="999" extrusionOk="0">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172" name="Google Shape;9172;p60"/>
            <p:cNvSpPr/>
            <p:nvPr/>
          </p:nvSpPr>
          <p:spPr>
            <a:xfrm>
              <a:off x="3268262" y="2017165"/>
              <a:ext cx="96187" cy="59618"/>
            </a:xfrm>
            <a:custGeom>
              <a:avLst/>
              <a:gdLst/>
              <a:ahLst/>
              <a:cxnLst/>
              <a:rect l="l" t="t" r="r" b="b"/>
              <a:pathLst>
                <a:path w="3806" h="2359" extrusionOk="0">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73" name="Google Shape;9173;p60"/>
            <p:cNvSpPr/>
            <p:nvPr/>
          </p:nvSpPr>
          <p:spPr>
            <a:xfrm>
              <a:off x="3320602" y="2071450"/>
              <a:ext cx="115521" cy="287399"/>
            </a:xfrm>
            <a:custGeom>
              <a:avLst/>
              <a:gdLst/>
              <a:ahLst/>
              <a:cxnLst/>
              <a:rect l="l" t="t" r="r" b="b"/>
              <a:pathLst>
                <a:path w="4571" h="11372" extrusionOk="0">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74" name="Google Shape;9174;p60"/>
            <p:cNvSpPr/>
            <p:nvPr/>
          </p:nvSpPr>
          <p:spPr>
            <a:xfrm>
              <a:off x="3314359" y="2364181"/>
              <a:ext cx="78648" cy="262885"/>
            </a:xfrm>
            <a:custGeom>
              <a:avLst/>
              <a:gdLst/>
              <a:ahLst/>
              <a:cxnLst/>
              <a:rect l="l" t="t" r="r" b="b"/>
              <a:pathLst>
                <a:path w="3112" h="10402" extrusionOk="0">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75" name="Google Shape;9175;p60"/>
            <p:cNvSpPr/>
            <p:nvPr/>
          </p:nvSpPr>
          <p:spPr>
            <a:xfrm>
              <a:off x="3205283" y="1741138"/>
              <a:ext cx="222019" cy="211278"/>
            </a:xfrm>
            <a:custGeom>
              <a:avLst/>
              <a:gdLst/>
              <a:ahLst/>
              <a:cxnLst/>
              <a:rect l="l" t="t" r="r" b="b"/>
              <a:pathLst>
                <a:path w="8785" h="8360" extrusionOk="0">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76" name="Google Shape;9176;p60"/>
            <p:cNvSpPr/>
            <p:nvPr/>
          </p:nvSpPr>
          <p:spPr>
            <a:xfrm>
              <a:off x="3304301" y="1771162"/>
              <a:ext cx="24135" cy="107029"/>
            </a:xfrm>
            <a:custGeom>
              <a:avLst/>
              <a:gdLst/>
              <a:ahLst/>
              <a:cxnLst/>
              <a:rect l="l" t="t" r="r" b="b"/>
              <a:pathLst>
                <a:path w="955" h="4235" extrusionOk="0">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77" name="Google Shape;9177;p60"/>
            <p:cNvSpPr/>
            <p:nvPr/>
          </p:nvSpPr>
          <p:spPr>
            <a:xfrm>
              <a:off x="3281581" y="1617733"/>
              <a:ext cx="31970" cy="31110"/>
            </a:xfrm>
            <a:custGeom>
              <a:avLst/>
              <a:gdLst/>
              <a:ahLst/>
              <a:cxnLst/>
              <a:rect l="l" t="t" r="r" b="b"/>
              <a:pathLst>
                <a:path w="1265" h="1231" extrusionOk="0">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78" name="Google Shape;9178;p60"/>
            <p:cNvSpPr/>
            <p:nvPr/>
          </p:nvSpPr>
          <p:spPr>
            <a:xfrm>
              <a:off x="3320703" y="1617733"/>
              <a:ext cx="31818" cy="31110"/>
            </a:xfrm>
            <a:custGeom>
              <a:avLst/>
              <a:gdLst/>
              <a:ahLst/>
              <a:cxnLst/>
              <a:rect l="l" t="t" r="r" b="b"/>
              <a:pathLst>
                <a:path w="1259" h="1231" extrusionOk="0">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79" name="Google Shape;9179;p60"/>
            <p:cNvSpPr/>
            <p:nvPr/>
          </p:nvSpPr>
          <p:spPr>
            <a:xfrm>
              <a:off x="3305817" y="1641994"/>
              <a:ext cx="23984" cy="19359"/>
            </a:xfrm>
            <a:custGeom>
              <a:avLst/>
              <a:gdLst/>
              <a:ahLst/>
              <a:cxnLst/>
              <a:rect l="l" t="t" r="r" b="b"/>
              <a:pathLst>
                <a:path w="949" h="766" extrusionOk="0">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180" name="Google Shape;9180;p60"/>
          <p:cNvGrpSpPr/>
          <p:nvPr/>
        </p:nvGrpSpPr>
        <p:grpSpPr>
          <a:xfrm>
            <a:off x="3572045" y="1558993"/>
            <a:ext cx="451013" cy="1136125"/>
            <a:chOff x="3827467" y="1557988"/>
            <a:chExt cx="451013" cy="1136125"/>
          </a:xfrm>
        </p:grpSpPr>
        <p:sp>
          <p:nvSpPr>
            <p:cNvPr id="9181" name="Google Shape;9181;p60"/>
            <p:cNvSpPr/>
            <p:nvPr/>
          </p:nvSpPr>
          <p:spPr>
            <a:xfrm>
              <a:off x="3827467" y="1557988"/>
              <a:ext cx="451013" cy="1136125"/>
            </a:xfrm>
            <a:custGeom>
              <a:avLst/>
              <a:gdLst/>
              <a:ahLst/>
              <a:cxnLst/>
              <a:rect l="l" t="t" r="r" b="b"/>
              <a:pathLst>
                <a:path w="17846" h="44955" extrusionOk="0">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182" name="Google Shape;9182;p60"/>
            <p:cNvGrpSpPr/>
            <p:nvPr/>
          </p:nvGrpSpPr>
          <p:grpSpPr>
            <a:xfrm>
              <a:off x="3979228" y="1581563"/>
              <a:ext cx="147768" cy="558502"/>
              <a:chOff x="3979228" y="1581563"/>
              <a:chExt cx="147768" cy="558502"/>
            </a:xfrm>
          </p:grpSpPr>
          <p:sp>
            <p:nvSpPr>
              <p:cNvPr id="9183" name="Google Shape;9183;p60"/>
              <p:cNvSpPr/>
              <p:nvPr/>
            </p:nvSpPr>
            <p:spPr>
              <a:xfrm>
                <a:off x="3979228" y="1780614"/>
                <a:ext cx="147768" cy="143194"/>
              </a:xfrm>
              <a:custGeom>
                <a:avLst/>
                <a:gdLst/>
                <a:ahLst/>
                <a:cxnLst/>
                <a:rect l="l" t="t" r="r" b="b"/>
                <a:pathLst>
                  <a:path w="5847" h="5666" extrusionOk="0">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84" name="Google Shape;9184;p60"/>
              <p:cNvSpPr/>
              <p:nvPr/>
            </p:nvSpPr>
            <p:spPr>
              <a:xfrm>
                <a:off x="4008696" y="1581563"/>
                <a:ext cx="88024" cy="80796"/>
              </a:xfrm>
              <a:custGeom>
                <a:avLst/>
                <a:gdLst/>
                <a:ahLst/>
                <a:cxnLst/>
                <a:rect l="l" t="t" r="r" b="b"/>
                <a:pathLst>
                  <a:path w="3483" h="3197" extrusionOk="0">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85" name="Google Shape;9185;p60"/>
              <p:cNvSpPr/>
              <p:nvPr/>
            </p:nvSpPr>
            <p:spPr>
              <a:xfrm>
                <a:off x="4018199" y="1882715"/>
                <a:ext cx="105361" cy="130583"/>
              </a:xfrm>
              <a:custGeom>
                <a:avLst/>
                <a:gdLst/>
                <a:ahLst/>
                <a:cxnLst/>
                <a:rect l="l" t="t" r="r" b="b"/>
                <a:pathLst>
                  <a:path w="4169" h="5167" extrusionOk="0">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86" name="Google Shape;9186;p60"/>
              <p:cNvSpPr/>
              <p:nvPr/>
            </p:nvSpPr>
            <p:spPr>
              <a:xfrm>
                <a:off x="3989413" y="2001041"/>
                <a:ext cx="124366" cy="139024"/>
              </a:xfrm>
              <a:custGeom>
                <a:avLst/>
                <a:gdLst/>
                <a:ahLst/>
                <a:cxnLst/>
                <a:rect l="l" t="t" r="r" b="b"/>
                <a:pathLst>
                  <a:path w="4921" h="5501" extrusionOk="0">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87" name="Google Shape;9187;p60"/>
              <p:cNvSpPr/>
              <p:nvPr/>
            </p:nvSpPr>
            <p:spPr>
              <a:xfrm>
                <a:off x="3986785" y="1906092"/>
                <a:ext cx="116531" cy="79533"/>
              </a:xfrm>
              <a:custGeom>
                <a:avLst/>
                <a:gdLst/>
                <a:ahLst/>
                <a:cxnLst/>
                <a:rect l="l" t="t" r="r" b="b"/>
                <a:pathLst>
                  <a:path w="4611" h="3147" extrusionOk="0">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88" name="Google Shape;9188;p60"/>
              <p:cNvSpPr/>
              <p:nvPr/>
            </p:nvSpPr>
            <p:spPr>
              <a:xfrm>
                <a:off x="4034727" y="1804598"/>
                <a:ext cx="76980" cy="78597"/>
              </a:xfrm>
              <a:custGeom>
                <a:avLst/>
                <a:gdLst/>
                <a:ahLst/>
                <a:cxnLst/>
                <a:rect l="l" t="t" r="r" b="b"/>
                <a:pathLst>
                  <a:path w="3046" h="3110" extrusionOk="0">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9189" name="Google Shape;9189;p60"/>
          <p:cNvGrpSpPr/>
          <p:nvPr/>
        </p:nvGrpSpPr>
        <p:grpSpPr>
          <a:xfrm>
            <a:off x="4170709" y="1558993"/>
            <a:ext cx="402414" cy="1136125"/>
            <a:chOff x="4588296" y="1557988"/>
            <a:chExt cx="402414" cy="1136125"/>
          </a:xfrm>
        </p:grpSpPr>
        <p:sp>
          <p:nvSpPr>
            <p:cNvPr id="9190" name="Google Shape;9190;p60"/>
            <p:cNvSpPr/>
            <p:nvPr/>
          </p:nvSpPr>
          <p:spPr>
            <a:xfrm>
              <a:off x="4588296" y="1557988"/>
              <a:ext cx="402414" cy="1136125"/>
            </a:xfrm>
            <a:custGeom>
              <a:avLst/>
              <a:gdLst/>
              <a:ahLst/>
              <a:cxnLst/>
              <a:rect l="l" t="t" r="r" b="b"/>
              <a:pathLst>
                <a:path w="15923" h="44955" extrusionOk="0">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191" name="Google Shape;9191;p60"/>
            <p:cNvGrpSpPr/>
            <p:nvPr/>
          </p:nvGrpSpPr>
          <p:grpSpPr>
            <a:xfrm>
              <a:off x="4708538" y="1583316"/>
              <a:ext cx="163226" cy="588527"/>
              <a:chOff x="4708538" y="1583316"/>
              <a:chExt cx="163226" cy="588527"/>
            </a:xfrm>
          </p:grpSpPr>
          <p:sp>
            <p:nvSpPr>
              <p:cNvPr id="9192" name="Google Shape;9192;p60"/>
              <p:cNvSpPr/>
              <p:nvPr/>
            </p:nvSpPr>
            <p:spPr>
              <a:xfrm>
                <a:off x="4708538" y="1775367"/>
                <a:ext cx="163226" cy="158038"/>
              </a:xfrm>
              <a:custGeom>
                <a:avLst/>
                <a:gdLst/>
                <a:ahLst/>
                <a:cxnLst/>
                <a:rect l="l" t="t" r="r" b="b"/>
                <a:pathLst>
                  <a:path w="5853" h="5667" extrusionOk="0">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93" name="Google Shape;9193;p60"/>
              <p:cNvSpPr/>
              <p:nvPr/>
            </p:nvSpPr>
            <p:spPr>
              <a:xfrm>
                <a:off x="4745162" y="1583316"/>
                <a:ext cx="88150" cy="80796"/>
              </a:xfrm>
              <a:custGeom>
                <a:avLst/>
                <a:gdLst/>
                <a:ahLst/>
                <a:cxnLst/>
                <a:rect l="l" t="t" r="r" b="b"/>
                <a:pathLst>
                  <a:path w="3488" h="3197" extrusionOk="0">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94" name="Google Shape;9194;p60"/>
              <p:cNvSpPr/>
              <p:nvPr/>
            </p:nvSpPr>
            <p:spPr>
              <a:xfrm>
                <a:off x="4751848" y="1888032"/>
                <a:ext cx="116291" cy="144095"/>
              </a:xfrm>
              <a:custGeom>
                <a:avLst/>
                <a:gdLst/>
                <a:ahLst/>
                <a:cxnLst/>
                <a:rect l="l" t="t" r="r" b="b"/>
                <a:pathLst>
                  <a:path w="4170" h="5167" extrusionOk="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95" name="Google Shape;9195;p60"/>
              <p:cNvSpPr/>
              <p:nvPr/>
            </p:nvSpPr>
            <p:spPr>
              <a:xfrm>
                <a:off x="4720084" y="2018461"/>
                <a:ext cx="137095" cy="153381"/>
              </a:xfrm>
              <a:custGeom>
                <a:avLst/>
                <a:gdLst/>
                <a:ahLst/>
                <a:cxnLst/>
                <a:rect l="l" t="t" r="r" b="b"/>
                <a:pathLst>
                  <a:path w="4916" h="5500" extrusionOk="0">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96" name="Google Shape;9196;p60"/>
              <p:cNvSpPr/>
              <p:nvPr/>
            </p:nvSpPr>
            <p:spPr>
              <a:xfrm>
                <a:off x="4717044" y="1913828"/>
                <a:ext cx="128757" cy="87762"/>
              </a:xfrm>
              <a:custGeom>
                <a:avLst/>
                <a:gdLst/>
                <a:ahLst/>
                <a:cxnLst/>
                <a:rect l="l" t="t" r="r" b="b"/>
                <a:pathLst>
                  <a:path w="4617" h="3147" extrusionOk="0">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197" name="Google Shape;9197;p60"/>
              <p:cNvSpPr/>
              <p:nvPr/>
            </p:nvSpPr>
            <p:spPr>
              <a:xfrm>
                <a:off x="4770086" y="1801832"/>
                <a:ext cx="84973" cy="86730"/>
              </a:xfrm>
              <a:custGeom>
                <a:avLst/>
                <a:gdLst/>
                <a:ahLst/>
                <a:cxnLst/>
                <a:rect l="l" t="t" r="r" b="b"/>
                <a:pathLst>
                  <a:path w="3047" h="3110" extrusionOk="0">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9198" name="Google Shape;9198;p60"/>
          <p:cNvGrpSpPr/>
          <p:nvPr/>
        </p:nvGrpSpPr>
        <p:grpSpPr>
          <a:xfrm>
            <a:off x="2925871" y="2837181"/>
            <a:ext cx="2132746" cy="348002"/>
            <a:chOff x="2925871" y="2837181"/>
            <a:chExt cx="2132746" cy="348002"/>
          </a:xfrm>
        </p:grpSpPr>
        <p:grpSp>
          <p:nvGrpSpPr>
            <p:cNvPr id="9199" name="Google Shape;9199;p60"/>
            <p:cNvGrpSpPr/>
            <p:nvPr/>
          </p:nvGrpSpPr>
          <p:grpSpPr>
            <a:xfrm>
              <a:off x="2925871" y="2837181"/>
              <a:ext cx="2132746" cy="348002"/>
              <a:chOff x="2925871" y="2837181"/>
              <a:chExt cx="2132746" cy="348002"/>
            </a:xfrm>
          </p:grpSpPr>
          <p:sp>
            <p:nvSpPr>
              <p:cNvPr id="9200" name="Google Shape;9200;p60"/>
              <p:cNvSpPr/>
              <p:nvPr/>
            </p:nvSpPr>
            <p:spPr>
              <a:xfrm>
                <a:off x="2986196" y="2942669"/>
                <a:ext cx="175871" cy="137053"/>
              </a:xfrm>
              <a:custGeom>
                <a:avLst/>
                <a:gdLst/>
                <a:ahLst/>
                <a:cxnLst/>
                <a:rect l="l" t="t" r="r" b="b"/>
                <a:pathLst>
                  <a:path w="6959" h="5423" extrusionOk="0">
                    <a:moveTo>
                      <a:pt x="0" y="0"/>
                    </a:moveTo>
                    <a:lnTo>
                      <a:pt x="0" y="5422"/>
                    </a:lnTo>
                    <a:lnTo>
                      <a:pt x="6959" y="5422"/>
                    </a:lnTo>
                    <a:lnTo>
                      <a:pt x="6959"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01" name="Google Shape;9201;p60"/>
              <p:cNvSpPr/>
              <p:nvPr/>
            </p:nvSpPr>
            <p:spPr>
              <a:xfrm>
                <a:off x="4537776" y="3000366"/>
                <a:ext cx="520841" cy="21633"/>
              </a:xfrm>
              <a:custGeom>
                <a:avLst/>
                <a:gdLst/>
                <a:ahLst/>
                <a:cxnLst/>
                <a:rect l="l" t="t" r="r" b="b"/>
                <a:pathLst>
                  <a:path w="20609" h="856" extrusionOk="0">
                    <a:moveTo>
                      <a:pt x="0" y="0"/>
                    </a:moveTo>
                    <a:lnTo>
                      <a:pt x="0" y="856"/>
                    </a:lnTo>
                    <a:lnTo>
                      <a:pt x="20608" y="856"/>
                    </a:lnTo>
                    <a:lnTo>
                      <a:pt x="1954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02" name="Google Shape;9202;p60"/>
              <p:cNvSpPr/>
              <p:nvPr/>
            </p:nvSpPr>
            <p:spPr>
              <a:xfrm>
                <a:off x="4476490" y="2956998"/>
                <a:ext cx="148046" cy="108242"/>
              </a:xfrm>
              <a:custGeom>
                <a:avLst/>
                <a:gdLst/>
                <a:ahLst/>
                <a:cxnLst/>
                <a:rect l="l" t="t" r="r" b="b"/>
                <a:pathLst>
                  <a:path w="5858" h="4283" extrusionOk="0">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03" name="Google Shape;9203;p60"/>
              <p:cNvSpPr/>
              <p:nvPr/>
            </p:nvSpPr>
            <p:spPr>
              <a:xfrm>
                <a:off x="3210237" y="2901626"/>
                <a:ext cx="1252505" cy="219113"/>
              </a:xfrm>
              <a:custGeom>
                <a:avLst/>
                <a:gdLst/>
                <a:ahLst/>
                <a:cxnLst/>
                <a:rect l="l" t="t" r="r" b="b"/>
                <a:pathLst>
                  <a:path w="49560" h="8670" extrusionOk="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04" name="Google Shape;9204;p60"/>
              <p:cNvSpPr/>
              <p:nvPr/>
            </p:nvSpPr>
            <p:spPr>
              <a:xfrm>
                <a:off x="3161764" y="2837181"/>
                <a:ext cx="60351" cy="348002"/>
              </a:xfrm>
              <a:custGeom>
                <a:avLst/>
                <a:gdLst/>
                <a:ahLst/>
                <a:cxnLst/>
                <a:rect l="l" t="t" r="r" b="b"/>
                <a:pathLst>
                  <a:path w="2388" h="13770" extrusionOk="0">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05" name="Google Shape;9205;p60"/>
              <p:cNvSpPr/>
              <p:nvPr/>
            </p:nvSpPr>
            <p:spPr>
              <a:xfrm>
                <a:off x="2925871" y="2837181"/>
                <a:ext cx="60351" cy="348002"/>
              </a:xfrm>
              <a:custGeom>
                <a:avLst/>
                <a:gdLst/>
                <a:ahLst/>
                <a:cxnLst/>
                <a:rect l="l" t="t" r="r" b="b"/>
                <a:pathLst>
                  <a:path w="2388" h="13770" extrusionOk="0">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06" name="Google Shape;9206;p60"/>
              <p:cNvSpPr/>
              <p:nvPr/>
            </p:nvSpPr>
            <p:spPr>
              <a:xfrm>
                <a:off x="4462717" y="2931650"/>
                <a:ext cx="27572" cy="159065"/>
              </a:xfrm>
              <a:custGeom>
                <a:avLst/>
                <a:gdLst/>
                <a:ahLst/>
                <a:cxnLst/>
                <a:rect l="l" t="t" r="r" b="b"/>
                <a:pathLst>
                  <a:path w="1091" h="6294" extrusionOk="0">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207" name="Google Shape;9207;p60"/>
            <p:cNvSpPr/>
            <p:nvPr/>
          </p:nvSpPr>
          <p:spPr>
            <a:xfrm>
              <a:off x="3222275" y="2920500"/>
              <a:ext cx="1214896" cy="181229"/>
            </a:xfrm>
            <a:custGeom>
              <a:avLst/>
              <a:gdLst/>
              <a:ahLst/>
              <a:cxnLst/>
              <a:rect l="l" t="t" r="r" b="b"/>
              <a:pathLst>
                <a:path w="49532" h="7171" extrusionOk="0">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08" name="Google Shape;9208;p60"/>
            <p:cNvSpPr/>
            <p:nvPr/>
          </p:nvSpPr>
          <p:spPr>
            <a:xfrm>
              <a:off x="3222275" y="2920500"/>
              <a:ext cx="968006" cy="181381"/>
            </a:xfrm>
            <a:custGeom>
              <a:avLst/>
              <a:gdLst/>
              <a:ahLst/>
              <a:cxnLst/>
              <a:rect l="l" t="t" r="r" b="b"/>
              <a:pathLst>
                <a:path w="39762" h="7177" extrusionOk="0">
                  <a:moveTo>
                    <a:pt x="0" y="0"/>
                  </a:moveTo>
                  <a:lnTo>
                    <a:pt x="0" y="7176"/>
                  </a:lnTo>
                  <a:lnTo>
                    <a:pt x="39761" y="7176"/>
                  </a:lnTo>
                  <a:lnTo>
                    <a:pt x="3976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09" name="Google Shape;9209;p60"/>
            <p:cNvSpPr/>
            <p:nvPr/>
          </p:nvSpPr>
          <p:spPr>
            <a:xfrm>
              <a:off x="3222275" y="2920500"/>
              <a:ext cx="724118" cy="181381"/>
            </a:xfrm>
            <a:custGeom>
              <a:avLst/>
              <a:gdLst/>
              <a:ahLst/>
              <a:cxnLst/>
              <a:rect l="l" t="t" r="r" b="b"/>
              <a:pathLst>
                <a:path w="30112" h="7177" extrusionOk="0">
                  <a:moveTo>
                    <a:pt x="0" y="0"/>
                  </a:moveTo>
                  <a:lnTo>
                    <a:pt x="0" y="7176"/>
                  </a:lnTo>
                  <a:lnTo>
                    <a:pt x="30111" y="7176"/>
                  </a:lnTo>
                  <a:lnTo>
                    <a:pt x="3011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10" name="Google Shape;9210;p60"/>
            <p:cNvSpPr/>
            <p:nvPr/>
          </p:nvSpPr>
          <p:spPr>
            <a:xfrm>
              <a:off x="3222274" y="2920500"/>
              <a:ext cx="480243" cy="181381"/>
            </a:xfrm>
            <a:custGeom>
              <a:avLst/>
              <a:gdLst/>
              <a:ahLst/>
              <a:cxnLst/>
              <a:rect l="l" t="t" r="r" b="b"/>
              <a:pathLst>
                <a:path w="20462" h="7177" extrusionOk="0">
                  <a:moveTo>
                    <a:pt x="0" y="0"/>
                  </a:moveTo>
                  <a:lnTo>
                    <a:pt x="0" y="7176"/>
                  </a:lnTo>
                  <a:lnTo>
                    <a:pt x="20461" y="7176"/>
                  </a:lnTo>
                  <a:lnTo>
                    <a:pt x="2046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11" name="Google Shape;9211;p60"/>
            <p:cNvSpPr/>
            <p:nvPr/>
          </p:nvSpPr>
          <p:spPr>
            <a:xfrm>
              <a:off x="3222276" y="2920500"/>
              <a:ext cx="233593" cy="181381"/>
            </a:xfrm>
            <a:custGeom>
              <a:avLst/>
              <a:gdLst/>
              <a:ahLst/>
              <a:cxnLst/>
              <a:rect l="l" t="t" r="r" b="b"/>
              <a:pathLst>
                <a:path w="10703" h="7177" extrusionOk="0">
                  <a:moveTo>
                    <a:pt x="0" y="0"/>
                  </a:moveTo>
                  <a:lnTo>
                    <a:pt x="0" y="7176"/>
                  </a:lnTo>
                  <a:lnTo>
                    <a:pt x="10702" y="7176"/>
                  </a:lnTo>
                  <a:lnTo>
                    <a:pt x="1070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212" name="Google Shape;9212;p60"/>
          <p:cNvGrpSpPr/>
          <p:nvPr/>
        </p:nvGrpSpPr>
        <p:grpSpPr>
          <a:xfrm>
            <a:off x="3526573" y="3256553"/>
            <a:ext cx="447702" cy="1135923"/>
            <a:chOff x="3526573" y="3256553"/>
            <a:chExt cx="447702" cy="1135923"/>
          </a:xfrm>
        </p:grpSpPr>
        <p:sp>
          <p:nvSpPr>
            <p:cNvPr id="9213" name="Google Shape;9213;p60"/>
            <p:cNvSpPr/>
            <p:nvPr/>
          </p:nvSpPr>
          <p:spPr>
            <a:xfrm>
              <a:off x="3526573" y="3256553"/>
              <a:ext cx="447702" cy="1135923"/>
            </a:xfrm>
            <a:custGeom>
              <a:avLst/>
              <a:gdLst/>
              <a:ahLst/>
              <a:cxnLst/>
              <a:rect l="l" t="t" r="r" b="b"/>
              <a:pathLst>
                <a:path w="17715" h="44947" extrusionOk="0">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214" name="Google Shape;9214;p60"/>
            <p:cNvGrpSpPr/>
            <p:nvPr/>
          </p:nvGrpSpPr>
          <p:grpSpPr>
            <a:xfrm>
              <a:off x="3539512" y="3261380"/>
              <a:ext cx="426827" cy="1112925"/>
              <a:chOff x="3539512" y="3261380"/>
              <a:chExt cx="426827" cy="1112925"/>
            </a:xfrm>
          </p:grpSpPr>
          <p:sp>
            <p:nvSpPr>
              <p:cNvPr id="9215" name="Google Shape;9215;p60"/>
              <p:cNvSpPr/>
              <p:nvPr/>
            </p:nvSpPr>
            <p:spPr>
              <a:xfrm>
                <a:off x="3539512" y="3319229"/>
                <a:ext cx="211809" cy="1054874"/>
              </a:xfrm>
              <a:custGeom>
                <a:avLst/>
                <a:gdLst/>
                <a:ahLst/>
                <a:cxnLst/>
                <a:rect l="l" t="t" r="r" b="b"/>
                <a:pathLst>
                  <a:path w="8381" h="41740" extrusionOk="0">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16" name="Google Shape;9216;p60"/>
              <p:cNvSpPr/>
              <p:nvPr/>
            </p:nvSpPr>
            <p:spPr>
              <a:xfrm>
                <a:off x="3743006" y="3319684"/>
                <a:ext cx="223333" cy="1054621"/>
              </a:xfrm>
              <a:custGeom>
                <a:avLst/>
                <a:gdLst/>
                <a:ahLst/>
                <a:cxnLst/>
                <a:rect l="l" t="t" r="r" b="b"/>
                <a:pathLst>
                  <a:path w="8837" h="41730" extrusionOk="0">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217" name="Google Shape;9217;p60"/>
              <p:cNvGrpSpPr/>
              <p:nvPr/>
            </p:nvGrpSpPr>
            <p:grpSpPr>
              <a:xfrm>
                <a:off x="3696227" y="3261380"/>
                <a:ext cx="108950" cy="73543"/>
                <a:chOff x="3696227" y="3261380"/>
                <a:chExt cx="108950" cy="73543"/>
              </a:xfrm>
            </p:grpSpPr>
            <p:sp>
              <p:nvSpPr>
                <p:cNvPr id="9218" name="Google Shape;9218;p60"/>
                <p:cNvSpPr/>
                <p:nvPr/>
              </p:nvSpPr>
              <p:spPr>
                <a:xfrm>
                  <a:off x="3696227" y="3261380"/>
                  <a:ext cx="108950" cy="73442"/>
                </a:xfrm>
                <a:custGeom>
                  <a:avLst/>
                  <a:gdLst/>
                  <a:ahLst/>
                  <a:cxnLst/>
                  <a:rect l="l" t="t" r="r" b="b"/>
                  <a:pathLst>
                    <a:path w="4311" h="2906" extrusionOk="0">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19" name="Google Shape;9219;p60"/>
                <p:cNvSpPr/>
                <p:nvPr/>
              </p:nvSpPr>
              <p:spPr>
                <a:xfrm>
                  <a:off x="3697743" y="3283367"/>
                  <a:ext cx="9528" cy="27699"/>
                </a:xfrm>
                <a:custGeom>
                  <a:avLst/>
                  <a:gdLst/>
                  <a:ahLst/>
                  <a:cxnLst/>
                  <a:rect l="l" t="t" r="r" b="b"/>
                  <a:pathLst>
                    <a:path w="377" h="1096" extrusionOk="0">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20" name="Google Shape;9220;p60"/>
                <p:cNvSpPr/>
                <p:nvPr/>
              </p:nvSpPr>
              <p:spPr>
                <a:xfrm>
                  <a:off x="3714676" y="3292465"/>
                  <a:ext cx="21381" cy="21507"/>
                </a:xfrm>
                <a:custGeom>
                  <a:avLst/>
                  <a:gdLst/>
                  <a:ahLst/>
                  <a:cxnLst/>
                  <a:rect l="l" t="t" r="r" b="b"/>
                  <a:pathLst>
                    <a:path w="846" h="851" extrusionOk="0">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21" name="Google Shape;9221;p60"/>
                <p:cNvSpPr/>
                <p:nvPr/>
              </p:nvSpPr>
              <p:spPr>
                <a:xfrm>
                  <a:off x="3710127" y="3264893"/>
                  <a:ext cx="17943" cy="15315"/>
                </a:xfrm>
                <a:custGeom>
                  <a:avLst/>
                  <a:gdLst/>
                  <a:ahLst/>
                  <a:cxnLst/>
                  <a:rect l="l" t="t" r="r" b="b"/>
                  <a:pathLst>
                    <a:path w="710" h="606" extrusionOk="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22" name="Google Shape;9222;p60"/>
                <p:cNvSpPr/>
                <p:nvPr/>
              </p:nvSpPr>
              <p:spPr>
                <a:xfrm>
                  <a:off x="3704491" y="3275786"/>
                  <a:ext cx="22063" cy="28255"/>
                </a:xfrm>
                <a:custGeom>
                  <a:avLst/>
                  <a:gdLst/>
                  <a:ahLst/>
                  <a:cxnLst/>
                  <a:rect l="l" t="t" r="r" b="b"/>
                  <a:pathLst>
                    <a:path w="873" h="1118" extrusionOk="0">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23" name="Google Shape;9223;p60"/>
                <p:cNvSpPr/>
                <p:nvPr/>
              </p:nvSpPr>
              <p:spPr>
                <a:xfrm>
                  <a:off x="3728323" y="3261507"/>
                  <a:ext cx="24792" cy="18702"/>
                </a:xfrm>
                <a:custGeom>
                  <a:avLst/>
                  <a:gdLst/>
                  <a:ahLst/>
                  <a:cxnLst/>
                  <a:rect l="l" t="t" r="r" b="b"/>
                  <a:pathLst>
                    <a:path w="981" h="740" extrusionOk="0">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24" name="Google Shape;9224;p60"/>
                <p:cNvSpPr/>
                <p:nvPr/>
              </p:nvSpPr>
              <p:spPr>
                <a:xfrm>
                  <a:off x="3725821" y="3278136"/>
                  <a:ext cx="24413" cy="26309"/>
                </a:xfrm>
                <a:custGeom>
                  <a:avLst/>
                  <a:gdLst/>
                  <a:ahLst/>
                  <a:cxnLst/>
                  <a:rect l="l" t="t" r="r" b="b"/>
                  <a:pathLst>
                    <a:path w="966" h="1041" extrusionOk="0">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25" name="Google Shape;9225;p60"/>
                <p:cNvSpPr/>
                <p:nvPr/>
              </p:nvSpPr>
              <p:spPr>
                <a:xfrm>
                  <a:off x="3744573" y="3263377"/>
                  <a:ext cx="10766" cy="25652"/>
                </a:xfrm>
                <a:custGeom>
                  <a:avLst/>
                  <a:gdLst/>
                  <a:ahLst/>
                  <a:cxnLst/>
                  <a:rect l="l" t="t" r="r" b="b"/>
                  <a:pathLst>
                    <a:path w="426" h="1015" extrusionOk="0">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26" name="Google Shape;9226;p60"/>
                <p:cNvSpPr/>
                <p:nvPr/>
              </p:nvSpPr>
              <p:spPr>
                <a:xfrm>
                  <a:off x="3723344" y="3304141"/>
                  <a:ext cx="28684" cy="22493"/>
                </a:xfrm>
                <a:custGeom>
                  <a:avLst/>
                  <a:gdLst/>
                  <a:ahLst/>
                  <a:cxnLst/>
                  <a:rect l="l" t="t" r="r" b="b"/>
                  <a:pathLst>
                    <a:path w="1135" h="890" extrusionOk="0">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27" name="Google Shape;9227;p60"/>
                <p:cNvSpPr/>
                <p:nvPr/>
              </p:nvSpPr>
              <p:spPr>
                <a:xfrm>
                  <a:off x="3725290" y="3325471"/>
                  <a:ext cx="27294" cy="9452"/>
                </a:xfrm>
                <a:custGeom>
                  <a:avLst/>
                  <a:gdLst/>
                  <a:ahLst/>
                  <a:cxnLst/>
                  <a:rect l="l" t="t" r="r" b="b"/>
                  <a:pathLst>
                    <a:path w="1080" h="374" extrusionOk="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28" name="Google Shape;9228;p60"/>
                <p:cNvSpPr/>
                <p:nvPr/>
              </p:nvSpPr>
              <p:spPr>
                <a:xfrm>
                  <a:off x="3745104" y="3291075"/>
                  <a:ext cx="26890" cy="21583"/>
                </a:xfrm>
                <a:custGeom>
                  <a:avLst/>
                  <a:gdLst/>
                  <a:ahLst/>
                  <a:cxnLst/>
                  <a:rect l="l" t="t" r="r" b="b"/>
                  <a:pathLst>
                    <a:path w="1064" h="854" extrusionOk="0">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29" name="Google Shape;9229;p60"/>
                <p:cNvSpPr/>
                <p:nvPr/>
              </p:nvSpPr>
              <p:spPr>
                <a:xfrm>
                  <a:off x="3753520" y="3276013"/>
                  <a:ext cx="20547" cy="21835"/>
                </a:xfrm>
                <a:custGeom>
                  <a:avLst/>
                  <a:gdLst/>
                  <a:ahLst/>
                  <a:cxnLst/>
                  <a:rect l="l" t="t" r="r" b="b"/>
                  <a:pathLst>
                    <a:path w="813" h="864" extrusionOk="0">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30" name="Google Shape;9230;p60"/>
                <p:cNvSpPr/>
                <p:nvPr/>
              </p:nvSpPr>
              <p:spPr>
                <a:xfrm>
                  <a:off x="3764109" y="3276342"/>
                  <a:ext cx="29215" cy="26865"/>
                </a:xfrm>
                <a:custGeom>
                  <a:avLst/>
                  <a:gdLst/>
                  <a:ahLst/>
                  <a:cxnLst/>
                  <a:rect l="l" t="t" r="r" b="b"/>
                  <a:pathLst>
                    <a:path w="1156" h="1063" extrusionOk="0">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31" name="Google Shape;9231;p60"/>
                <p:cNvSpPr/>
                <p:nvPr/>
              </p:nvSpPr>
              <p:spPr>
                <a:xfrm>
                  <a:off x="3756552" y="3261734"/>
                  <a:ext cx="19561" cy="14911"/>
                </a:xfrm>
                <a:custGeom>
                  <a:avLst/>
                  <a:gdLst/>
                  <a:ahLst/>
                  <a:cxnLst/>
                  <a:rect l="l" t="t" r="r" b="b"/>
                  <a:pathLst>
                    <a:path w="774" h="590" extrusionOk="0">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32" name="Google Shape;9232;p60"/>
                <p:cNvSpPr/>
                <p:nvPr/>
              </p:nvSpPr>
              <p:spPr>
                <a:xfrm>
                  <a:off x="3776644" y="3266005"/>
                  <a:ext cx="18904" cy="16958"/>
                </a:xfrm>
                <a:custGeom>
                  <a:avLst/>
                  <a:gdLst/>
                  <a:ahLst/>
                  <a:cxnLst/>
                  <a:rect l="l" t="t" r="r" b="b"/>
                  <a:pathLst>
                    <a:path w="748" h="671" extrusionOk="0">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33" name="Google Shape;9233;p60"/>
                <p:cNvSpPr/>
                <p:nvPr/>
              </p:nvSpPr>
              <p:spPr>
                <a:xfrm>
                  <a:off x="3784630" y="3282811"/>
                  <a:ext cx="19435" cy="28811"/>
                </a:xfrm>
                <a:custGeom>
                  <a:avLst/>
                  <a:gdLst/>
                  <a:ahLst/>
                  <a:cxnLst/>
                  <a:rect l="l" t="t" r="r" b="b"/>
                  <a:pathLst>
                    <a:path w="769" h="1140" extrusionOk="0">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34" name="Google Shape;9234;p60"/>
                <p:cNvSpPr/>
                <p:nvPr/>
              </p:nvSpPr>
              <p:spPr>
                <a:xfrm>
                  <a:off x="3751321" y="3308286"/>
                  <a:ext cx="30858" cy="26460"/>
                </a:xfrm>
                <a:custGeom>
                  <a:avLst/>
                  <a:gdLst/>
                  <a:ahLst/>
                  <a:cxnLst/>
                  <a:rect l="l" t="t" r="r" b="b"/>
                  <a:pathLst>
                    <a:path w="1221" h="1047" extrusionOk="0">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35" name="Google Shape;9235;p60"/>
                <p:cNvSpPr/>
                <p:nvPr/>
              </p:nvSpPr>
              <p:spPr>
                <a:xfrm>
                  <a:off x="3771413" y="3299466"/>
                  <a:ext cx="21507" cy="19864"/>
                </a:xfrm>
                <a:custGeom>
                  <a:avLst/>
                  <a:gdLst/>
                  <a:ahLst/>
                  <a:cxnLst/>
                  <a:rect l="l" t="t" r="r" b="b"/>
                  <a:pathLst>
                    <a:path w="851" h="786" extrusionOk="0">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36" name="Google Shape;9236;p60"/>
                <p:cNvSpPr/>
                <p:nvPr/>
              </p:nvSpPr>
              <p:spPr>
                <a:xfrm>
                  <a:off x="3780081" y="3309929"/>
                  <a:ext cx="24135" cy="23301"/>
                </a:xfrm>
                <a:custGeom>
                  <a:avLst/>
                  <a:gdLst/>
                  <a:ahLst/>
                  <a:cxnLst/>
                  <a:rect l="l" t="t" r="r" b="b"/>
                  <a:pathLst>
                    <a:path w="955" h="922" extrusionOk="0">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37" name="Google Shape;9237;p60"/>
                <p:cNvSpPr/>
                <p:nvPr/>
              </p:nvSpPr>
              <p:spPr>
                <a:xfrm>
                  <a:off x="3704087" y="3305127"/>
                  <a:ext cx="20117" cy="28103"/>
                </a:xfrm>
                <a:custGeom>
                  <a:avLst/>
                  <a:gdLst/>
                  <a:ahLst/>
                  <a:cxnLst/>
                  <a:rect l="l" t="t" r="r" b="b"/>
                  <a:pathLst>
                    <a:path w="796" h="1112" extrusionOk="0">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38" name="Google Shape;9238;p60"/>
                <p:cNvSpPr/>
                <p:nvPr/>
              </p:nvSpPr>
              <p:spPr>
                <a:xfrm>
                  <a:off x="3697187" y="3307856"/>
                  <a:ext cx="12156" cy="21785"/>
                </a:xfrm>
                <a:custGeom>
                  <a:avLst/>
                  <a:gdLst/>
                  <a:ahLst/>
                  <a:cxnLst/>
                  <a:rect l="l" t="t" r="r" b="b"/>
                  <a:pathLst>
                    <a:path w="481" h="862" extrusionOk="0">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9239" name="Google Shape;9239;p60"/>
          <p:cNvGrpSpPr/>
          <p:nvPr/>
        </p:nvGrpSpPr>
        <p:grpSpPr>
          <a:xfrm>
            <a:off x="5334138" y="3587286"/>
            <a:ext cx="566433" cy="793236"/>
            <a:chOff x="5334138" y="3587286"/>
            <a:chExt cx="566433" cy="793236"/>
          </a:xfrm>
        </p:grpSpPr>
        <p:sp>
          <p:nvSpPr>
            <p:cNvPr id="9240" name="Google Shape;9240;p60"/>
            <p:cNvSpPr/>
            <p:nvPr/>
          </p:nvSpPr>
          <p:spPr>
            <a:xfrm>
              <a:off x="5474754" y="3587286"/>
              <a:ext cx="285200" cy="198743"/>
            </a:xfrm>
            <a:custGeom>
              <a:avLst/>
              <a:gdLst/>
              <a:ahLst/>
              <a:cxnLst/>
              <a:rect l="l" t="t" r="r" b="b"/>
              <a:pathLst>
                <a:path w="11285" h="7864" extrusionOk="0">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41" name="Google Shape;9241;p60"/>
            <p:cNvSpPr/>
            <p:nvPr/>
          </p:nvSpPr>
          <p:spPr>
            <a:xfrm>
              <a:off x="5364161" y="3785408"/>
              <a:ext cx="506511" cy="198718"/>
            </a:xfrm>
            <a:custGeom>
              <a:avLst/>
              <a:gdLst/>
              <a:ahLst/>
              <a:cxnLst/>
              <a:rect l="l" t="t" r="r" b="b"/>
              <a:pathLst>
                <a:path w="20042" h="7863" extrusionOk="0">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42" name="Google Shape;9242;p60"/>
            <p:cNvSpPr/>
            <p:nvPr/>
          </p:nvSpPr>
          <p:spPr>
            <a:xfrm>
              <a:off x="5334138" y="3983505"/>
              <a:ext cx="566433" cy="198895"/>
            </a:xfrm>
            <a:custGeom>
              <a:avLst/>
              <a:gdLst/>
              <a:ahLst/>
              <a:cxnLst/>
              <a:rect l="l" t="t" r="r" b="b"/>
              <a:pathLst>
                <a:path w="22413" h="7870" extrusionOk="0">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43" name="Google Shape;9243;p60"/>
            <p:cNvSpPr/>
            <p:nvPr/>
          </p:nvSpPr>
          <p:spPr>
            <a:xfrm>
              <a:off x="5346951" y="4181779"/>
              <a:ext cx="540806" cy="198743"/>
            </a:xfrm>
            <a:custGeom>
              <a:avLst/>
              <a:gdLst/>
              <a:ahLst/>
              <a:cxnLst/>
              <a:rect l="l" t="t" r="r" b="b"/>
              <a:pathLst>
                <a:path w="21399" h="7864" extrusionOk="0">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244" name="Google Shape;9244;p60"/>
          <p:cNvGrpSpPr/>
          <p:nvPr/>
        </p:nvGrpSpPr>
        <p:grpSpPr>
          <a:xfrm>
            <a:off x="5334138" y="2895283"/>
            <a:ext cx="566559" cy="527184"/>
            <a:chOff x="5334138" y="2895283"/>
            <a:chExt cx="566559" cy="527184"/>
          </a:xfrm>
        </p:grpSpPr>
        <p:grpSp>
          <p:nvGrpSpPr>
            <p:cNvPr id="9245" name="Google Shape;9245;p60"/>
            <p:cNvGrpSpPr/>
            <p:nvPr/>
          </p:nvGrpSpPr>
          <p:grpSpPr>
            <a:xfrm>
              <a:off x="5334138" y="2895283"/>
              <a:ext cx="566559" cy="148198"/>
              <a:chOff x="5334138" y="2895283"/>
              <a:chExt cx="566559" cy="148198"/>
            </a:xfrm>
          </p:grpSpPr>
          <p:sp>
            <p:nvSpPr>
              <p:cNvPr id="9246" name="Google Shape;9246;p60"/>
              <p:cNvSpPr/>
              <p:nvPr/>
            </p:nvSpPr>
            <p:spPr>
              <a:xfrm>
                <a:off x="5334138" y="2895283"/>
                <a:ext cx="91739" cy="148198"/>
              </a:xfrm>
              <a:custGeom>
                <a:avLst/>
                <a:gdLst/>
                <a:ahLst/>
                <a:cxnLst/>
                <a:rect l="l" t="t" r="r" b="b"/>
                <a:pathLst>
                  <a:path w="3630" h="5864" extrusionOk="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47" name="Google Shape;9247;p60"/>
              <p:cNvSpPr/>
              <p:nvPr/>
            </p:nvSpPr>
            <p:spPr>
              <a:xfrm>
                <a:off x="5452843" y="2895283"/>
                <a:ext cx="91739" cy="148198"/>
              </a:xfrm>
              <a:custGeom>
                <a:avLst/>
                <a:gdLst/>
                <a:ahLst/>
                <a:cxnLst/>
                <a:rect l="l" t="t" r="r" b="b"/>
                <a:pathLst>
                  <a:path w="3630" h="5864" extrusionOk="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48" name="Google Shape;9248;p60"/>
              <p:cNvSpPr/>
              <p:nvPr/>
            </p:nvSpPr>
            <p:spPr>
              <a:xfrm>
                <a:off x="5571421" y="2895283"/>
                <a:ext cx="91866" cy="148198"/>
              </a:xfrm>
              <a:custGeom>
                <a:avLst/>
                <a:gdLst/>
                <a:ahLst/>
                <a:cxnLst/>
                <a:rect l="l" t="t" r="r" b="b"/>
                <a:pathLst>
                  <a:path w="3635" h="5864" extrusionOk="0">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49" name="Google Shape;9249;p60"/>
              <p:cNvSpPr/>
              <p:nvPr/>
            </p:nvSpPr>
            <p:spPr>
              <a:xfrm>
                <a:off x="5690126" y="2895283"/>
                <a:ext cx="91739" cy="148198"/>
              </a:xfrm>
              <a:custGeom>
                <a:avLst/>
                <a:gdLst/>
                <a:ahLst/>
                <a:cxnLst/>
                <a:rect l="l" t="t" r="r" b="b"/>
                <a:pathLst>
                  <a:path w="3630" h="5864" fill="none" extrusionOk="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50" name="Google Shape;9250;p60"/>
              <p:cNvSpPr/>
              <p:nvPr/>
            </p:nvSpPr>
            <p:spPr>
              <a:xfrm>
                <a:off x="5808957" y="2895283"/>
                <a:ext cx="91739" cy="148198"/>
              </a:xfrm>
              <a:custGeom>
                <a:avLst/>
                <a:gdLst/>
                <a:ahLst/>
                <a:cxnLst/>
                <a:rect l="l" t="t" r="r" b="b"/>
                <a:pathLst>
                  <a:path w="3630" h="5864" fill="none" extrusionOk="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251" name="Google Shape;9251;p60"/>
            <p:cNvGrpSpPr/>
            <p:nvPr/>
          </p:nvGrpSpPr>
          <p:grpSpPr>
            <a:xfrm>
              <a:off x="5334138" y="3086166"/>
              <a:ext cx="566559" cy="148324"/>
              <a:chOff x="5334138" y="3086166"/>
              <a:chExt cx="566559" cy="148324"/>
            </a:xfrm>
          </p:grpSpPr>
          <p:sp>
            <p:nvSpPr>
              <p:cNvPr id="9252" name="Google Shape;9252;p60"/>
              <p:cNvSpPr/>
              <p:nvPr/>
            </p:nvSpPr>
            <p:spPr>
              <a:xfrm>
                <a:off x="5334138" y="3086166"/>
                <a:ext cx="91739" cy="148324"/>
              </a:xfrm>
              <a:custGeom>
                <a:avLst/>
                <a:gdLst/>
                <a:ahLst/>
                <a:cxnLst/>
                <a:rect l="l" t="t" r="r" b="b"/>
                <a:pathLst>
                  <a:path w="3630" h="5869" extrusionOk="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53" name="Google Shape;9253;p60"/>
              <p:cNvSpPr/>
              <p:nvPr/>
            </p:nvSpPr>
            <p:spPr>
              <a:xfrm>
                <a:off x="5452843" y="3086166"/>
                <a:ext cx="91739" cy="148324"/>
              </a:xfrm>
              <a:custGeom>
                <a:avLst/>
                <a:gdLst/>
                <a:ahLst/>
                <a:cxnLst/>
                <a:rect l="l" t="t" r="r" b="b"/>
                <a:pathLst>
                  <a:path w="3630" h="5869" extrusionOk="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54" name="Google Shape;9254;p60"/>
              <p:cNvSpPr/>
              <p:nvPr/>
            </p:nvSpPr>
            <p:spPr>
              <a:xfrm>
                <a:off x="5571421" y="3086166"/>
                <a:ext cx="91866" cy="148324"/>
              </a:xfrm>
              <a:custGeom>
                <a:avLst/>
                <a:gdLst/>
                <a:ahLst/>
                <a:cxnLst/>
                <a:rect l="l" t="t" r="r" b="b"/>
                <a:pathLst>
                  <a:path w="3635" h="5869" fill="none" extrusionOk="0">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55" name="Google Shape;9255;p60"/>
              <p:cNvSpPr/>
              <p:nvPr/>
            </p:nvSpPr>
            <p:spPr>
              <a:xfrm>
                <a:off x="5690126" y="3086166"/>
                <a:ext cx="91739" cy="148324"/>
              </a:xfrm>
              <a:custGeom>
                <a:avLst/>
                <a:gdLst/>
                <a:ahLst/>
                <a:cxnLst/>
                <a:rect l="l" t="t" r="r" b="b"/>
                <a:pathLst>
                  <a:path w="3630" h="5869" fill="none" extrusionOk="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56" name="Google Shape;9256;p60"/>
              <p:cNvSpPr/>
              <p:nvPr/>
            </p:nvSpPr>
            <p:spPr>
              <a:xfrm>
                <a:off x="5808957" y="3086166"/>
                <a:ext cx="91739" cy="148324"/>
              </a:xfrm>
              <a:custGeom>
                <a:avLst/>
                <a:gdLst/>
                <a:ahLst/>
                <a:cxnLst/>
                <a:rect l="l" t="t" r="r" b="b"/>
                <a:pathLst>
                  <a:path w="3630" h="5869" fill="none" extrusionOk="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257" name="Google Shape;9257;p60"/>
            <p:cNvGrpSpPr/>
            <p:nvPr/>
          </p:nvGrpSpPr>
          <p:grpSpPr>
            <a:xfrm>
              <a:off x="5334138" y="3274269"/>
              <a:ext cx="566559" cy="148198"/>
              <a:chOff x="5334138" y="3274269"/>
              <a:chExt cx="566559" cy="148198"/>
            </a:xfrm>
          </p:grpSpPr>
          <p:sp>
            <p:nvSpPr>
              <p:cNvPr id="9258" name="Google Shape;9258;p60"/>
              <p:cNvSpPr/>
              <p:nvPr/>
            </p:nvSpPr>
            <p:spPr>
              <a:xfrm>
                <a:off x="5334138" y="3274269"/>
                <a:ext cx="91739" cy="148198"/>
              </a:xfrm>
              <a:custGeom>
                <a:avLst/>
                <a:gdLst/>
                <a:ahLst/>
                <a:cxnLst/>
                <a:rect l="l" t="t" r="r" b="b"/>
                <a:pathLst>
                  <a:path w="3630" h="5864" extrusionOk="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59" name="Google Shape;9259;p60"/>
              <p:cNvSpPr/>
              <p:nvPr/>
            </p:nvSpPr>
            <p:spPr>
              <a:xfrm>
                <a:off x="5452843" y="3274269"/>
                <a:ext cx="91739" cy="148198"/>
              </a:xfrm>
              <a:custGeom>
                <a:avLst/>
                <a:gdLst/>
                <a:ahLst/>
                <a:cxnLst/>
                <a:rect l="l" t="t" r="r" b="b"/>
                <a:pathLst>
                  <a:path w="3630" h="5864" fill="none" extrusionOk="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60" name="Google Shape;9260;p60"/>
              <p:cNvSpPr/>
              <p:nvPr/>
            </p:nvSpPr>
            <p:spPr>
              <a:xfrm>
                <a:off x="5571421" y="3274269"/>
                <a:ext cx="91866" cy="148198"/>
              </a:xfrm>
              <a:custGeom>
                <a:avLst/>
                <a:gdLst/>
                <a:ahLst/>
                <a:cxnLst/>
                <a:rect l="l" t="t" r="r" b="b"/>
                <a:pathLst>
                  <a:path w="3635" h="5864" fill="none" extrusionOk="0">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61" name="Google Shape;9261;p60"/>
              <p:cNvSpPr/>
              <p:nvPr/>
            </p:nvSpPr>
            <p:spPr>
              <a:xfrm>
                <a:off x="5690126" y="3274269"/>
                <a:ext cx="91739" cy="148198"/>
              </a:xfrm>
              <a:custGeom>
                <a:avLst/>
                <a:gdLst/>
                <a:ahLst/>
                <a:cxnLst/>
                <a:rect l="l" t="t" r="r" b="b"/>
                <a:pathLst>
                  <a:path w="3630" h="5864" fill="none" extrusionOk="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62" name="Google Shape;9262;p60"/>
              <p:cNvSpPr/>
              <p:nvPr/>
            </p:nvSpPr>
            <p:spPr>
              <a:xfrm>
                <a:off x="5808957" y="3274269"/>
                <a:ext cx="91739" cy="148198"/>
              </a:xfrm>
              <a:custGeom>
                <a:avLst/>
                <a:gdLst/>
                <a:ahLst/>
                <a:cxnLst/>
                <a:rect l="l" t="t" r="r" b="b"/>
                <a:pathLst>
                  <a:path w="3630" h="5864" fill="none" extrusionOk="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w="9525" cap="flat" cmpd="sng">
                <a:solidFill>
                  <a:srgbClr val="869FB1"/>
                </a:solidFill>
                <a:prstDash val="solid"/>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9263" name="Google Shape;9263;p60"/>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err="1">
                <a:latin typeface="Arial"/>
                <a:ea typeface="Arial"/>
                <a:cs typeface="Arial"/>
                <a:sym typeface="Arial"/>
              </a:rPr>
              <a:t>Medical</a:t>
            </a:r>
            <a:r>
              <a:rPr lang="it-IT" noProof="0" dirty="0">
                <a:latin typeface="Arial"/>
                <a:ea typeface="Arial"/>
                <a:cs typeface="Arial"/>
                <a:sym typeface="Arial"/>
              </a:rPr>
              <a:t> </a:t>
            </a:r>
            <a:r>
              <a:rPr lang="it-IT" noProof="0" dirty="0" err="1">
                <a:latin typeface="Arial"/>
                <a:ea typeface="Arial"/>
                <a:cs typeface="Arial"/>
                <a:sym typeface="Arial"/>
              </a:rPr>
              <a:t>Infographics</a:t>
            </a:r>
            <a:endParaRPr lang="it-IT" noProof="0" dirty="0">
              <a:solidFill>
                <a:srgbClr val="FFFFFF"/>
              </a:solidFill>
              <a:latin typeface="Arial"/>
              <a:ea typeface="Arial"/>
              <a:cs typeface="Arial"/>
              <a:sym typeface="Arial"/>
            </a:endParaRPr>
          </a:p>
        </p:txBody>
      </p:sp>
      <p:grpSp>
        <p:nvGrpSpPr>
          <p:cNvPr id="9264" name="Google Shape;9264;p60"/>
          <p:cNvGrpSpPr/>
          <p:nvPr/>
        </p:nvGrpSpPr>
        <p:grpSpPr>
          <a:xfrm>
            <a:off x="6632594" y="1532342"/>
            <a:ext cx="1585066" cy="1126471"/>
            <a:chOff x="6608782" y="1551392"/>
            <a:chExt cx="1585066" cy="1126471"/>
          </a:xfrm>
        </p:grpSpPr>
        <p:grpSp>
          <p:nvGrpSpPr>
            <p:cNvPr id="9265" name="Google Shape;9265;p60"/>
            <p:cNvGrpSpPr/>
            <p:nvPr/>
          </p:nvGrpSpPr>
          <p:grpSpPr>
            <a:xfrm>
              <a:off x="6608782" y="1882715"/>
              <a:ext cx="77561" cy="73012"/>
              <a:chOff x="6608782" y="1882715"/>
              <a:chExt cx="77561" cy="73012"/>
            </a:xfrm>
          </p:grpSpPr>
          <p:sp>
            <p:nvSpPr>
              <p:cNvPr id="9266" name="Google Shape;9266;p60"/>
              <p:cNvSpPr/>
              <p:nvPr/>
            </p:nvSpPr>
            <p:spPr>
              <a:xfrm>
                <a:off x="6616212" y="1955702"/>
                <a:ext cx="65153" cy="25"/>
              </a:xfrm>
              <a:custGeom>
                <a:avLst/>
                <a:gdLst/>
                <a:ahLst/>
                <a:cxnLst/>
                <a:rect l="l" t="t" r="r" b="b"/>
                <a:pathLst>
                  <a:path w="2578" h="1" fill="none" extrusionOk="0">
                    <a:moveTo>
                      <a:pt x="1" y="0"/>
                    </a:moveTo>
                    <a:lnTo>
                      <a:pt x="2578" y="0"/>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67" name="Google Shape;9267;p60"/>
              <p:cNvSpPr/>
              <p:nvPr/>
            </p:nvSpPr>
            <p:spPr>
              <a:xfrm>
                <a:off x="6686318" y="1887820"/>
                <a:ext cx="25" cy="60199"/>
              </a:xfrm>
              <a:custGeom>
                <a:avLst/>
                <a:gdLst/>
                <a:ahLst/>
                <a:cxnLst/>
                <a:rect l="l" t="t" r="r" b="b"/>
                <a:pathLst>
                  <a:path w="1" h="2382" fill="none" extrusionOk="0">
                    <a:moveTo>
                      <a:pt x="0" y="2381"/>
                    </a:moveTo>
                    <a:lnTo>
                      <a:pt x="0" y="0"/>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68" name="Google Shape;9268;p60"/>
              <p:cNvSpPr/>
              <p:nvPr/>
            </p:nvSpPr>
            <p:spPr>
              <a:xfrm>
                <a:off x="6613735" y="1882715"/>
                <a:ext cx="65153" cy="25"/>
              </a:xfrm>
              <a:custGeom>
                <a:avLst/>
                <a:gdLst/>
                <a:ahLst/>
                <a:cxnLst/>
                <a:rect l="l" t="t" r="r" b="b"/>
                <a:pathLst>
                  <a:path w="2578" h="1" fill="none" extrusionOk="0">
                    <a:moveTo>
                      <a:pt x="2578" y="1"/>
                    </a:moveTo>
                    <a:lnTo>
                      <a:pt x="1" y="1"/>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69" name="Google Shape;9269;p60"/>
              <p:cNvSpPr/>
              <p:nvPr/>
            </p:nvSpPr>
            <p:spPr>
              <a:xfrm>
                <a:off x="6608782" y="1890423"/>
                <a:ext cx="25" cy="60199"/>
              </a:xfrm>
              <a:custGeom>
                <a:avLst/>
                <a:gdLst/>
                <a:ahLst/>
                <a:cxnLst/>
                <a:rect l="l" t="t" r="r" b="b"/>
                <a:pathLst>
                  <a:path w="1" h="2382" fill="none" extrusionOk="0">
                    <a:moveTo>
                      <a:pt x="0" y="1"/>
                    </a:moveTo>
                    <a:lnTo>
                      <a:pt x="0" y="2382"/>
                    </a:lnTo>
                  </a:path>
                </a:pathLst>
              </a:custGeom>
              <a:noFill/>
              <a:ln w="9525" cap="flat" cmpd="sng">
                <a:solidFill>
                  <a:srgbClr val="869FB1"/>
                </a:solidFill>
                <a:prstDash val="dash"/>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270" name="Google Shape;9270;p60"/>
            <p:cNvGrpSpPr/>
            <p:nvPr/>
          </p:nvGrpSpPr>
          <p:grpSpPr>
            <a:xfrm>
              <a:off x="6608782" y="1551392"/>
              <a:ext cx="1585066" cy="1126471"/>
              <a:chOff x="6608782" y="1551392"/>
              <a:chExt cx="1585066" cy="1126471"/>
            </a:xfrm>
          </p:grpSpPr>
          <p:sp>
            <p:nvSpPr>
              <p:cNvPr id="9271" name="Google Shape;9271;p60"/>
              <p:cNvSpPr/>
              <p:nvPr/>
            </p:nvSpPr>
            <p:spPr>
              <a:xfrm>
                <a:off x="6999469" y="1551392"/>
                <a:ext cx="1194378" cy="1126471"/>
              </a:xfrm>
              <a:custGeom>
                <a:avLst/>
                <a:gdLst/>
                <a:ahLst/>
                <a:cxnLst/>
                <a:rect l="l" t="t" r="r" b="b"/>
                <a:pathLst>
                  <a:path w="47260" h="44573" extrusionOk="0">
                    <a:moveTo>
                      <a:pt x="0" y="0"/>
                    </a:moveTo>
                    <a:lnTo>
                      <a:pt x="0" y="44573"/>
                    </a:lnTo>
                    <a:lnTo>
                      <a:pt x="47259" y="44573"/>
                    </a:lnTo>
                    <a:lnTo>
                      <a:pt x="47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272" name="Google Shape;9272;p60"/>
              <p:cNvGrpSpPr/>
              <p:nvPr/>
            </p:nvGrpSpPr>
            <p:grpSpPr>
              <a:xfrm>
                <a:off x="6608782" y="1551392"/>
                <a:ext cx="1585066" cy="1126471"/>
                <a:chOff x="6608782" y="1551392"/>
                <a:chExt cx="1585066" cy="1126471"/>
              </a:xfrm>
            </p:grpSpPr>
            <p:sp>
              <p:nvSpPr>
                <p:cNvPr id="9273" name="Google Shape;9273;p60"/>
                <p:cNvSpPr/>
                <p:nvPr/>
              </p:nvSpPr>
              <p:spPr>
                <a:xfrm>
                  <a:off x="6686318" y="1955702"/>
                  <a:ext cx="1507530" cy="722162"/>
                </a:xfrm>
                <a:custGeom>
                  <a:avLst/>
                  <a:gdLst/>
                  <a:ahLst/>
                  <a:cxnLst/>
                  <a:rect l="l" t="t" r="r" b="b"/>
                  <a:pathLst>
                    <a:path w="59651" h="28575" fill="none" extrusionOk="0">
                      <a:moveTo>
                        <a:pt x="0" y="0"/>
                      </a:moveTo>
                      <a:lnTo>
                        <a:pt x="59650" y="28575"/>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74" name="Google Shape;9274;p60"/>
                <p:cNvSpPr/>
                <p:nvPr/>
              </p:nvSpPr>
              <p:spPr>
                <a:xfrm>
                  <a:off x="6686318" y="1551392"/>
                  <a:ext cx="1507530" cy="331348"/>
                </a:xfrm>
                <a:custGeom>
                  <a:avLst/>
                  <a:gdLst/>
                  <a:ahLst/>
                  <a:cxnLst/>
                  <a:rect l="l" t="t" r="r" b="b"/>
                  <a:pathLst>
                    <a:path w="59651" h="13111" fill="none" extrusionOk="0">
                      <a:moveTo>
                        <a:pt x="0" y="13111"/>
                      </a:moveTo>
                      <a:lnTo>
                        <a:pt x="12391" y="10386"/>
                      </a:lnTo>
                      <a:lnTo>
                        <a:pt x="59650" y="0"/>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75" name="Google Shape;9275;p60"/>
                <p:cNvSpPr/>
                <p:nvPr/>
              </p:nvSpPr>
              <p:spPr>
                <a:xfrm>
                  <a:off x="6608782" y="1551392"/>
                  <a:ext cx="390713" cy="331348"/>
                </a:xfrm>
                <a:custGeom>
                  <a:avLst/>
                  <a:gdLst/>
                  <a:ahLst/>
                  <a:cxnLst/>
                  <a:rect l="l" t="t" r="r" b="b"/>
                  <a:pathLst>
                    <a:path w="15460" h="13111" fill="none" extrusionOk="0">
                      <a:moveTo>
                        <a:pt x="0" y="13111"/>
                      </a:moveTo>
                      <a:lnTo>
                        <a:pt x="15459" y="0"/>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76" name="Google Shape;9276;p60"/>
                <p:cNvSpPr/>
                <p:nvPr/>
              </p:nvSpPr>
              <p:spPr>
                <a:xfrm>
                  <a:off x="6608782" y="1955702"/>
                  <a:ext cx="390713" cy="722162"/>
                </a:xfrm>
                <a:custGeom>
                  <a:avLst/>
                  <a:gdLst/>
                  <a:ahLst/>
                  <a:cxnLst/>
                  <a:rect l="l" t="t" r="r" b="b"/>
                  <a:pathLst>
                    <a:path w="15460" h="28575" fill="none" extrusionOk="0">
                      <a:moveTo>
                        <a:pt x="0" y="0"/>
                      </a:moveTo>
                      <a:lnTo>
                        <a:pt x="15459" y="28575"/>
                      </a:lnTo>
                    </a:path>
                  </a:pathLst>
                </a:custGeom>
                <a:noFill/>
                <a:ln w="9525" cap="flat" cmpd="sng">
                  <a:solidFill>
                    <a:srgbClr val="869FB1"/>
                  </a:solidFill>
                  <a:prstDash val="dashDot"/>
                  <a:miter lim="544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9277" name="Google Shape;9277;p60"/>
          <p:cNvGrpSpPr/>
          <p:nvPr/>
        </p:nvGrpSpPr>
        <p:grpSpPr>
          <a:xfrm>
            <a:off x="6057386" y="2827805"/>
            <a:ext cx="302032" cy="1568967"/>
            <a:chOff x="6057386" y="2827805"/>
            <a:chExt cx="302032" cy="1568967"/>
          </a:xfrm>
        </p:grpSpPr>
        <p:grpSp>
          <p:nvGrpSpPr>
            <p:cNvPr id="9278" name="Google Shape;9278;p60"/>
            <p:cNvGrpSpPr/>
            <p:nvPr/>
          </p:nvGrpSpPr>
          <p:grpSpPr>
            <a:xfrm>
              <a:off x="6057386" y="2827805"/>
              <a:ext cx="302032" cy="1568967"/>
              <a:chOff x="6057386" y="2827805"/>
              <a:chExt cx="302032" cy="1568967"/>
            </a:xfrm>
          </p:grpSpPr>
          <p:sp>
            <p:nvSpPr>
              <p:cNvPr id="9279" name="Google Shape;9279;p60"/>
              <p:cNvSpPr/>
              <p:nvPr/>
            </p:nvSpPr>
            <p:spPr>
              <a:xfrm>
                <a:off x="6057386" y="2827805"/>
                <a:ext cx="302032" cy="1568967"/>
              </a:xfrm>
              <a:custGeom>
                <a:avLst/>
                <a:gdLst/>
                <a:ahLst/>
                <a:cxnLst/>
                <a:rect l="l" t="t" r="r" b="b"/>
                <a:pathLst>
                  <a:path w="11951" h="62082" extrusionOk="0">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80" name="Google Shape;9280;p60"/>
              <p:cNvSpPr/>
              <p:nvPr/>
            </p:nvSpPr>
            <p:spPr>
              <a:xfrm>
                <a:off x="6057386" y="2827805"/>
                <a:ext cx="151104" cy="1566061"/>
              </a:xfrm>
              <a:custGeom>
                <a:avLst/>
                <a:gdLst/>
                <a:ahLst/>
                <a:cxnLst/>
                <a:rect l="l" t="t" r="r" b="b"/>
                <a:pathLst>
                  <a:path w="5979" h="61967" extrusionOk="0">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81" name="Google Shape;9281;p60"/>
              <p:cNvSpPr/>
              <p:nvPr/>
            </p:nvSpPr>
            <p:spPr>
              <a:xfrm>
                <a:off x="6097873" y="2964428"/>
                <a:ext cx="66416" cy="11044"/>
              </a:xfrm>
              <a:custGeom>
                <a:avLst/>
                <a:gdLst/>
                <a:ahLst/>
                <a:cxnLst/>
                <a:rect l="l" t="t" r="r" b="b"/>
                <a:pathLst>
                  <a:path w="2628" h="437" extrusionOk="0">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82" name="Google Shape;9282;p60"/>
              <p:cNvSpPr/>
              <p:nvPr/>
            </p:nvSpPr>
            <p:spPr>
              <a:xfrm>
                <a:off x="6097873" y="3094278"/>
                <a:ext cx="66416" cy="11044"/>
              </a:xfrm>
              <a:custGeom>
                <a:avLst/>
                <a:gdLst/>
                <a:ahLst/>
                <a:cxnLst/>
                <a:rect l="l" t="t" r="r" b="b"/>
                <a:pathLst>
                  <a:path w="2628" h="437" extrusionOk="0">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83" name="Google Shape;9283;p60"/>
              <p:cNvSpPr/>
              <p:nvPr/>
            </p:nvSpPr>
            <p:spPr>
              <a:xfrm>
                <a:off x="6097873" y="3224002"/>
                <a:ext cx="66416" cy="11170"/>
              </a:xfrm>
              <a:custGeom>
                <a:avLst/>
                <a:gdLst/>
                <a:ahLst/>
                <a:cxnLst/>
                <a:rect l="l" t="t" r="r" b="b"/>
                <a:pathLst>
                  <a:path w="2628" h="442" extrusionOk="0">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84" name="Google Shape;9284;p60"/>
              <p:cNvSpPr/>
              <p:nvPr/>
            </p:nvSpPr>
            <p:spPr>
              <a:xfrm>
                <a:off x="6097873" y="3353852"/>
                <a:ext cx="66416" cy="11196"/>
              </a:xfrm>
              <a:custGeom>
                <a:avLst/>
                <a:gdLst/>
                <a:ahLst/>
                <a:cxnLst/>
                <a:rect l="l" t="t" r="r" b="b"/>
                <a:pathLst>
                  <a:path w="2628" h="443" extrusionOk="0">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85" name="Google Shape;9285;p60"/>
              <p:cNvSpPr/>
              <p:nvPr/>
            </p:nvSpPr>
            <p:spPr>
              <a:xfrm>
                <a:off x="6097873" y="3483728"/>
                <a:ext cx="66416" cy="11044"/>
              </a:xfrm>
              <a:custGeom>
                <a:avLst/>
                <a:gdLst/>
                <a:ahLst/>
                <a:cxnLst/>
                <a:rect l="l" t="t" r="r" b="b"/>
                <a:pathLst>
                  <a:path w="2628" h="437" extrusionOk="0">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86" name="Google Shape;9286;p60"/>
              <p:cNvSpPr/>
              <p:nvPr/>
            </p:nvSpPr>
            <p:spPr>
              <a:xfrm>
                <a:off x="6097873" y="3613578"/>
                <a:ext cx="66416" cy="11044"/>
              </a:xfrm>
              <a:custGeom>
                <a:avLst/>
                <a:gdLst/>
                <a:ahLst/>
                <a:cxnLst/>
                <a:rect l="l" t="t" r="r" b="b"/>
                <a:pathLst>
                  <a:path w="2628" h="437" extrusionOk="0">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87" name="Google Shape;9287;p60"/>
              <p:cNvSpPr/>
              <p:nvPr/>
            </p:nvSpPr>
            <p:spPr>
              <a:xfrm>
                <a:off x="6097873" y="3743453"/>
                <a:ext cx="66416" cy="11044"/>
              </a:xfrm>
              <a:custGeom>
                <a:avLst/>
                <a:gdLst/>
                <a:ahLst/>
                <a:cxnLst/>
                <a:rect l="l" t="t" r="r" b="b"/>
                <a:pathLst>
                  <a:path w="2628" h="437" extrusionOk="0">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88" name="Google Shape;9288;p60"/>
              <p:cNvSpPr/>
              <p:nvPr/>
            </p:nvSpPr>
            <p:spPr>
              <a:xfrm>
                <a:off x="6254461" y="2964428"/>
                <a:ext cx="66264" cy="11044"/>
              </a:xfrm>
              <a:custGeom>
                <a:avLst/>
                <a:gdLst/>
                <a:ahLst/>
                <a:cxnLst/>
                <a:rect l="l" t="t" r="r" b="b"/>
                <a:pathLst>
                  <a:path w="2622" h="437" extrusionOk="0">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89" name="Google Shape;9289;p60"/>
              <p:cNvSpPr/>
              <p:nvPr/>
            </p:nvSpPr>
            <p:spPr>
              <a:xfrm>
                <a:off x="6254461" y="3094278"/>
                <a:ext cx="66264" cy="11044"/>
              </a:xfrm>
              <a:custGeom>
                <a:avLst/>
                <a:gdLst/>
                <a:ahLst/>
                <a:cxnLst/>
                <a:rect l="l" t="t" r="r" b="b"/>
                <a:pathLst>
                  <a:path w="2622" h="437" extrusionOk="0">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90" name="Google Shape;9290;p60"/>
              <p:cNvSpPr/>
              <p:nvPr/>
            </p:nvSpPr>
            <p:spPr>
              <a:xfrm>
                <a:off x="6254461" y="3224002"/>
                <a:ext cx="66264" cy="11170"/>
              </a:xfrm>
              <a:custGeom>
                <a:avLst/>
                <a:gdLst/>
                <a:ahLst/>
                <a:cxnLst/>
                <a:rect l="l" t="t" r="r" b="b"/>
                <a:pathLst>
                  <a:path w="2622" h="442" extrusionOk="0">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91" name="Google Shape;9291;p60"/>
              <p:cNvSpPr/>
              <p:nvPr/>
            </p:nvSpPr>
            <p:spPr>
              <a:xfrm>
                <a:off x="6254461" y="3353852"/>
                <a:ext cx="66264" cy="11196"/>
              </a:xfrm>
              <a:custGeom>
                <a:avLst/>
                <a:gdLst/>
                <a:ahLst/>
                <a:cxnLst/>
                <a:rect l="l" t="t" r="r" b="b"/>
                <a:pathLst>
                  <a:path w="2622" h="443" extrusionOk="0">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92" name="Google Shape;9292;p60"/>
              <p:cNvSpPr/>
              <p:nvPr/>
            </p:nvSpPr>
            <p:spPr>
              <a:xfrm>
                <a:off x="6254461" y="3483728"/>
                <a:ext cx="66264" cy="11044"/>
              </a:xfrm>
              <a:custGeom>
                <a:avLst/>
                <a:gdLst/>
                <a:ahLst/>
                <a:cxnLst/>
                <a:rect l="l" t="t" r="r" b="b"/>
                <a:pathLst>
                  <a:path w="2622" h="437" extrusionOk="0">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93" name="Google Shape;9293;p60"/>
              <p:cNvSpPr/>
              <p:nvPr/>
            </p:nvSpPr>
            <p:spPr>
              <a:xfrm>
                <a:off x="6254461" y="3613578"/>
                <a:ext cx="66264" cy="11044"/>
              </a:xfrm>
              <a:custGeom>
                <a:avLst/>
                <a:gdLst/>
                <a:ahLst/>
                <a:cxnLst/>
                <a:rect l="l" t="t" r="r" b="b"/>
                <a:pathLst>
                  <a:path w="2622" h="437" extrusionOk="0">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94" name="Google Shape;9294;p60"/>
              <p:cNvSpPr/>
              <p:nvPr/>
            </p:nvSpPr>
            <p:spPr>
              <a:xfrm>
                <a:off x="6254461" y="3743453"/>
                <a:ext cx="66264" cy="11044"/>
              </a:xfrm>
              <a:custGeom>
                <a:avLst/>
                <a:gdLst/>
                <a:ahLst/>
                <a:cxnLst/>
                <a:rect l="l" t="t" r="r" b="b"/>
                <a:pathLst>
                  <a:path w="2622" h="437" extrusionOk="0">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95" name="Google Shape;9295;p60"/>
              <p:cNvSpPr/>
              <p:nvPr/>
            </p:nvSpPr>
            <p:spPr>
              <a:xfrm>
                <a:off x="6131055" y="3027913"/>
                <a:ext cx="33233" cy="11170"/>
              </a:xfrm>
              <a:custGeom>
                <a:avLst/>
                <a:gdLst/>
                <a:ahLst/>
                <a:cxnLst/>
                <a:rect l="l" t="t" r="r" b="b"/>
                <a:pathLst>
                  <a:path w="1315" h="442" extrusionOk="0">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96" name="Google Shape;9296;p60"/>
              <p:cNvSpPr/>
              <p:nvPr/>
            </p:nvSpPr>
            <p:spPr>
              <a:xfrm>
                <a:off x="6131055" y="3158875"/>
                <a:ext cx="33233" cy="11044"/>
              </a:xfrm>
              <a:custGeom>
                <a:avLst/>
                <a:gdLst/>
                <a:ahLst/>
                <a:cxnLst/>
                <a:rect l="l" t="t" r="r" b="b"/>
                <a:pathLst>
                  <a:path w="1315" h="437" extrusionOk="0">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97" name="Google Shape;9297;p60"/>
              <p:cNvSpPr/>
              <p:nvPr/>
            </p:nvSpPr>
            <p:spPr>
              <a:xfrm>
                <a:off x="6131055" y="3289837"/>
                <a:ext cx="33233" cy="11044"/>
              </a:xfrm>
              <a:custGeom>
                <a:avLst/>
                <a:gdLst/>
                <a:ahLst/>
                <a:cxnLst/>
                <a:rect l="l" t="t" r="r" b="b"/>
                <a:pathLst>
                  <a:path w="1315" h="437" extrusionOk="0">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98" name="Google Shape;9298;p60"/>
              <p:cNvSpPr/>
              <p:nvPr/>
            </p:nvSpPr>
            <p:spPr>
              <a:xfrm>
                <a:off x="6131055" y="3420799"/>
                <a:ext cx="33233" cy="11044"/>
              </a:xfrm>
              <a:custGeom>
                <a:avLst/>
                <a:gdLst/>
                <a:ahLst/>
                <a:cxnLst/>
                <a:rect l="l" t="t" r="r" b="b"/>
                <a:pathLst>
                  <a:path w="1315" h="437" extrusionOk="0">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299" name="Google Shape;9299;p60"/>
              <p:cNvSpPr/>
              <p:nvPr/>
            </p:nvSpPr>
            <p:spPr>
              <a:xfrm>
                <a:off x="6131055" y="3551610"/>
                <a:ext cx="33233" cy="11196"/>
              </a:xfrm>
              <a:custGeom>
                <a:avLst/>
                <a:gdLst/>
                <a:ahLst/>
                <a:cxnLst/>
                <a:rect l="l" t="t" r="r" b="b"/>
                <a:pathLst>
                  <a:path w="1315" h="443" extrusionOk="0">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00" name="Google Shape;9300;p60"/>
              <p:cNvSpPr/>
              <p:nvPr/>
            </p:nvSpPr>
            <p:spPr>
              <a:xfrm>
                <a:off x="6131055" y="3682572"/>
                <a:ext cx="33233" cy="11196"/>
              </a:xfrm>
              <a:custGeom>
                <a:avLst/>
                <a:gdLst/>
                <a:ahLst/>
                <a:cxnLst/>
                <a:rect l="l" t="t" r="r" b="b"/>
                <a:pathLst>
                  <a:path w="1315" h="443" extrusionOk="0">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01" name="Google Shape;9301;p60"/>
              <p:cNvSpPr/>
              <p:nvPr/>
            </p:nvSpPr>
            <p:spPr>
              <a:xfrm>
                <a:off x="6254461" y="3027913"/>
                <a:ext cx="33208" cy="11170"/>
              </a:xfrm>
              <a:custGeom>
                <a:avLst/>
                <a:gdLst/>
                <a:ahLst/>
                <a:cxnLst/>
                <a:rect l="l" t="t" r="r" b="b"/>
                <a:pathLst>
                  <a:path w="1314" h="442" extrusionOk="0">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02" name="Google Shape;9302;p60"/>
              <p:cNvSpPr/>
              <p:nvPr/>
            </p:nvSpPr>
            <p:spPr>
              <a:xfrm>
                <a:off x="6254461" y="3158875"/>
                <a:ext cx="33208" cy="11044"/>
              </a:xfrm>
              <a:custGeom>
                <a:avLst/>
                <a:gdLst/>
                <a:ahLst/>
                <a:cxnLst/>
                <a:rect l="l" t="t" r="r" b="b"/>
                <a:pathLst>
                  <a:path w="1314" h="437" extrusionOk="0">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03" name="Google Shape;9303;p60"/>
              <p:cNvSpPr/>
              <p:nvPr/>
            </p:nvSpPr>
            <p:spPr>
              <a:xfrm>
                <a:off x="6254461" y="3289837"/>
                <a:ext cx="33208" cy="11044"/>
              </a:xfrm>
              <a:custGeom>
                <a:avLst/>
                <a:gdLst/>
                <a:ahLst/>
                <a:cxnLst/>
                <a:rect l="l" t="t" r="r" b="b"/>
                <a:pathLst>
                  <a:path w="1314" h="437" extrusionOk="0">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04" name="Google Shape;9304;p60"/>
              <p:cNvSpPr/>
              <p:nvPr/>
            </p:nvSpPr>
            <p:spPr>
              <a:xfrm>
                <a:off x="6254461" y="3420799"/>
                <a:ext cx="33208" cy="11044"/>
              </a:xfrm>
              <a:custGeom>
                <a:avLst/>
                <a:gdLst/>
                <a:ahLst/>
                <a:cxnLst/>
                <a:rect l="l" t="t" r="r" b="b"/>
                <a:pathLst>
                  <a:path w="1314" h="437" extrusionOk="0">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05" name="Google Shape;9305;p60"/>
              <p:cNvSpPr/>
              <p:nvPr/>
            </p:nvSpPr>
            <p:spPr>
              <a:xfrm>
                <a:off x="6254461" y="3551610"/>
                <a:ext cx="33208" cy="11196"/>
              </a:xfrm>
              <a:custGeom>
                <a:avLst/>
                <a:gdLst/>
                <a:ahLst/>
                <a:cxnLst/>
                <a:rect l="l" t="t" r="r" b="b"/>
                <a:pathLst>
                  <a:path w="1314" h="443" extrusionOk="0">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06" name="Google Shape;9306;p60"/>
              <p:cNvSpPr/>
              <p:nvPr/>
            </p:nvSpPr>
            <p:spPr>
              <a:xfrm>
                <a:off x="6254461" y="3682572"/>
                <a:ext cx="33208" cy="11196"/>
              </a:xfrm>
              <a:custGeom>
                <a:avLst/>
                <a:gdLst/>
                <a:ahLst/>
                <a:cxnLst/>
                <a:rect l="l" t="t" r="r" b="b"/>
                <a:pathLst>
                  <a:path w="1314" h="443" extrusionOk="0">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07" name="Google Shape;9307;p60"/>
              <p:cNvSpPr/>
              <p:nvPr/>
            </p:nvSpPr>
            <p:spPr>
              <a:xfrm>
                <a:off x="6197446" y="2923108"/>
                <a:ext cx="22063" cy="1387587"/>
              </a:xfrm>
              <a:custGeom>
                <a:avLst/>
                <a:gdLst/>
                <a:ahLst/>
                <a:cxnLst/>
                <a:rect l="l" t="t" r="r" b="b"/>
                <a:pathLst>
                  <a:path w="873" h="54905" extrusionOk="0">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308" name="Google Shape;9308;p60"/>
            <p:cNvSpPr/>
            <p:nvPr/>
          </p:nvSpPr>
          <p:spPr>
            <a:xfrm>
              <a:off x="6197446" y="3448751"/>
              <a:ext cx="22063" cy="861792"/>
            </a:xfrm>
            <a:custGeom>
              <a:avLst/>
              <a:gdLst/>
              <a:ahLst/>
              <a:cxnLst/>
              <a:rect l="l" t="t" r="r" b="b"/>
              <a:pathLst>
                <a:path w="873" h="34100" extrusionOk="0">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09" name="Google Shape;9309;p60"/>
            <p:cNvSpPr/>
            <p:nvPr/>
          </p:nvSpPr>
          <p:spPr>
            <a:xfrm>
              <a:off x="6155165" y="4281201"/>
              <a:ext cx="106473" cy="115571"/>
            </a:xfrm>
            <a:custGeom>
              <a:avLst/>
              <a:gdLst/>
              <a:ahLst/>
              <a:cxnLst/>
              <a:rect l="l" t="t" r="r" b="b"/>
              <a:pathLst>
                <a:path w="4213" h="4573" extrusionOk="0">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310" name="Google Shape;9310;p60"/>
          <p:cNvGrpSpPr/>
          <p:nvPr/>
        </p:nvGrpSpPr>
        <p:grpSpPr>
          <a:xfrm>
            <a:off x="2000556" y="1599372"/>
            <a:ext cx="224622" cy="224774"/>
            <a:chOff x="2657906" y="1651497"/>
            <a:chExt cx="224622" cy="224774"/>
          </a:xfrm>
        </p:grpSpPr>
        <p:sp>
          <p:nvSpPr>
            <p:cNvPr id="9311" name="Google Shape;9311;p60"/>
            <p:cNvSpPr/>
            <p:nvPr/>
          </p:nvSpPr>
          <p:spPr>
            <a:xfrm>
              <a:off x="2657906" y="1651497"/>
              <a:ext cx="224622" cy="224774"/>
            </a:xfrm>
            <a:custGeom>
              <a:avLst/>
              <a:gdLst/>
              <a:ahLst/>
              <a:cxnLst/>
              <a:rect l="l" t="t" r="r" b="b"/>
              <a:pathLst>
                <a:path w="8888" h="8894" extrusionOk="0">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12" name="Google Shape;9312;p60"/>
            <p:cNvSpPr/>
            <p:nvPr/>
          </p:nvSpPr>
          <p:spPr>
            <a:xfrm>
              <a:off x="2738450" y="1732343"/>
              <a:ext cx="62549" cy="62676"/>
            </a:xfrm>
            <a:custGeom>
              <a:avLst/>
              <a:gdLst/>
              <a:ahLst/>
              <a:cxnLst/>
              <a:rect l="l" t="t" r="r" b="b"/>
              <a:pathLst>
                <a:path w="2475" h="2480" extrusionOk="0">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313" name="Google Shape;9313;p60"/>
          <p:cNvSpPr/>
          <p:nvPr/>
        </p:nvSpPr>
        <p:spPr>
          <a:xfrm>
            <a:off x="1175776" y="2420725"/>
            <a:ext cx="302057" cy="302053"/>
          </a:xfrm>
          <a:custGeom>
            <a:avLst/>
            <a:gdLst/>
            <a:ahLst/>
            <a:cxnLst/>
            <a:rect l="l" t="t" r="r" b="b"/>
            <a:pathLst>
              <a:path w="7374" h="7373" extrusionOk="0">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314" name="Google Shape;9314;p60"/>
          <p:cNvGrpSpPr/>
          <p:nvPr/>
        </p:nvGrpSpPr>
        <p:grpSpPr>
          <a:xfrm>
            <a:off x="2000561" y="3816542"/>
            <a:ext cx="336675" cy="334710"/>
            <a:chOff x="2657906" y="2241938"/>
            <a:chExt cx="225987" cy="224698"/>
          </a:xfrm>
        </p:grpSpPr>
        <p:sp>
          <p:nvSpPr>
            <p:cNvPr id="9315" name="Google Shape;9315;p60"/>
            <p:cNvSpPr/>
            <p:nvPr/>
          </p:nvSpPr>
          <p:spPr>
            <a:xfrm>
              <a:off x="2682421" y="2272897"/>
              <a:ext cx="169124" cy="162755"/>
            </a:xfrm>
            <a:custGeom>
              <a:avLst/>
              <a:gdLst/>
              <a:ahLst/>
              <a:cxnLst/>
              <a:rect l="l" t="t" r="r" b="b"/>
              <a:pathLst>
                <a:path w="6692" h="6440" extrusionOk="0">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16" name="Google Shape;9316;p60"/>
            <p:cNvSpPr/>
            <p:nvPr/>
          </p:nvSpPr>
          <p:spPr>
            <a:xfrm>
              <a:off x="2723590" y="2319348"/>
              <a:ext cx="81554" cy="69878"/>
            </a:xfrm>
            <a:custGeom>
              <a:avLst/>
              <a:gdLst/>
              <a:ahLst/>
              <a:cxnLst/>
              <a:rect l="l" t="t" r="r" b="b"/>
              <a:pathLst>
                <a:path w="3227" h="2765" extrusionOk="0">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17" name="Google Shape;9317;p60"/>
            <p:cNvSpPr/>
            <p:nvPr/>
          </p:nvSpPr>
          <p:spPr>
            <a:xfrm>
              <a:off x="2723590" y="2319348"/>
              <a:ext cx="81554" cy="69878"/>
            </a:xfrm>
            <a:custGeom>
              <a:avLst/>
              <a:gdLst/>
              <a:ahLst/>
              <a:cxnLst/>
              <a:rect l="l" t="t" r="r" b="b"/>
              <a:pathLst>
                <a:path w="3227" h="2765" extrusionOk="0">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18" name="Google Shape;9318;p60"/>
            <p:cNvSpPr/>
            <p:nvPr/>
          </p:nvSpPr>
          <p:spPr>
            <a:xfrm>
              <a:off x="2665741" y="2257455"/>
              <a:ext cx="201371" cy="193739"/>
            </a:xfrm>
            <a:custGeom>
              <a:avLst/>
              <a:gdLst/>
              <a:ahLst/>
              <a:cxnLst/>
              <a:rect l="l" t="t" r="r" b="b"/>
              <a:pathLst>
                <a:path w="7968" h="7666" extrusionOk="0">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19" name="Google Shape;9319;p60"/>
            <p:cNvSpPr/>
            <p:nvPr/>
          </p:nvSpPr>
          <p:spPr>
            <a:xfrm>
              <a:off x="2832236" y="2350382"/>
              <a:ext cx="51657" cy="7860"/>
            </a:xfrm>
            <a:custGeom>
              <a:avLst/>
              <a:gdLst/>
              <a:ahLst/>
              <a:cxnLst/>
              <a:rect l="l" t="t" r="r" b="b"/>
              <a:pathLst>
                <a:path w="2044" h="311" extrusionOk="0">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20" name="Google Shape;9320;p60"/>
            <p:cNvSpPr/>
            <p:nvPr/>
          </p:nvSpPr>
          <p:spPr>
            <a:xfrm>
              <a:off x="2723716" y="2350382"/>
              <a:ext cx="94216" cy="7860"/>
            </a:xfrm>
            <a:custGeom>
              <a:avLst/>
              <a:gdLst/>
              <a:ahLst/>
              <a:cxnLst/>
              <a:rect l="l" t="t" r="r" b="b"/>
              <a:pathLst>
                <a:path w="3728" h="311" extrusionOk="0">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21" name="Google Shape;9321;p60"/>
            <p:cNvSpPr/>
            <p:nvPr/>
          </p:nvSpPr>
          <p:spPr>
            <a:xfrm>
              <a:off x="2657906" y="2350382"/>
              <a:ext cx="51657" cy="7860"/>
            </a:xfrm>
            <a:custGeom>
              <a:avLst/>
              <a:gdLst/>
              <a:ahLst/>
              <a:cxnLst/>
              <a:rect l="l" t="t" r="r" b="b"/>
              <a:pathLst>
                <a:path w="2044" h="311" extrusionOk="0">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22" name="Google Shape;9322;p60"/>
            <p:cNvSpPr/>
            <p:nvPr/>
          </p:nvSpPr>
          <p:spPr>
            <a:xfrm>
              <a:off x="2766275" y="2307824"/>
              <a:ext cx="7885" cy="92952"/>
            </a:xfrm>
            <a:custGeom>
              <a:avLst/>
              <a:gdLst/>
              <a:ahLst/>
              <a:cxnLst/>
              <a:rect l="l" t="t" r="r" b="b"/>
              <a:pathLst>
                <a:path w="312" h="3678" extrusionOk="0">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23" name="Google Shape;9323;p60"/>
            <p:cNvSpPr/>
            <p:nvPr/>
          </p:nvSpPr>
          <p:spPr>
            <a:xfrm>
              <a:off x="2766275" y="2241938"/>
              <a:ext cx="7885" cy="50343"/>
            </a:xfrm>
            <a:custGeom>
              <a:avLst/>
              <a:gdLst/>
              <a:ahLst/>
              <a:cxnLst/>
              <a:rect l="l" t="t" r="r" b="b"/>
              <a:pathLst>
                <a:path w="312" h="1992" extrusionOk="0">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24" name="Google Shape;9324;p60"/>
            <p:cNvSpPr/>
            <p:nvPr/>
          </p:nvSpPr>
          <p:spPr>
            <a:xfrm>
              <a:off x="2766275" y="2416268"/>
              <a:ext cx="7885" cy="50368"/>
            </a:xfrm>
            <a:custGeom>
              <a:avLst/>
              <a:gdLst/>
              <a:ahLst/>
              <a:cxnLst/>
              <a:rect l="l" t="t" r="r" b="b"/>
              <a:pathLst>
                <a:path w="312" h="1993" extrusionOk="0">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325" name="Google Shape;9325;p60"/>
          <p:cNvGrpSpPr/>
          <p:nvPr/>
        </p:nvGrpSpPr>
        <p:grpSpPr>
          <a:xfrm>
            <a:off x="4116787" y="3256553"/>
            <a:ext cx="447728" cy="1135923"/>
            <a:chOff x="4116787" y="3256553"/>
            <a:chExt cx="447728" cy="1135923"/>
          </a:xfrm>
        </p:grpSpPr>
        <p:sp>
          <p:nvSpPr>
            <p:cNvPr id="9326" name="Google Shape;9326;p60"/>
            <p:cNvSpPr/>
            <p:nvPr/>
          </p:nvSpPr>
          <p:spPr>
            <a:xfrm>
              <a:off x="4116787" y="3256553"/>
              <a:ext cx="447728" cy="1135923"/>
            </a:xfrm>
            <a:custGeom>
              <a:avLst/>
              <a:gdLst/>
              <a:ahLst/>
              <a:cxnLst/>
              <a:rect l="l" t="t" r="r" b="b"/>
              <a:pathLst>
                <a:path w="17716" h="44947" extrusionOk="0">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327" name="Google Shape;9327;p60"/>
            <p:cNvGrpSpPr/>
            <p:nvPr/>
          </p:nvGrpSpPr>
          <p:grpSpPr>
            <a:xfrm>
              <a:off x="4135514" y="3261886"/>
              <a:ext cx="409996" cy="1125132"/>
              <a:chOff x="4135514" y="3261886"/>
              <a:chExt cx="409996" cy="1125132"/>
            </a:xfrm>
          </p:grpSpPr>
          <p:sp>
            <p:nvSpPr>
              <p:cNvPr id="9328" name="Google Shape;9328;p60"/>
              <p:cNvSpPr/>
              <p:nvPr/>
            </p:nvSpPr>
            <p:spPr>
              <a:xfrm>
                <a:off x="4162100" y="4273342"/>
                <a:ext cx="104805" cy="113676"/>
              </a:xfrm>
              <a:custGeom>
                <a:avLst/>
                <a:gdLst/>
                <a:ahLst/>
                <a:cxnLst/>
                <a:rect l="l" t="t" r="r" b="b"/>
                <a:pathLst>
                  <a:path w="4147" h="4498" extrusionOk="0">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29" name="Google Shape;9329;p60"/>
              <p:cNvSpPr/>
              <p:nvPr/>
            </p:nvSpPr>
            <p:spPr>
              <a:xfrm>
                <a:off x="4225029" y="4031661"/>
                <a:ext cx="52491" cy="238825"/>
              </a:xfrm>
              <a:custGeom>
                <a:avLst/>
                <a:gdLst/>
                <a:ahLst/>
                <a:cxnLst/>
                <a:rect l="l" t="t" r="r" b="b"/>
                <a:pathLst>
                  <a:path w="2077" h="9450" extrusionOk="0">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30" name="Google Shape;9330;p60"/>
              <p:cNvSpPr/>
              <p:nvPr/>
            </p:nvSpPr>
            <p:spPr>
              <a:xfrm>
                <a:off x="4241001" y="3987611"/>
                <a:ext cx="31843" cy="43469"/>
              </a:xfrm>
              <a:custGeom>
                <a:avLst/>
                <a:gdLst/>
                <a:ahLst/>
                <a:cxnLst/>
                <a:rect l="l" t="t" r="r" b="b"/>
                <a:pathLst>
                  <a:path w="1260" h="1720" extrusionOk="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31" name="Google Shape;9331;p60"/>
              <p:cNvSpPr/>
              <p:nvPr/>
            </p:nvSpPr>
            <p:spPr>
              <a:xfrm>
                <a:off x="4275296" y="3998882"/>
                <a:ext cx="28533" cy="31843"/>
              </a:xfrm>
              <a:custGeom>
                <a:avLst/>
                <a:gdLst/>
                <a:ahLst/>
                <a:cxnLst/>
                <a:rect l="l" t="t" r="r" b="b"/>
                <a:pathLst>
                  <a:path w="1129" h="1260" extrusionOk="0">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32" name="Google Shape;9332;p60"/>
              <p:cNvSpPr/>
              <p:nvPr/>
            </p:nvSpPr>
            <p:spPr>
              <a:xfrm>
                <a:off x="4249821" y="3735315"/>
                <a:ext cx="88984" cy="140212"/>
              </a:xfrm>
              <a:custGeom>
                <a:avLst/>
                <a:gdLst/>
                <a:ahLst/>
                <a:cxnLst/>
                <a:rect l="l" t="t" r="r" b="b"/>
                <a:pathLst>
                  <a:path w="3521" h="5548" extrusionOk="0">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33" name="Google Shape;9333;p60"/>
              <p:cNvSpPr/>
              <p:nvPr/>
            </p:nvSpPr>
            <p:spPr>
              <a:xfrm>
                <a:off x="4254901" y="3692352"/>
                <a:ext cx="59795" cy="78648"/>
              </a:xfrm>
              <a:custGeom>
                <a:avLst/>
                <a:gdLst/>
                <a:ahLst/>
                <a:cxnLst/>
                <a:rect l="l" t="t" r="r" b="b"/>
                <a:pathLst>
                  <a:path w="2366" h="3112" extrusionOk="0">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34" name="Google Shape;9334;p60"/>
              <p:cNvSpPr/>
              <p:nvPr/>
            </p:nvSpPr>
            <p:spPr>
              <a:xfrm>
                <a:off x="4253940" y="3647595"/>
                <a:ext cx="53325" cy="60073"/>
              </a:xfrm>
              <a:custGeom>
                <a:avLst/>
                <a:gdLst/>
                <a:ahLst/>
                <a:cxnLst/>
                <a:rect l="l" t="t" r="r" b="b"/>
                <a:pathLst>
                  <a:path w="2110" h="2377" extrusionOk="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35" name="Google Shape;9335;p60"/>
              <p:cNvSpPr/>
              <p:nvPr/>
            </p:nvSpPr>
            <p:spPr>
              <a:xfrm>
                <a:off x="4250225" y="3610570"/>
                <a:ext cx="53603" cy="59213"/>
              </a:xfrm>
              <a:custGeom>
                <a:avLst/>
                <a:gdLst/>
                <a:ahLst/>
                <a:cxnLst/>
                <a:rect l="l" t="t" r="r" b="b"/>
                <a:pathLst>
                  <a:path w="2121" h="2343" extrusionOk="0">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36" name="Google Shape;9336;p60"/>
              <p:cNvSpPr/>
              <p:nvPr/>
            </p:nvSpPr>
            <p:spPr>
              <a:xfrm>
                <a:off x="4191416" y="3442559"/>
                <a:ext cx="68337" cy="96137"/>
              </a:xfrm>
              <a:custGeom>
                <a:avLst/>
                <a:gdLst/>
                <a:ahLst/>
                <a:cxnLst/>
                <a:rect l="l" t="t" r="r" b="b"/>
                <a:pathLst>
                  <a:path w="2704" h="3804" extrusionOk="0">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37" name="Google Shape;9337;p60"/>
              <p:cNvSpPr/>
              <p:nvPr/>
            </p:nvSpPr>
            <p:spPr>
              <a:xfrm>
                <a:off x="4135514" y="3814216"/>
                <a:ext cx="49458" cy="46982"/>
              </a:xfrm>
              <a:custGeom>
                <a:avLst/>
                <a:gdLst/>
                <a:ahLst/>
                <a:cxnLst/>
                <a:rect l="l" t="t" r="r" b="b"/>
                <a:pathLst>
                  <a:path w="1957" h="1859" extrusionOk="0">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38" name="Google Shape;9338;p60"/>
              <p:cNvSpPr/>
              <p:nvPr/>
            </p:nvSpPr>
            <p:spPr>
              <a:xfrm>
                <a:off x="4158790" y="3647595"/>
                <a:ext cx="38313" cy="142840"/>
              </a:xfrm>
              <a:custGeom>
                <a:avLst/>
                <a:gdLst/>
                <a:ahLst/>
                <a:cxnLst/>
                <a:rect l="l" t="t" r="r" b="b"/>
                <a:pathLst>
                  <a:path w="1516" h="5652" extrusionOk="0">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39" name="Google Shape;9339;p60"/>
              <p:cNvSpPr/>
              <p:nvPr/>
            </p:nvSpPr>
            <p:spPr>
              <a:xfrm>
                <a:off x="4176278" y="3654342"/>
                <a:ext cx="38313" cy="138569"/>
              </a:xfrm>
              <a:custGeom>
                <a:avLst/>
                <a:gdLst/>
                <a:ahLst/>
                <a:cxnLst/>
                <a:rect l="l" t="t" r="r" b="b"/>
                <a:pathLst>
                  <a:path w="1516" h="5483" extrusionOk="0">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40" name="Google Shape;9340;p60"/>
              <p:cNvSpPr/>
              <p:nvPr/>
            </p:nvSpPr>
            <p:spPr>
              <a:xfrm>
                <a:off x="4174206" y="3794125"/>
                <a:ext cx="13799" cy="59365"/>
              </a:xfrm>
              <a:custGeom>
                <a:avLst/>
                <a:gdLst/>
                <a:ahLst/>
                <a:cxnLst/>
                <a:rect l="l" t="t" r="r" b="b"/>
                <a:pathLst>
                  <a:path w="546" h="2349" extrusionOk="0">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41" name="Google Shape;9341;p60"/>
              <p:cNvSpPr/>
              <p:nvPr/>
            </p:nvSpPr>
            <p:spPr>
              <a:xfrm>
                <a:off x="4135665" y="3788211"/>
                <a:ext cx="36089" cy="41194"/>
              </a:xfrm>
              <a:custGeom>
                <a:avLst/>
                <a:gdLst/>
                <a:ahLst/>
                <a:cxnLst/>
                <a:rect l="l" t="t" r="r" b="b"/>
                <a:pathLst>
                  <a:path w="1428" h="1630" extrusionOk="0">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42" name="Google Shape;9342;p60"/>
              <p:cNvSpPr/>
              <p:nvPr/>
            </p:nvSpPr>
            <p:spPr>
              <a:xfrm>
                <a:off x="4176834" y="3538544"/>
                <a:ext cx="28381" cy="109354"/>
              </a:xfrm>
              <a:custGeom>
                <a:avLst/>
                <a:gdLst/>
                <a:ahLst/>
                <a:cxnLst/>
                <a:rect l="l" t="t" r="r" b="b"/>
                <a:pathLst>
                  <a:path w="1123" h="4327" extrusionOk="0">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43" name="Google Shape;9343;p60"/>
              <p:cNvSpPr/>
              <p:nvPr/>
            </p:nvSpPr>
            <p:spPr>
              <a:xfrm>
                <a:off x="4196926" y="3529850"/>
                <a:ext cx="47133" cy="120803"/>
              </a:xfrm>
              <a:custGeom>
                <a:avLst/>
                <a:gdLst/>
                <a:ahLst/>
                <a:cxnLst/>
                <a:rect l="l" t="t" r="r" b="b"/>
                <a:pathLst>
                  <a:path w="1865" h="4780" extrusionOk="0">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44" name="Google Shape;9344;p60"/>
              <p:cNvSpPr/>
              <p:nvPr/>
            </p:nvSpPr>
            <p:spPr>
              <a:xfrm>
                <a:off x="4239358" y="3530684"/>
                <a:ext cx="70106" cy="92851"/>
              </a:xfrm>
              <a:custGeom>
                <a:avLst/>
                <a:gdLst/>
                <a:ahLst/>
                <a:cxnLst/>
                <a:rect l="l" t="t" r="r" b="b"/>
                <a:pathLst>
                  <a:path w="2774" h="3674" extrusionOk="0">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45" name="Google Shape;9345;p60"/>
              <p:cNvSpPr/>
              <p:nvPr/>
            </p:nvSpPr>
            <p:spPr>
              <a:xfrm>
                <a:off x="4279011" y="3261886"/>
                <a:ext cx="59795" cy="180547"/>
              </a:xfrm>
              <a:custGeom>
                <a:avLst/>
                <a:gdLst/>
                <a:ahLst/>
                <a:cxnLst/>
                <a:rect l="l" t="t" r="r" b="b"/>
                <a:pathLst>
                  <a:path w="2366" h="7144" extrusionOk="0">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46" name="Google Shape;9346;p60"/>
              <p:cNvSpPr/>
              <p:nvPr/>
            </p:nvSpPr>
            <p:spPr>
              <a:xfrm>
                <a:off x="4267436" y="3412661"/>
                <a:ext cx="71370" cy="60907"/>
              </a:xfrm>
              <a:custGeom>
                <a:avLst/>
                <a:gdLst/>
                <a:ahLst/>
                <a:cxnLst/>
                <a:rect l="l" t="t" r="r" b="b"/>
                <a:pathLst>
                  <a:path w="2824" h="2410" extrusionOk="0">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47" name="Google Shape;9347;p60"/>
              <p:cNvSpPr/>
              <p:nvPr/>
            </p:nvSpPr>
            <p:spPr>
              <a:xfrm>
                <a:off x="4249821" y="3442129"/>
                <a:ext cx="88984" cy="151104"/>
              </a:xfrm>
              <a:custGeom>
                <a:avLst/>
                <a:gdLst/>
                <a:ahLst/>
                <a:cxnLst/>
                <a:rect l="l" t="t" r="r" b="b"/>
                <a:pathLst>
                  <a:path w="3521" h="5979" extrusionOk="0">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48" name="Google Shape;9348;p60"/>
              <p:cNvSpPr/>
              <p:nvPr/>
            </p:nvSpPr>
            <p:spPr>
              <a:xfrm>
                <a:off x="4307518" y="3576073"/>
                <a:ext cx="31287" cy="206224"/>
              </a:xfrm>
              <a:custGeom>
                <a:avLst/>
                <a:gdLst/>
                <a:ahLst/>
                <a:cxnLst/>
                <a:rect l="l" t="t" r="r" b="b"/>
                <a:pathLst>
                  <a:path w="1238" h="8160" extrusionOk="0">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49" name="Google Shape;9349;p60"/>
              <p:cNvSpPr/>
              <p:nvPr/>
            </p:nvSpPr>
            <p:spPr>
              <a:xfrm>
                <a:off x="4342369" y="3576073"/>
                <a:ext cx="31262" cy="206224"/>
              </a:xfrm>
              <a:custGeom>
                <a:avLst/>
                <a:gdLst/>
                <a:ahLst/>
                <a:cxnLst/>
                <a:rect l="l" t="t" r="r" b="b"/>
                <a:pathLst>
                  <a:path w="1237" h="8160" extrusionOk="0">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50" name="Google Shape;9350;p60"/>
              <p:cNvSpPr/>
              <p:nvPr/>
            </p:nvSpPr>
            <p:spPr>
              <a:xfrm>
                <a:off x="4231777" y="3786720"/>
                <a:ext cx="107029" cy="209130"/>
              </a:xfrm>
              <a:custGeom>
                <a:avLst/>
                <a:gdLst/>
                <a:ahLst/>
                <a:cxnLst/>
                <a:rect l="l" t="t" r="r" b="b"/>
                <a:pathLst>
                  <a:path w="4235" h="8275" extrusionOk="0">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51" name="Google Shape;9351;p60"/>
              <p:cNvSpPr/>
              <p:nvPr/>
            </p:nvSpPr>
            <p:spPr>
              <a:xfrm>
                <a:off x="4249669" y="4031383"/>
                <a:ext cx="45895" cy="244613"/>
              </a:xfrm>
              <a:custGeom>
                <a:avLst/>
                <a:gdLst/>
                <a:ahLst/>
                <a:cxnLst/>
                <a:rect l="l" t="t" r="r" b="b"/>
                <a:pathLst>
                  <a:path w="1816" h="9679" extrusionOk="0">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52" name="Google Shape;9352;p60"/>
              <p:cNvSpPr/>
              <p:nvPr/>
            </p:nvSpPr>
            <p:spPr>
              <a:xfrm>
                <a:off x="4241001" y="3987611"/>
                <a:ext cx="31843" cy="43469"/>
              </a:xfrm>
              <a:custGeom>
                <a:avLst/>
                <a:gdLst/>
                <a:ahLst/>
                <a:cxnLst/>
                <a:rect l="l" t="t" r="r" b="b"/>
                <a:pathLst>
                  <a:path w="1260" h="1720" extrusionOk="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53" name="Google Shape;9353;p60"/>
              <p:cNvSpPr/>
              <p:nvPr/>
            </p:nvSpPr>
            <p:spPr>
              <a:xfrm>
                <a:off x="4253940" y="3647595"/>
                <a:ext cx="53325" cy="60073"/>
              </a:xfrm>
              <a:custGeom>
                <a:avLst/>
                <a:gdLst/>
                <a:ahLst/>
                <a:cxnLst/>
                <a:rect l="l" t="t" r="r" b="b"/>
                <a:pathLst>
                  <a:path w="2110" h="2377" extrusionOk="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54" name="Google Shape;9354;p60"/>
              <p:cNvSpPr/>
              <p:nvPr/>
            </p:nvSpPr>
            <p:spPr>
              <a:xfrm>
                <a:off x="4176834" y="3538544"/>
                <a:ext cx="28381" cy="109354"/>
              </a:xfrm>
              <a:custGeom>
                <a:avLst/>
                <a:gdLst/>
                <a:ahLst/>
                <a:cxnLst/>
                <a:rect l="l" t="t" r="r" b="b"/>
                <a:pathLst>
                  <a:path w="1123" h="4327" extrusionOk="0">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55" name="Google Shape;9355;p60"/>
              <p:cNvSpPr/>
              <p:nvPr/>
            </p:nvSpPr>
            <p:spPr>
              <a:xfrm>
                <a:off x="4239358" y="3530684"/>
                <a:ext cx="70106" cy="92851"/>
              </a:xfrm>
              <a:custGeom>
                <a:avLst/>
                <a:gdLst/>
                <a:ahLst/>
                <a:cxnLst/>
                <a:rect l="l" t="t" r="r" b="b"/>
                <a:pathLst>
                  <a:path w="2774" h="3674" extrusionOk="0">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56" name="Google Shape;9356;p60"/>
              <p:cNvSpPr/>
              <p:nvPr/>
            </p:nvSpPr>
            <p:spPr>
              <a:xfrm>
                <a:off x="4267436" y="3412661"/>
                <a:ext cx="71370" cy="60907"/>
              </a:xfrm>
              <a:custGeom>
                <a:avLst/>
                <a:gdLst/>
                <a:ahLst/>
                <a:cxnLst/>
                <a:rect l="l" t="t" r="r" b="b"/>
                <a:pathLst>
                  <a:path w="2824" h="2410" extrusionOk="0">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57" name="Google Shape;9357;p60"/>
              <p:cNvSpPr/>
              <p:nvPr/>
            </p:nvSpPr>
            <p:spPr>
              <a:xfrm>
                <a:off x="4249669" y="4031383"/>
                <a:ext cx="45895" cy="244613"/>
              </a:xfrm>
              <a:custGeom>
                <a:avLst/>
                <a:gdLst/>
                <a:ahLst/>
                <a:cxnLst/>
                <a:rect l="l" t="t" r="r" b="b"/>
                <a:pathLst>
                  <a:path w="1816" h="9679" extrusionOk="0">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58" name="Google Shape;9358;p60"/>
              <p:cNvSpPr/>
              <p:nvPr/>
            </p:nvSpPr>
            <p:spPr>
              <a:xfrm>
                <a:off x="4414244" y="4273342"/>
                <a:ext cx="104830" cy="113676"/>
              </a:xfrm>
              <a:custGeom>
                <a:avLst/>
                <a:gdLst/>
                <a:ahLst/>
                <a:cxnLst/>
                <a:rect l="l" t="t" r="r" b="b"/>
                <a:pathLst>
                  <a:path w="4148" h="4498" extrusionOk="0">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59" name="Google Shape;9359;p60"/>
              <p:cNvSpPr/>
              <p:nvPr/>
            </p:nvSpPr>
            <p:spPr>
              <a:xfrm>
                <a:off x="4403630" y="4031661"/>
                <a:ext cx="52491" cy="238825"/>
              </a:xfrm>
              <a:custGeom>
                <a:avLst/>
                <a:gdLst/>
                <a:ahLst/>
                <a:cxnLst/>
                <a:rect l="l" t="t" r="r" b="b"/>
                <a:pathLst>
                  <a:path w="2077" h="9450" extrusionOk="0">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60" name="Google Shape;9360;p60"/>
              <p:cNvSpPr/>
              <p:nvPr/>
            </p:nvSpPr>
            <p:spPr>
              <a:xfrm>
                <a:off x="4408330" y="3987611"/>
                <a:ext cx="31818" cy="43469"/>
              </a:xfrm>
              <a:custGeom>
                <a:avLst/>
                <a:gdLst/>
                <a:ahLst/>
                <a:cxnLst/>
                <a:rect l="l" t="t" r="r" b="b"/>
                <a:pathLst>
                  <a:path w="1259" h="1720" extrusionOk="0">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61" name="Google Shape;9361;p60"/>
              <p:cNvSpPr/>
              <p:nvPr/>
            </p:nvSpPr>
            <p:spPr>
              <a:xfrm>
                <a:off x="4377194" y="3998882"/>
                <a:ext cx="28684" cy="31843"/>
              </a:xfrm>
              <a:custGeom>
                <a:avLst/>
                <a:gdLst/>
                <a:ahLst/>
                <a:cxnLst/>
                <a:rect l="l" t="t" r="r" b="b"/>
                <a:pathLst>
                  <a:path w="1135" h="1260" extrusionOk="0">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62" name="Google Shape;9362;p60"/>
              <p:cNvSpPr/>
              <p:nvPr/>
            </p:nvSpPr>
            <p:spPr>
              <a:xfrm>
                <a:off x="4342495" y="3735315"/>
                <a:ext cx="88706" cy="140212"/>
              </a:xfrm>
              <a:custGeom>
                <a:avLst/>
                <a:gdLst/>
                <a:ahLst/>
                <a:cxnLst/>
                <a:rect l="l" t="t" r="r" b="b"/>
                <a:pathLst>
                  <a:path w="3510" h="5548" extrusionOk="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63" name="Google Shape;9363;p60"/>
              <p:cNvSpPr/>
              <p:nvPr/>
            </p:nvSpPr>
            <p:spPr>
              <a:xfrm>
                <a:off x="4366454" y="3692352"/>
                <a:ext cx="59668" cy="78648"/>
              </a:xfrm>
              <a:custGeom>
                <a:avLst/>
                <a:gdLst/>
                <a:ahLst/>
                <a:cxnLst/>
                <a:rect l="l" t="t" r="r" b="b"/>
                <a:pathLst>
                  <a:path w="2361" h="3112" extrusionOk="0">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64" name="Google Shape;9364;p60"/>
              <p:cNvSpPr/>
              <p:nvPr/>
            </p:nvSpPr>
            <p:spPr>
              <a:xfrm>
                <a:off x="4373884" y="3647595"/>
                <a:ext cx="53325" cy="60073"/>
              </a:xfrm>
              <a:custGeom>
                <a:avLst/>
                <a:gdLst/>
                <a:ahLst/>
                <a:cxnLst/>
                <a:rect l="l" t="t" r="r" b="b"/>
                <a:pathLst>
                  <a:path w="2110" h="2377" extrusionOk="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65" name="Google Shape;9365;p60"/>
              <p:cNvSpPr/>
              <p:nvPr/>
            </p:nvSpPr>
            <p:spPr>
              <a:xfrm>
                <a:off x="4377346" y="3610570"/>
                <a:ext cx="53578" cy="59213"/>
              </a:xfrm>
              <a:custGeom>
                <a:avLst/>
                <a:gdLst/>
                <a:ahLst/>
                <a:cxnLst/>
                <a:rect l="l" t="t" r="r" b="b"/>
                <a:pathLst>
                  <a:path w="2120" h="2343" extrusionOk="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66" name="Google Shape;9366;p60"/>
              <p:cNvSpPr/>
              <p:nvPr/>
            </p:nvSpPr>
            <p:spPr>
              <a:xfrm>
                <a:off x="4421396" y="3442559"/>
                <a:ext cx="68337" cy="96137"/>
              </a:xfrm>
              <a:custGeom>
                <a:avLst/>
                <a:gdLst/>
                <a:ahLst/>
                <a:cxnLst/>
                <a:rect l="l" t="t" r="r" b="b"/>
                <a:pathLst>
                  <a:path w="2704" h="3804" extrusionOk="0">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67" name="Google Shape;9367;p60"/>
              <p:cNvSpPr/>
              <p:nvPr/>
            </p:nvSpPr>
            <p:spPr>
              <a:xfrm>
                <a:off x="4496177" y="3814216"/>
                <a:ext cx="49332" cy="46982"/>
              </a:xfrm>
              <a:custGeom>
                <a:avLst/>
                <a:gdLst/>
                <a:ahLst/>
                <a:cxnLst/>
                <a:rect l="l" t="t" r="r" b="b"/>
                <a:pathLst>
                  <a:path w="1952" h="1859" extrusionOk="0">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68" name="Google Shape;9368;p60"/>
              <p:cNvSpPr/>
              <p:nvPr/>
            </p:nvSpPr>
            <p:spPr>
              <a:xfrm>
                <a:off x="4484072" y="3647595"/>
                <a:ext cx="38288" cy="142840"/>
              </a:xfrm>
              <a:custGeom>
                <a:avLst/>
                <a:gdLst/>
                <a:ahLst/>
                <a:cxnLst/>
                <a:rect l="l" t="t" r="r" b="b"/>
                <a:pathLst>
                  <a:path w="1515" h="5652" extrusionOk="0">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69" name="Google Shape;9369;p60"/>
              <p:cNvSpPr/>
              <p:nvPr/>
            </p:nvSpPr>
            <p:spPr>
              <a:xfrm>
                <a:off x="4466583" y="3654342"/>
                <a:ext cx="38288" cy="138569"/>
              </a:xfrm>
              <a:custGeom>
                <a:avLst/>
                <a:gdLst/>
                <a:ahLst/>
                <a:cxnLst/>
                <a:rect l="l" t="t" r="r" b="b"/>
                <a:pathLst>
                  <a:path w="1515" h="5483" extrusionOk="0">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70" name="Google Shape;9370;p60"/>
              <p:cNvSpPr/>
              <p:nvPr/>
            </p:nvSpPr>
            <p:spPr>
              <a:xfrm>
                <a:off x="4493018" y="3794125"/>
                <a:ext cx="13925" cy="59365"/>
              </a:xfrm>
              <a:custGeom>
                <a:avLst/>
                <a:gdLst/>
                <a:ahLst/>
                <a:cxnLst/>
                <a:rect l="l" t="t" r="r" b="b"/>
                <a:pathLst>
                  <a:path w="551" h="2349" extrusionOk="0">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71" name="Google Shape;9371;p60"/>
              <p:cNvSpPr/>
              <p:nvPr/>
            </p:nvSpPr>
            <p:spPr>
              <a:xfrm>
                <a:off x="4509395" y="3788211"/>
                <a:ext cx="36114" cy="41194"/>
              </a:xfrm>
              <a:custGeom>
                <a:avLst/>
                <a:gdLst/>
                <a:ahLst/>
                <a:cxnLst/>
                <a:rect l="l" t="t" r="r" b="b"/>
                <a:pathLst>
                  <a:path w="1429" h="1630" extrusionOk="0">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72" name="Google Shape;9372;p60"/>
              <p:cNvSpPr/>
              <p:nvPr/>
            </p:nvSpPr>
            <p:spPr>
              <a:xfrm>
                <a:off x="4475934" y="3538544"/>
                <a:ext cx="28406" cy="109354"/>
              </a:xfrm>
              <a:custGeom>
                <a:avLst/>
                <a:gdLst/>
                <a:ahLst/>
                <a:cxnLst/>
                <a:rect l="l" t="t" r="r" b="b"/>
                <a:pathLst>
                  <a:path w="1124" h="4327" extrusionOk="0">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73" name="Google Shape;9373;p60"/>
              <p:cNvSpPr/>
              <p:nvPr/>
            </p:nvSpPr>
            <p:spPr>
              <a:xfrm>
                <a:off x="4437090" y="3529850"/>
                <a:ext cx="47133" cy="120803"/>
              </a:xfrm>
              <a:custGeom>
                <a:avLst/>
                <a:gdLst/>
                <a:ahLst/>
                <a:cxnLst/>
                <a:rect l="l" t="t" r="r" b="b"/>
                <a:pathLst>
                  <a:path w="1865" h="4780" extrusionOk="0">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74" name="Google Shape;9374;p60"/>
              <p:cNvSpPr/>
              <p:nvPr/>
            </p:nvSpPr>
            <p:spPr>
              <a:xfrm>
                <a:off x="4371685" y="3530684"/>
                <a:ext cx="70131" cy="92851"/>
              </a:xfrm>
              <a:custGeom>
                <a:avLst/>
                <a:gdLst/>
                <a:ahLst/>
                <a:cxnLst/>
                <a:rect l="l" t="t" r="r" b="b"/>
                <a:pathLst>
                  <a:path w="2775" h="3674" extrusionOk="0">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75" name="Google Shape;9375;p60"/>
              <p:cNvSpPr/>
              <p:nvPr/>
            </p:nvSpPr>
            <p:spPr>
              <a:xfrm>
                <a:off x="4342495" y="3261886"/>
                <a:ext cx="59795" cy="180547"/>
              </a:xfrm>
              <a:custGeom>
                <a:avLst/>
                <a:gdLst/>
                <a:ahLst/>
                <a:cxnLst/>
                <a:rect l="l" t="t" r="r" b="b"/>
                <a:pathLst>
                  <a:path w="2366" h="7144" extrusionOk="0">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76" name="Google Shape;9376;p60"/>
              <p:cNvSpPr/>
              <p:nvPr/>
            </p:nvSpPr>
            <p:spPr>
              <a:xfrm>
                <a:off x="4342369" y="3412661"/>
                <a:ext cx="71344" cy="60907"/>
              </a:xfrm>
              <a:custGeom>
                <a:avLst/>
                <a:gdLst/>
                <a:ahLst/>
                <a:cxnLst/>
                <a:rect l="l" t="t" r="r" b="b"/>
                <a:pathLst>
                  <a:path w="2823" h="2410" extrusionOk="0">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77" name="Google Shape;9377;p60"/>
              <p:cNvSpPr/>
              <p:nvPr/>
            </p:nvSpPr>
            <p:spPr>
              <a:xfrm>
                <a:off x="4342369" y="3442129"/>
                <a:ext cx="88555" cy="151104"/>
              </a:xfrm>
              <a:custGeom>
                <a:avLst/>
                <a:gdLst/>
                <a:ahLst/>
                <a:cxnLst/>
                <a:rect l="l" t="t" r="r" b="b"/>
                <a:pathLst>
                  <a:path w="3504" h="5979" extrusionOk="0">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78" name="Google Shape;9378;p60"/>
              <p:cNvSpPr/>
              <p:nvPr/>
            </p:nvSpPr>
            <p:spPr>
              <a:xfrm>
                <a:off x="4342369" y="3786720"/>
                <a:ext cx="107004" cy="209130"/>
              </a:xfrm>
              <a:custGeom>
                <a:avLst/>
                <a:gdLst/>
                <a:ahLst/>
                <a:cxnLst/>
                <a:rect l="l" t="t" r="r" b="b"/>
                <a:pathLst>
                  <a:path w="4234" h="8275" extrusionOk="0">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79" name="Google Shape;9379;p60"/>
              <p:cNvSpPr/>
              <p:nvPr/>
            </p:nvSpPr>
            <p:spPr>
              <a:xfrm>
                <a:off x="4385610" y="4031383"/>
                <a:ext cx="45743" cy="244613"/>
              </a:xfrm>
              <a:custGeom>
                <a:avLst/>
                <a:gdLst/>
                <a:ahLst/>
                <a:cxnLst/>
                <a:rect l="l" t="t" r="r" b="b"/>
                <a:pathLst>
                  <a:path w="1810" h="9679" extrusionOk="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80" name="Google Shape;9380;p60"/>
              <p:cNvSpPr/>
              <p:nvPr/>
            </p:nvSpPr>
            <p:spPr>
              <a:xfrm>
                <a:off x="4408330" y="3987611"/>
                <a:ext cx="31818" cy="43469"/>
              </a:xfrm>
              <a:custGeom>
                <a:avLst/>
                <a:gdLst/>
                <a:ahLst/>
                <a:cxnLst/>
                <a:rect l="l" t="t" r="r" b="b"/>
                <a:pathLst>
                  <a:path w="1259" h="1720" extrusionOk="0">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81" name="Google Shape;9381;p60"/>
              <p:cNvSpPr/>
              <p:nvPr/>
            </p:nvSpPr>
            <p:spPr>
              <a:xfrm>
                <a:off x="4373884" y="3647595"/>
                <a:ext cx="53325" cy="60073"/>
              </a:xfrm>
              <a:custGeom>
                <a:avLst/>
                <a:gdLst/>
                <a:ahLst/>
                <a:cxnLst/>
                <a:rect l="l" t="t" r="r" b="b"/>
                <a:pathLst>
                  <a:path w="2110" h="2377" extrusionOk="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82" name="Google Shape;9382;p60"/>
              <p:cNvSpPr/>
              <p:nvPr/>
            </p:nvSpPr>
            <p:spPr>
              <a:xfrm>
                <a:off x="4475934" y="3538544"/>
                <a:ext cx="28406" cy="109354"/>
              </a:xfrm>
              <a:custGeom>
                <a:avLst/>
                <a:gdLst/>
                <a:ahLst/>
                <a:cxnLst/>
                <a:rect l="l" t="t" r="r" b="b"/>
                <a:pathLst>
                  <a:path w="1124" h="4327" extrusionOk="0">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83" name="Google Shape;9383;p60"/>
              <p:cNvSpPr/>
              <p:nvPr/>
            </p:nvSpPr>
            <p:spPr>
              <a:xfrm>
                <a:off x="4371685" y="3530684"/>
                <a:ext cx="70131" cy="92851"/>
              </a:xfrm>
              <a:custGeom>
                <a:avLst/>
                <a:gdLst/>
                <a:ahLst/>
                <a:cxnLst/>
                <a:rect l="l" t="t" r="r" b="b"/>
                <a:pathLst>
                  <a:path w="2775" h="3674" extrusionOk="0">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84" name="Google Shape;9384;p60"/>
              <p:cNvSpPr/>
              <p:nvPr/>
            </p:nvSpPr>
            <p:spPr>
              <a:xfrm>
                <a:off x="4342369" y="3412661"/>
                <a:ext cx="71344" cy="60907"/>
              </a:xfrm>
              <a:custGeom>
                <a:avLst/>
                <a:gdLst/>
                <a:ahLst/>
                <a:cxnLst/>
                <a:rect l="l" t="t" r="r" b="b"/>
                <a:pathLst>
                  <a:path w="2823" h="2410" extrusionOk="0">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85" name="Google Shape;9385;p60"/>
              <p:cNvSpPr/>
              <p:nvPr/>
            </p:nvSpPr>
            <p:spPr>
              <a:xfrm>
                <a:off x="4385610" y="4031383"/>
                <a:ext cx="45743" cy="244613"/>
              </a:xfrm>
              <a:custGeom>
                <a:avLst/>
                <a:gdLst/>
                <a:ahLst/>
                <a:cxnLst/>
                <a:rect l="l" t="t" r="r" b="b"/>
                <a:pathLst>
                  <a:path w="1810" h="9679" extrusionOk="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9386" name="Google Shape;9386;p60"/>
          <p:cNvGrpSpPr/>
          <p:nvPr/>
        </p:nvGrpSpPr>
        <p:grpSpPr>
          <a:xfrm>
            <a:off x="2936333" y="3256553"/>
            <a:ext cx="447601" cy="1135923"/>
            <a:chOff x="2936333" y="3256553"/>
            <a:chExt cx="447601" cy="1135923"/>
          </a:xfrm>
        </p:grpSpPr>
        <p:sp>
          <p:nvSpPr>
            <p:cNvPr id="9387" name="Google Shape;9387;p60"/>
            <p:cNvSpPr/>
            <p:nvPr/>
          </p:nvSpPr>
          <p:spPr>
            <a:xfrm>
              <a:off x="2936333" y="3256553"/>
              <a:ext cx="447601" cy="1135923"/>
            </a:xfrm>
            <a:custGeom>
              <a:avLst/>
              <a:gdLst/>
              <a:ahLst/>
              <a:cxnLst/>
              <a:rect l="l" t="t" r="r" b="b"/>
              <a:pathLst>
                <a:path w="17711" h="44947" extrusionOk="0">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388" name="Google Shape;9388;p60"/>
            <p:cNvGrpSpPr/>
            <p:nvPr/>
          </p:nvGrpSpPr>
          <p:grpSpPr>
            <a:xfrm>
              <a:off x="2939796" y="3259611"/>
              <a:ext cx="443027" cy="1124980"/>
              <a:chOff x="2939796" y="3259611"/>
              <a:chExt cx="443027" cy="1124980"/>
            </a:xfrm>
          </p:grpSpPr>
          <p:sp>
            <p:nvSpPr>
              <p:cNvPr id="9389" name="Google Shape;9389;p60"/>
              <p:cNvSpPr/>
              <p:nvPr/>
            </p:nvSpPr>
            <p:spPr>
              <a:xfrm>
                <a:off x="3348503" y="3813938"/>
                <a:ext cx="20698" cy="20799"/>
              </a:xfrm>
              <a:custGeom>
                <a:avLst/>
                <a:gdLst/>
                <a:ahLst/>
                <a:cxnLst/>
                <a:rect l="l" t="t" r="r" b="b"/>
                <a:pathLst>
                  <a:path w="819" h="823" extrusionOk="0">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90" name="Google Shape;9390;p60"/>
              <p:cNvSpPr/>
              <p:nvPr/>
            </p:nvSpPr>
            <p:spPr>
              <a:xfrm>
                <a:off x="3361240" y="3830643"/>
                <a:ext cx="21583" cy="28659"/>
              </a:xfrm>
              <a:custGeom>
                <a:avLst/>
                <a:gdLst/>
                <a:ahLst/>
                <a:cxnLst/>
                <a:rect l="l" t="t" r="r" b="b"/>
                <a:pathLst>
                  <a:path w="854" h="1134" extrusionOk="0">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91" name="Google Shape;9391;p60"/>
              <p:cNvSpPr/>
              <p:nvPr/>
            </p:nvSpPr>
            <p:spPr>
              <a:xfrm>
                <a:off x="3341805" y="3812472"/>
                <a:ext cx="16655" cy="30352"/>
              </a:xfrm>
              <a:custGeom>
                <a:avLst/>
                <a:gdLst/>
                <a:ahLst/>
                <a:cxnLst/>
                <a:rect l="l" t="t" r="r" b="b"/>
                <a:pathLst>
                  <a:path w="659" h="1201" extrusionOk="0">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92" name="Google Shape;9392;p60"/>
              <p:cNvSpPr/>
              <p:nvPr/>
            </p:nvSpPr>
            <p:spPr>
              <a:xfrm>
                <a:off x="3347997" y="3841839"/>
                <a:ext cx="16655" cy="30302"/>
              </a:xfrm>
              <a:custGeom>
                <a:avLst/>
                <a:gdLst/>
                <a:ahLst/>
                <a:cxnLst/>
                <a:rect l="l" t="t" r="r" b="b"/>
                <a:pathLst>
                  <a:path w="659" h="1199" extrusionOk="0">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93" name="Google Shape;9393;p60"/>
              <p:cNvSpPr/>
              <p:nvPr/>
            </p:nvSpPr>
            <p:spPr>
              <a:xfrm>
                <a:off x="3354619" y="3870043"/>
                <a:ext cx="16629" cy="30327"/>
              </a:xfrm>
              <a:custGeom>
                <a:avLst/>
                <a:gdLst/>
                <a:ahLst/>
                <a:cxnLst/>
                <a:rect l="l" t="t" r="r" b="b"/>
                <a:pathLst>
                  <a:path w="658" h="1200" extrusionOk="0">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94" name="Google Shape;9394;p60"/>
              <p:cNvSpPr/>
              <p:nvPr/>
            </p:nvSpPr>
            <p:spPr>
              <a:xfrm>
                <a:off x="3331722" y="3818411"/>
                <a:ext cx="14330" cy="29468"/>
              </a:xfrm>
              <a:custGeom>
                <a:avLst/>
                <a:gdLst/>
                <a:ahLst/>
                <a:cxnLst/>
                <a:rect l="l" t="t" r="r" b="b"/>
                <a:pathLst>
                  <a:path w="567" h="1166" extrusionOk="0">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95" name="Google Shape;9395;p60"/>
              <p:cNvSpPr/>
              <p:nvPr/>
            </p:nvSpPr>
            <p:spPr>
              <a:xfrm>
                <a:off x="3333920" y="3846919"/>
                <a:ext cx="14481" cy="29468"/>
              </a:xfrm>
              <a:custGeom>
                <a:avLst/>
                <a:gdLst/>
                <a:ahLst/>
                <a:cxnLst/>
                <a:rect l="l" t="t" r="r" b="b"/>
                <a:pathLst>
                  <a:path w="573" h="1166" extrusionOk="0">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96" name="Google Shape;9396;p60"/>
              <p:cNvSpPr/>
              <p:nvPr/>
            </p:nvSpPr>
            <p:spPr>
              <a:xfrm>
                <a:off x="3336675" y="3874289"/>
                <a:ext cx="14481" cy="29493"/>
              </a:xfrm>
              <a:custGeom>
                <a:avLst/>
                <a:gdLst/>
                <a:ahLst/>
                <a:cxnLst/>
                <a:rect l="l" t="t" r="r" b="b"/>
                <a:pathLst>
                  <a:path w="573" h="1167" extrusionOk="0">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97" name="Google Shape;9397;p60"/>
              <p:cNvSpPr/>
              <p:nvPr/>
            </p:nvSpPr>
            <p:spPr>
              <a:xfrm>
                <a:off x="2953418" y="3814368"/>
                <a:ext cx="20673" cy="20926"/>
              </a:xfrm>
              <a:custGeom>
                <a:avLst/>
                <a:gdLst/>
                <a:ahLst/>
                <a:cxnLst/>
                <a:rect l="l" t="t" r="r" b="b"/>
                <a:pathLst>
                  <a:path w="818" h="828" extrusionOk="0">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98" name="Google Shape;9398;p60"/>
              <p:cNvSpPr/>
              <p:nvPr/>
            </p:nvSpPr>
            <p:spPr>
              <a:xfrm>
                <a:off x="2939796" y="3831123"/>
                <a:ext cx="21431" cy="28735"/>
              </a:xfrm>
              <a:custGeom>
                <a:avLst/>
                <a:gdLst/>
                <a:ahLst/>
                <a:cxnLst/>
                <a:rect l="l" t="t" r="r" b="b"/>
                <a:pathLst>
                  <a:path w="848" h="1137" extrusionOk="0">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399" name="Google Shape;9399;p60"/>
              <p:cNvSpPr/>
              <p:nvPr/>
            </p:nvSpPr>
            <p:spPr>
              <a:xfrm>
                <a:off x="2964310" y="3812927"/>
                <a:ext cx="16503" cy="30428"/>
              </a:xfrm>
              <a:custGeom>
                <a:avLst/>
                <a:gdLst/>
                <a:ahLst/>
                <a:cxnLst/>
                <a:rect l="l" t="t" r="r" b="b"/>
                <a:pathLst>
                  <a:path w="653" h="1204" extrusionOk="0">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00" name="Google Shape;9400;p60"/>
              <p:cNvSpPr/>
              <p:nvPr/>
            </p:nvSpPr>
            <p:spPr>
              <a:xfrm>
                <a:off x="2958093" y="3842344"/>
                <a:ext cx="16528" cy="30352"/>
              </a:xfrm>
              <a:custGeom>
                <a:avLst/>
                <a:gdLst/>
                <a:ahLst/>
                <a:cxnLst/>
                <a:rect l="l" t="t" r="r" b="b"/>
                <a:pathLst>
                  <a:path w="654" h="1201" extrusionOk="0">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01" name="Google Shape;9401;p60"/>
              <p:cNvSpPr/>
              <p:nvPr/>
            </p:nvSpPr>
            <p:spPr>
              <a:xfrm>
                <a:off x="2951497" y="3870473"/>
                <a:ext cx="16655" cy="30453"/>
              </a:xfrm>
              <a:custGeom>
                <a:avLst/>
                <a:gdLst/>
                <a:ahLst/>
                <a:cxnLst/>
                <a:rect l="l" t="t" r="r" b="b"/>
                <a:pathLst>
                  <a:path w="659" h="1205" extrusionOk="0">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02" name="Google Shape;9402;p60"/>
              <p:cNvSpPr/>
              <p:nvPr/>
            </p:nvSpPr>
            <p:spPr>
              <a:xfrm>
                <a:off x="2976567" y="3818841"/>
                <a:ext cx="14304" cy="29442"/>
              </a:xfrm>
              <a:custGeom>
                <a:avLst/>
                <a:gdLst/>
                <a:ahLst/>
                <a:cxnLst/>
                <a:rect l="l" t="t" r="r" b="b"/>
                <a:pathLst>
                  <a:path w="566" h="1165" extrusionOk="0">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03" name="Google Shape;9403;p60"/>
              <p:cNvSpPr/>
              <p:nvPr/>
            </p:nvSpPr>
            <p:spPr>
              <a:xfrm>
                <a:off x="2974343" y="3847273"/>
                <a:ext cx="14481" cy="29518"/>
              </a:xfrm>
              <a:custGeom>
                <a:avLst/>
                <a:gdLst/>
                <a:ahLst/>
                <a:cxnLst/>
                <a:rect l="l" t="t" r="r" b="b"/>
                <a:pathLst>
                  <a:path w="573" h="1168" extrusionOk="0">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04" name="Google Shape;9404;p60"/>
              <p:cNvSpPr/>
              <p:nvPr/>
            </p:nvSpPr>
            <p:spPr>
              <a:xfrm>
                <a:off x="2971589" y="3874820"/>
                <a:ext cx="14481" cy="29518"/>
              </a:xfrm>
              <a:custGeom>
                <a:avLst/>
                <a:gdLst/>
                <a:ahLst/>
                <a:cxnLst/>
                <a:rect l="l" t="t" r="r" b="b"/>
                <a:pathLst>
                  <a:path w="573" h="1168" extrusionOk="0">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05" name="Google Shape;9405;p60"/>
              <p:cNvSpPr/>
              <p:nvPr/>
            </p:nvSpPr>
            <p:spPr>
              <a:xfrm>
                <a:off x="2989355" y="3824805"/>
                <a:ext cx="11853" cy="26915"/>
              </a:xfrm>
              <a:custGeom>
                <a:avLst/>
                <a:gdLst/>
                <a:ahLst/>
                <a:cxnLst/>
                <a:rect l="l" t="t" r="r" b="b"/>
                <a:pathLst>
                  <a:path w="469" h="1065" extrusionOk="0">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06" name="Google Shape;9406;p60"/>
              <p:cNvSpPr/>
              <p:nvPr/>
            </p:nvSpPr>
            <p:spPr>
              <a:xfrm>
                <a:off x="2988824" y="3850735"/>
                <a:ext cx="11828" cy="26865"/>
              </a:xfrm>
              <a:custGeom>
                <a:avLst/>
                <a:gdLst/>
                <a:ahLst/>
                <a:cxnLst/>
                <a:rect l="l" t="t" r="r" b="b"/>
                <a:pathLst>
                  <a:path w="468" h="1063" extrusionOk="0">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07" name="Google Shape;9407;p60"/>
              <p:cNvSpPr/>
              <p:nvPr/>
            </p:nvSpPr>
            <p:spPr>
              <a:xfrm>
                <a:off x="2987839" y="3875755"/>
                <a:ext cx="11853" cy="26915"/>
              </a:xfrm>
              <a:custGeom>
                <a:avLst/>
                <a:gdLst/>
                <a:ahLst/>
                <a:cxnLst/>
                <a:rect l="l" t="t" r="r" b="b"/>
                <a:pathLst>
                  <a:path w="469" h="1065" extrusionOk="0">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08" name="Google Shape;9408;p60"/>
              <p:cNvSpPr/>
              <p:nvPr/>
            </p:nvSpPr>
            <p:spPr>
              <a:xfrm>
                <a:off x="2960721" y="3801226"/>
                <a:ext cx="45870" cy="28583"/>
              </a:xfrm>
              <a:custGeom>
                <a:avLst/>
                <a:gdLst/>
                <a:ahLst/>
                <a:cxnLst/>
                <a:rect l="l" t="t" r="r" b="b"/>
                <a:pathLst>
                  <a:path w="1815" h="1131" extrusionOk="0">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09" name="Google Shape;9409;p60"/>
              <p:cNvSpPr/>
              <p:nvPr/>
            </p:nvSpPr>
            <p:spPr>
              <a:xfrm>
                <a:off x="3231744" y="4292043"/>
                <a:ext cx="109354" cy="92270"/>
              </a:xfrm>
              <a:custGeom>
                <a:avLst/>
                <a:gdLst/>
                <a:ahLst/>
                <a:cxnLst/>
                <a:rect l="l" t="t" r="r" b="b"/>
                <a:pathLst>
                  <a:path w="4327" h="3651" extrusionOk="0">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10" name="Google Shape;9410;p60"/>
              <p:cNvSpPr/>
              <p:nvPr/>
            </p:nvSpPr>
            <p:spPr>
              <a:xfrm>
                <a:off x="3056706" y="3695536"/>
                <a:ext cx="200259" cy="117189"/>
              </a:xfrm>
              <a:custGeom>
                <a:avLst/>
                <a:gdLst/>
                <a:ahLst/>
                <a:cxnLst/>
                <a:rect l="l" t="t" r="r" b="b"/>
                <a:pathLst>
                  <a:path w="7924" h="4637" extrusionOk="0">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11" name="Google Shape;9411;p60"/>
              <p:cNvSpPr/>
              <p:nvPr/>
            </p:nvSpPr>
            <p:spPr>
              <a:xfrm>
                <a:off x="3147864" y="3709992"/>
                <a:ext cx="25500" cy="16402"/>
              </a:xfrm>
              <a:custGeom>
                <a:avLst/>
                <a:gdLst/>
                <a:ahLst/>
                <a:cxnLst/>
                <a:rect l="l" t="t" r="r" b="b"/>
                <a:pathLst>
                  <a:path w="1009" h="649" extrusionOk="0">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12" name="Google Shape;9412;p60"/>
              <p:cNvSpPr/>
              <p:nvPr/>
            </p:nvSpPr>
            <p:spPr>
              <a:xfrm>
                <a:off x="3147864" y="3704483"/>
                <a:ext cx="25500" cy="5535"/>
              </a:xfrm>
              <a:custGeom>
                <a:avLst/>
                <a:gdLst/>
                <a:ahLst/>
                <a:cxnLst/>
                <a:rect l="l" t="t" r="r" b="b"/>
                <a:pathLst>
                  <a:path w="1009" h="219" extrusionOk="0">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13" name="Google Shape;9413;p60"/>
              <p:cNvSpPr/>
              <p:nvPr/>
            </p:nvSpPr>
            <p:spPr>
              <a:xfrm>
                <a:off x="3147864" y="3688081"/>
                <a:ext cx="25500" cy="16427"/>
              </a:xfrm>
              <a:custGeom>
                <a:avLst/>
                <a:gdLst/>
                <a:ahLst/>
                <a:cxnLst/>
                <a:rect l="l" t="t" r="r" b="b"/>
                <a:pathLst>
                  <a:path w="1009" h="650" extrusionOk="0">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14" name="Google Shape;9414;p60"/>
              <p:cNvSpPr/>
              <p:nvPr/>
            </p:nvSpPr>
            <p:spPr>
              <a:xfrm>
                <a:off x="3147864" y="3682572"/>
                <a:ext cx="25500" cy="5535"/>
              </a:xfrm>
              <a:custGeom>
                <a:avLst/>
                <a:gdLst/>
                <a:ahLst/>
                <a:cxnLst/>
                <a:rect l="l" t="t" r="r" b="b"/>
                <a:pathLst>
                  <a:path w="1009" h="219" extrusionOk="0">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15" name="Google Shape;9415;p60"/>
              <p:cNvSpPr/>
              <p:nvPr/>
            </p:nvSpPr>
            <p:spPr>
              <a:xfrm>
                <a:off x="3147864" y="3666195"/>
                <a:ext cx="25500" cy="16402"/>
              </a:xfrm>
              <a:custGeom>
                <a:avLst/>
                <a:gdLst/>
                <a:ahLst/>
                <a:cxnLst/>
                <a:rect l="l" t="t" r="r" b="b"/>
                <a:pathLst>
                  <a:path w="1009" h="649" extrusionOk="0">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16" name="Google Shape;9416;p60"/>
              <p:cNvSpPr/>
              <p:nvPr/>
            </p:nvSpPr>
            <p:spPr>
              <a:xfrm>
                <a:off x="3147738" y="3660686"/>
                <a:ext cx="25500" cy="5535"/>
              </a:xfrm>
              <a:custGeom>
                <a:avLst/>
                <a:gdLst/>
                <a:ahLst/>
                <a:cxnLst/>
                <a:rect l="l" t="t" r="r" b="b"/>
                <a:pathLst>
                  <a:path w="1009" h="219" extrusionOk="0">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17" name="Google Shape;9417;p60"/>
              <p:cNvSpPr/>
              <p:nvPr/>
            </p:nvSpPr>
            <p:spPr>
              <a:xfrm>
                <a:off x="3147864" y="3644284"/>
                <a:ext cx="25500" cy="16427"/>
              </a:xfrm>
              <a:custGeom>
                <a:avLst/>
                <a:gdLst/>
                <a:ahLst/>
                <a:cxnLst/>
                <a:rect l="l" t="t" r="r" b="b"/>
                <a:pathLst>
                  <a:path w="1009" h="650" extrusionOk="0">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18" name="Google Shape;9418;p60"/>
              <p:cNvSpPr/>
              <p:nvPr/>
            </p:nvSpPr>
            <p:spPr>
              <a:xfrm>
                <a:off x="3147738" y="3638774"/>
                <a:ext cx="25500" cy="5535"/>
              </a:xfrm>
              <a:custGeom>
                <a:avLst/>
                <a:gdLst/>
                <a:ahLst/>
                <a:cxnLst/>
                <a:rect l="l" t="t" r="r" b="b"/>
                <a:pathLst>
                  <a:path w="1009" h="219" extrusionOk="0">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19" name="Google Shape;9419;p60"/>
              <p:cNvSpPr/>
              <p:nvPr/>
            </p:nvSpPr>
            <p:spPr>
              <a:xfrm>
                <a:off x="3147738" y="3622272"/>
                <a:ext cx="25500" cy="16528"/>
              </a:xfrm>
              <a:custGeom>
                <a:avLst/>
                <a:gdLst/>
                <a:ahLst/>
                <a:cxnLst/>
                <a:rect l="l" t="t" r="r" b="b"/>
                <a:pathLst>
                  <a:path w="1009" h="654" extrusionOk="0">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20" name="Google Shape;9420;p60"/>
              <p:cNvSpPr/>
              <p:nvPr/>
            </p:nvSpPr>
            <p:spPr>
              <a:xfrm>
                <a:off x="3147738" y="3616888"/>
                <a:ext cx="25500" cy="5535"/>
              </a:xfrm>
              <a:custGeom>
                <a:avLst/>
                <a:gdLst/>
                <a:ahLst/>
                <a:cxnLst/>
                <a:rect l="l" t="t" r="r" b="b"/>
                <a:pathLst>
                  <a:path w="1009" h="219" extrusionOk="0">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21" name="Google Shape;9421;p60"/>
              <p:cNvSpPr/>
              <p:nvPr/>
            </p:nvSpPr>
            <p:spPr>
              <a:xfrm>
                <a:off x="3147738" y="3600360"/>
                <a:ext cx="25500" cy="16427"/>
              </a:xfrm>
              <a:custGeom>
                <a:avLst/>
                <a:gdLst/>
                <a:ahLst/>
                <a:cxnLst/>
                <a:rect l="l" t="t" r="r" b="b"/>
                <a:pathLst>
                  <a:path w="1009" h="650" extrusionOk="0">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22" name="Google Shape;9422;p60"/>
              <p:cNvSpPr/>
              <p:nvPr/>
            </p:nvSpPr>
            <p:spPr>
              <a:xfrm>
                <a:off x="3147738" y="3595002"/>
                <a:ext cx="25500" cy="5535"/>
              </a:xfrm>
              <a:custGeom>
                <a:avLst/>
                <a:gdLst/>
                <a:ahLst/>
                <a:cxnLst/>
                <a:rect l="l" t="t" r="r" b="b"/>
                <a:pathLst>
                  <a:path w="1009" h="219" extrusionOk="0">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23" name="Google Shape;9423;p60"/>
              <p:cNvSpPr/>
              <p:nvPr/>
            </p:nvSpPr>
            <p:spPr>
              <a:xfrm>
                <a:off x="3147738" y="3578474"/>
                <a:ext cx="25500" cy="16402"/>
              </a:xfrm>
              <a:custGeom>
                <a:avLst/>
                <a:gdLst/>
                <a:ahLst/>
                <a:cxnLst/>
                <a:rect l="l" t="t" r="r" b="b"/>
                <a:pathLst>
                  <a:path w="1009" h="649" extrusionOk="0">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24" name="Google Shape;9424;p60"/>
              <p:cNvSpPr/>
              <p:nvPr/>
            </p:nvSpPr>
            <p:spPr>
              <a:xfrm>
                <a:off x="3147738" y="3573091"/>
                <a:ext cx="25500" cy="5408"/>
              </a:xfrm>
              <a:custGeom>
                <a:avLst/>
                <a:gdLst/>
                <a:ahLst/>
                <a:cxnLst/>
                <a:rect l="l" t="t" r="r" b="b"/>
                <a:pathLst>
                  <a:path w="1009" h="214" extrusionOk="0">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25" name="Google Shape;9425;p60"/>
              <p:cNvSpPr/>
              <p:nvPr/>
            </p:nvSpPr>
            <p:spPr>
              <a:xfrm>
                <a:off x="3147738" y="3556563"/>
                <a:ext cx="25500" cy="16427"/>
              </a:xfrm>
              <a:custGeom>
                <a:avLst/>
                <a:gdLst/>
                <a:ahLst/>
                <a:cxnLst/>
                <a:rect l="l" t="t" r="r" b="b"/>
                <a:pathLst>
                  <a:path w="1009" h="650" extrusionOk="0">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26" name="Google Shape;9426;p60"/>
              <p:cNvSpPr/>
              <p:nvPr/>
            </p:nvSpPr>
            <p:spPr>
              <a:xfrm>
                <a:off x="3147738" y="3551054"/>
                <a:ext cx="25500" cy="5535"/>
              </a:xfrm>
              <a:custGeom>
                <a:avLst/>
                <a:gdLst/>
                <a:ahLst/>
                <a:cxnLst/>
                <a:rect l="l" t="t" r="r" b="b"/>
                <a:pathLst>
                  <a:path w="1009" h="219" extrusionOk="0">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27" name="Google Shape;9427;p60"/>
              <p:cNvSpPr/>
              <p:nvPr/>
            </p:nvSpPr>
            <p:spPr>
              <a:xfrm>
                <a:off x="3147738" y="3534677"/>
                <a:ext cx="25500" cy="16402"/>
              </a:xfrm>
              <a:custGeom>
                <a:avLst/>
                <a:gdLst/>
                <a:ahLst/>
                <a:cxnLst/>
                <a:rect l="l" t="t" r="r" b="b"/>
                <a:pathLst>
                  <a:path w="1009" h="649" extrusionOk="0">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28" name="Google Shape;9428;p60"/>
              <p:cNvSpPr/>
              <p:nvPr/>
            </p:nvSpPr>
            <p:spPr>
              <a:xfrm>
                <a:off x="3147586" y="3529168"/>
                <a:ext cx="25500" cy="5535"/>
              </a:xfrm>
              <a:custGeom>
                <a:avLst/>
                <a:gdLst/>
                <a:ahLst/>
                <a:cxnLst/>
                <a:rect l="l" t="t" r="r" b="b"/>
                <a:pathLst>
                  <a:path w="1009" h="219" extrusionOk="0">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29" name="Google Shape;9429;p60"/>
              <p:cNvSpPr/>
              <p:nvPr/>
            </p:nvSpPr>
            <p:spPr>
              <a:xfrm>
                <a:off x="3147586" y="3512791"/>
                <a:ext cx="25500" cy="16402"/>
              </a:xfrm>
              <a:custGeom>
                <a:avLst/>
                <a:gdLst/>
                <a:ahLst/>
                <a:cxnLst/>
                <a:rect l="l" t="t" r="r" b="b"/>
                <a:pathLst>
                  <a:path w="1009" h="649" extrusionOk="0">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30" name="Google Shape;9430;p60"/>
              <p:cNvSpPr/>
              <p:nvPr/>
            </p:nvSpPr>
            <p:spPr>
              <a:xfrm>
                <a:off x="3147586" y="3507282"/>
                <a:ext cx="25500" cy="5535"/>
              </a:xfrm>
              <a:custGeom>
                <a:avLst/>
                <a:gdLst/>
                <a:ahLst/>
                <a:cxnLst/>
                <a:rect l="l" t="t" r="r" b="b"/>
                <a:pathLst>
                  <a:path w="1009" h="219" extrusionOk="0">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31" name="Google Shape;9431;p60"/>
              <p:cNvSpPr/>
              <p:nvPr/>
            </p:nvSpPr>
            <p:spPr>
              <a:xfrm>
                <a:off x="3147586" y="3490880"/>
                <a:ext cx="25500" cy="16427"/>
              </a:xfrm>
              <a:custGeom>
                <a:avLst/>
                <a:gdLst/>
                <a:ahLst/>
                <a:cxnLst/>
                <a:rect l="l" t="t" r="r" b="b"/>
                <a:pathLst>
                  <a:path w="1009" h="650" extrusionOk="0">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32" name="Google Shape;9432;p60"/>
              <p:cNvSpPr/>
              <p:nvPr/>
            </p:nvSpPr>
            <p:spPr>
              <a:xfrm>
                <a:off x="3147586" y="3485370"/>
                <a:ext cx="25500" cy="5535"/>
              </a:xfrm>
              <a:custGeom>
                <a:avLst/>
                <a:gdLst/>
                <a:ahLst/>
                <a:cxnLst/>
                <a:rect l="l" t="t" r="r" b="b"/>
                <a:pathLst>
                  <a:path w="1009" h="219" extrusionOk="0">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33" name="Google Shape;9433;p60"/>
              <p:cNvSpPr/>
              <p:nvPr/>
            </p:nvSpPr>
            <p:spPr>
              <a:xfrm>
                <a:off x="3147586" y="3468994"/>
                <a:ext cx="25500" cy="16402"/>
              </a:xfrm>
              <a:custGeom>
                <a:avLst/>
                <a:gdLst/>
                <a:ahLst/>
                <a:cxnLst/>
                <a:rect l="l" t="t" r="r" b="b"/>
                <a:pathLst>
                  <a:path w="1009" h="649" extrusionOk="0">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34" name="Google Shape;9434;p60"/>
              <p:cNvSpPr/>
              <p:nvPr/>
            </p:nvSpPr>
            <p:spPr>
              <a:xfrm>
                <a:off x="3147586" y="3463484"/>
                <a:ext cx="25500" cy="5535"/>
              </a:xfrm>
              <a:custGeom>
                <a:avLst/>
                <a:gdLst/>
                <a:ahLst/>
                <a:cxnLst/>
                <a:rect l="l" t="t" r="r" b="b"/>
                <a:pathLst>
                  <a:path w="1009" h="219" extrusionOk="0">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35" name="Google Shape;9435;p60"/>
              <p:cNvSpPr/>
              <p:nvPr/>
            </p:nvSpPr>
            <p:spPr>
              <a:xfrm>
                <a:off x="3147586" y="3447083"/>
                <a:ext cx="25500" cy="16427"/>
              </a:xfrm>
              <a:custGeom>
                <a:avLst/>
                <a:gdLst/>
                <a:ahLst/>
                <a:cxnLst/>
                <a:rect l="l" t="t" r="r" b="b"/>
                <a:pathLst>
                  <a:path w="1009" h="650" extrusionOk="0">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36" name="Google Shape;9436;p60"/>
              <p:cNvSpPr/>
              <p:nvPr/>
            </p:nvSpPr>
            <p:spPr>
              <a:xfrm>
                <a:off x="3147586" y="3441573"/>
                <a:ext cx="25500" cy="5535"/>
              </a:xfrm>
              <a:custGeom>
                <a:avLst/>
                <a:gdLst/>
                <a:ahLst/>
                <a:cxnLst/>
                <a:rect l="l" t="t" r="r" b="b"/>
                <a:pathLst>
                  <a:path w="1009" h="219" extrusionOk="0">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37" name="Google Shape;9437;p60"/>
              <p:cNvSpPr/>
              <p:nvPr/>
            </p:nvSpPr>
            <p:spPr>
              <a:xfrm>
                <a:off x="3147586" y="3425197"/>
                <a:ext cx="25500" cy="16402"/>
              </a:xfrm>
              <a:custGeom>
                <a:avLst/>
                <a:gdLst/>
                <a:ahLst/>
                <a:cxnLst/>
                <a:rect l="l" t="t" r="r" b="b"/>
                <a:pathLst>
                  <a:path w="1009" h="649" extrusionOk="0">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38" name="Google Shape;9438;p60"/>
              <p:cNvSpPr/>
              <p:nvPr/>
            </p:nvSpPr>
            <p:spPr>
              <a:xfrm>
                <a:off x="3147460" y="3419687"/>
                <a:ext cx="25500" cy="5535"/>
              </a:xfrm>
              <a:custGeom>
                <a:avLst/>
                <a:gdLst/>
                <a:ahLst/>
                <a:cxnLst/>
                <a:rect l="l" t="t" r="r" b="b"/>
                <a:pathLst>
                  <a:path w="1009" h="219" extrusionOk="0">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39" name="Google Shape;9439;p60"/>
              <p:cNvSpPr/>
              <p:nvPr/>
            </p:nvSpPr>
            <p:spPr>
              <a:xfrm>
                <a:off x="3147586" y="3403159"/>
                <a:ext cx="25500" cy="16553"/>
              </a:xfrm>
              <a:custGeom>
                <a:avLst/>
                <a:gdLst/>
                <a:ahLst/>
                <a:cxnLst/>
                <a:rect l="l" t="t" r="r" b="b"/>
                <a:pathLst>
                  <a:path w="1009" h="655" extrusionOk="0">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40" name="Google Shape;9440;p60"/>
              <p:cNvSpPr/>
              <p:nvPr/>
            </p:nvSpPr>
            <p:spPr>
              <a:xfrm>
                <a:off x="3173339" y="3692757"/>
                <a:ext cx="9401" cy="7203"/>
              </a:xfrm>
              <a:custGeom>
                <a:avLst/>
                <a:gdLst/>
                <a:ahLst/>
                <a:cxnLst/>
                <a:rect l="l" t="t" r="r" b="b"/>
                <a:pathLst>
                  <a:path w="372" h="285" extrusionOk="0">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41" name="Google Shape;9441;p60"/>
              <p:cNvSpPr/>
              <p:nvPr/>
            </p:nvSpPr>
            <p:spPr>
              <a:xfrm>
                <a:off x="3138513" y="3692757"/>
                <a:ext cx="9654" cy="7051"/>
              </a:xfrm>
              <a:custGeom>
                <a:avLst/>
                <a:gdLst/>
                <a:ahLst/>
                <a:cxnLst/>
                <a:rect l="l" t="t" r="r" b="b"/>
                <a:pathLst>
                  <a:path w="382" h="279" extrusionOk="0">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42" name="Google Shape;9442;p60"/>
              <p:cNvSpPr/>
              <p:nvPr/>
            </p:nvSpPr>
            <p:spPr>
              <a:xfrm>
                <a:off x="3173339" y="3670744"/>
                <a:ext cx="9250" cy="7177"/>
              </a:xfrm>
              <a:custGeom>
                <a:avLst/>
                <a:gdLst/>
                <a:ahLst/>
                <a:cxnLst/>
                <a:rect l="l" t="t" r="r" b="b"/>
                <a:pathLst>
                  <a:path w="366" h="284" extrusionOk="0">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43" name="Google Shape;9443;p60"/>
              <p:cNvSpPr/>
              <p:nvPr/>
            </p:nvSpPr>
            <p:spPr>
              <a:xfrm>
                <a:off x="3138513" y="3670871"/>
                <a:ext cx="9528" cy="7177"/>
              </a:xfrm>
              <a:custGeom>
                <a:avLst/>
                <a:gdLst/>
                <a:ahLst/>
                <a:cxnLst/>
                <a:rect l="l" t="t" r="r" b="b"/>
                <a:pathLst>
                  <a:path w="377" h="284" extrusionOk="0">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44" name="Google Shape;9444;p60"/>
              <p:cNvSpPr/>
              <p:nvPr/>
            </p:nvSpPr>
            <p:spPr>
              <a:xfrm>
                <a:off x="3173213" y="3648833"/>
                <a:ext cx="9376" cy="7203"/>
              </a:xfrm>
              <a:custGeom>
                <a:avLst/>
                <a:gdLst/>
                <a:ahLst/>
                <a:cxnLst/>
                <a:rect l="l" t="t" r="r" b="b"/>
                <a:pathLst>
                  <a:path w="371" h="285" extrusionOk="0">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45" name="Google Shape;9445;p60"/>
              <p:cNvSpPr/>
              <p:nvPr/>
            </p:nvSpPr>
            <p:spPr>
              <a:xfrm>
                <a:off x="3138513" y="3648985"/>
                <a:ext cx="9528" cy="7177"/>
              </a:xfrm>
              <a:custGeom>
                <a:avLst/>
                <a:gdLst/>
                <a:ahLst/>
                <a:cxnLst/>
                <a:rect l="l" t="t" r="r" b="b"/>
                <a:pathLst>
                  <a:path w="377" h="284" extrusionOk="0">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46" name="Google Shape;9446;p60"/>
              <p:cNvSpPr/>
              <p:nvPr/>
            </p:nvSpPr>
            <p:spPr>
              <a:xfrm>
                <a:off x="3173213" y="3626947"/>
                <a:ext cx="9376" cy="7329"/>
              </a:xfrm>
              <a:custGeom>
                <a:avLst/>
                <a:gdLst/>
                <a:ahLst/>
                <a:cxnLst/>
                <a:rect l="l" t="t" r="r" b="b"/>
                <a:pathLst>
                  <a:path w="371" h="290" extrusionOk="0">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47" name="Google Shape;9447;p60"/>
              <p:cNvSpPr/>
              <p:nvPr/>
            </p:nvSpPr>
            <p:spPr>
              <a:xfrm>
                <a:off x="3138362" y="3626947"/>
                <a:ext cx="9679" cy="7177"/>
              </a:xfrm>
              <a:custGeom>
                <a:avLst/>
                <a:gdLst/>
                <a:ahLst/>
                <a:cxnLst/>
                <a:rect l="l" t="t" r="r" b="b"/>
                <a:pathLst>
                  <a:path w="383" h="284" extrusionOk="0">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48" name="Google Shape;9448;p60"/>
              <p:cNvSpPr/>
              <p:nvPr/>
            </p:nvSpPr>
            <p:spPr>
              <a:xfrm>
                <a:off x="3173213" y="3605036"/>
                <a:ext cx="9376" cy="7203"/>
              </a:xfrm>
              <a:custGeom>
                <a:avLst/>
                <a:gdLst/>
                <a:ahLst/>
                <a:cxnLst/>
                <a:rect l="l" t="t" r="r" b="b"/>
                <a:pathLst>
                  <a:path w="371" h="285" extrusionOk="0">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49" name="Google Shape;9449;p60"/>
              <p:cNvSpPr/>
              <p:nvPr/>
            </p:nvSpPr>
            <p:spPr>
              <a:xfrm>
                <a:off x="3138362" y="3605036"/>
                <a:ext cx="9679" cy="7203"/>
              </a:xfrm>
              <a:custGeom>
                <a:avLst/>
                <a:gdLst/>
                <a:ahLst/>
                <a:cxnLst/>
                <a:rect l="l" t="t" r="r" b="b"/>
                <a:pathLst>
                  <a:path w="383" h="285" extrusionOk="0">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50" name="Google Shape;9450;p60"/>
              <p:cNvSpPr/>
              <p:nvPr/>
            </p:nvSpPr>
            <p:spPr>
              <a:xfrm>
                <a:off x="3173213" y="3583150"/>
                <a:ext cx="9376" cy="7177"/>
              </a:xfrm>
              <a:custGeom>
                <a:avLst/>
                <a:gdLst/>
                <a:ahLst/>
                <a:cxnLst/>
                <a:rect l="l" t="t" r="r" b="b"/>
                <a:pathLst>
                  <a:path w="371" h="284" extrusionOk="0">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51" name="Google Shape;9451;p60"/>
              <p:cNvSpPr/>
              <p:nvPr/>
            </p:nvSpPr>
            <p:spPr>
              <a:xfrm>
                <a:off x="3138362" y="3583150"/>
                <a:ext cx="9679" cy="7177"/>
              </a:xfrm>
              <a:custGeom>
                <a:avLst/>
                <a:gdLst/>
                <a:ahLst/>
                <a:cxnLst/>
                <a:rect l="l" t="t" r="r" b="b"/>
                <a:pathLst>
                  <a:path w="383" h="284" extrusionOk="0">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52" name="Google Shape;9452;p60"/>
              <p:cNvSpPr/>
              <p:nvPr/>
            </p:nvSpPr>
            <p:spPr>
              <a:xfrm>
                <a:off x="3173061" y="3561264"/>
                <a:ext cx="9401" cy="7177"/>
              </a:xfrm>
              <a:custGeom>
                <a:avLst/>
                <a:gdLst/>
                <a:ahLst/>
                <a:cxnLst/>
                <a:rect l="l" t="t" r="r" b="b"/>
                <a:pathLst>
                  <a:path w="372" h="284" extrusionOk="0">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53" name="Google Shape;9453;p60"/>
              <p:cNvSpPr/>
              <p:nvPr/>
            </p:nvSpPr>
            <p:spPr>
              <a:xfrm>
                <a:off x="3138362" y="3561264"/>
                <a:ext cx="9679" cy="7177"/>
              </a:xfrm>
              <a:custGeom>
                <a:avLst/>
                <a:gdLst/>
                <a:ahLst/>
                <a:cxnLst/>
                <a:rect l="l" t="t" r="r" b="b"/>
                <a:pathLst>
                  <a:path w="383" h="284" extrusionOk="0">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54" name="Google Shape;9454;p60"/>
              <p:cNvSpPr/>
              <p:nvPr/>
            </p:nvSpPr>
            <p:spPr>
              <a:xfrm>
                <a:off x="3173061" y="3539352"/>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55" name="Google Shape;9455;p60"/>
              <p:cNvSpPr/>
              <p:nvPr/>
            </p:nvSpPr>
            <p:spPr>
              <a:xfrm>
                <a:off x="3138362" y="3539352"/>
                <a:ext cx="9528" cy="7203"/>
              </a:xfrm>
              <a:custGeom>
                <a:avLst/>
                <a:gdLst/>
                <a:ahLst/>
                <a:cxnLst/>
                <a:rect l="l" t="t" r="r" b="b"/>
                <a:pathLst>
                  <a:path w="377" h="285" extrusionOk="0">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56" name="Google Shape;9456;p60"/>
              <p:cNvSpPr/>
              <p:nvPr/>
            </p:nvSpPr>
            <p:spPr>
              <a:xfrm>
                <a:off x="3173061" y="3517466"/>
                <a:ext cx="9401" cy="7177"/>
              </a:xfrm>
              <a:custGeom>
                <a:avLst/>
                <a:gdLst/>
                <a:ahLst/>
                <a:cxnLst/>
                <a:rect l="l" t="t" r="r" b="b"/>
                <a:pathLst>
                  <a:path w="372" h="284" extrusionOk="0">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57" name="Google Shape;9457;p60"/>
              <p:cNvSpPr/>
              <p:nvPr/>
            </p:nvSpPr>
            <p:spPr>
              <a:xfrm>
                <a:off x="3138235" y="3517466"/>
                <a:ext cx="9654" cy="7177"/>
              </a:xfrm>
              <a:custGeom>
                <a:avLst/>
                <a:gdLst/>
                <a:ahLst/>
                <a:cxnLst/>
                <a:rect l="l" t="t" r="r" b="b"/>
                <a:pathLst>
                  <a:path w="382" h="284" extrusionOk="0">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58" name="Google Shape;9458;p60"/>
              <p:cNvSpPr/>
              <p:nvPr/>
            </p:nvSpPr>
            <p:spPr>
              <a:xfrm>
                <a:off x="3173061" y="3495555"/>
                <a:ext cx="9401" cy="7203"/>
              </a:xfrm>
              <a:custGeom>
                <a:avLst/>
                <a:gdLst/>
                <a:ahLst/>
                <a:cxnLst/>
                <a:rect l="l" t="t" r="r" b="b"/>
                <a:pathLst>
                  <a:path w="372" h="285" extrusionOk="0">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59" name="Google Shape;9459;p60"/>
              <p:cNvSpPr/>
              <p:nvPr/>
            </p:nvSpPr>
            <p:spPr>
              <a:xfrm>
                <a:off x="3138235" y="3495555"/>
                <a:ext cx="9654" cy="7203"/>
              </a:xfrm>
              <a:custGeom>
                <a:avLst/>
                <a:gdLst/>
                <a:ahLst/>
                <a:cxnLst/>
                <a:rect l="l" t="t" r="r" b="b"/>
                <a:pathLst>
                  <a:path w="382" h="285" extrusionOk="0">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60" name="Google Shape;9460;p60"/>
              <p:cNvSpPr/>
              <p:nvPr/>
            </p:nvSpPr>
            <p:spPr>
              <a:xfrm>
                <a:off x="3173061" y="3473543"/>
                <a:ext cx="9401" cy="7304"/>
              </a:xfrm>
              <a:custGeom>
                <a:avLst/>
                <a:gdLst/>
                <a:ahLst/>
                <a:cxnLst/>
                <a:rect l="l" t="t" r="r" b="b"/>
                <a:pathLst>
                  <a:path w="372" h="289" extrusionOk="0">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61" name="Google Shape;9461;p60"/>
              <p:cNvSpPr/>
              <p:nvPr/>
            </p:nvSpPr>
            <p:spPr>
              <a:xfrm>
                <a:off x="3138235" y="3473669"/>
                <a:ext cx="9654" cy="7177"/>
              </a:xfrm>
              <a:custGeom>
                <a:avLst/>
                <a:gdLst/>
                <a:ahLst/>
                <a:cxnLst/>
                <a:rect l="l" t="t" r="r" b="b"/>
                <a:pathLst>
                  <a:path w="382" h="284" extrusionOk="0">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62" name="Google Shape;9462;p60"/>
              <p:cNvSpPr/>
              <p:nvPr/>
            </p:nvSpPr>
            <p:spPr>
              <a:xfrm>
                <a:off x="3173061" y="3451758"/>
                <a:ext cx="9401" cy="7203"/>
              </a:xfrm>
              <a:custGeom>
                <a:avLst/>
                <a:gdLst/>
                <a:ahLst/>
                <a:cxnLst/>
                <a:rect l="l" t="t" r="r" b="b"/>
                <a:pathLst>
                  <a:path w="372" h="285" extrusionOk="0">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63" name="Google Shape;9463;p60"/>
              <p:cNvSpPr/>
              <p:nvPr/>
            </p:nvSpPr>
            <p:spPr>
              <a:xfrm>
                <a:off x="3138235" y="3451758"/>
                <a:ext cx="9654" cy="7076"/>
              </a:xfrm>
              <a:custGeom>
                <a:avLst/>
                <a:gdLst/>
                <a:ahLst/>
                <a:cxnLst/>
                <a:rect l="l" t="t" r="r" b="b"/>
                <a:pathLst>
                  <a:path w="382" h="280" extrusionOk="0">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64" name="Google Shape;9464;p60"/>
              <p:cNvSpPr/>
              <p:nvPr/>
            </p:nvSpPr>
            <p:spPr>
              <a:xfrm>
                <a:off x="3172935" y="3429746"/>
                <a:ext cx="9376" cy="7177"/>
              </a:xfrm>
              <a:custGeom>
                <a:avLst/>
                <a:gdLst/>
                <a:ahLst/>
                <a:cxnLst/>
                <a:rect l="l" t="t" r="r" b="b"/>
                <a:pathLst>
                  <a:path w="371" h="284" extrusionOk="0">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65" name="Google Shape;9465;p60"/>
              <p:cNvSpPr/>
              <p:nvPr/>
            </p:nvSpPr>
            <p:spPr>
              <a:xfrm>
                <a:off x="3138235" y="3429872"/>
                <a:ext cx="9528" cy="7076"/>
              </a:xfrm>
              <a:custGeom>
                <a:avLst/>
                <a:gdLst/>
                <a:ahLst/>
                <a:cxnLst/>
                <a:rect l="l" t="t" r="r" b="b"/>
                <a:pathLst>
                  <a:path w="377" h="280" extrusionOk="0">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66" name="Google Shape;9466;p60"/>
              <p:cNvSpPr/>
              <p:nvPr/>
            </p:nvSpPr>
            <p:spPr>
              <a:xfrm>
                <a:off x="3172935" y="3407834"/>
                <a:ext cx="9376" cy="7203"/>
              </a:xfrm>
              <a:custGeom>
                <a:avLst/>
                <a:gdLst/>
                <a:ahLst/>
                <a:cxnLst/>
                <a:rect l="l" t="t" r="r" b="b"/>
                <a:pathLst>
                  <a:path w="371" h="285" extrusionOk="0">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67" name="Google Shape;9467;p60"/>
              <p:cNvSpPr/>
              <p:nvPr/>
            </p:nvSpPr>
            <p:spPr>
              <a:xfrm>
                <a:off x="3138084" y="3407834"/>
                <a:ext cx="9679" cy="7203"/>
              </a:xfrm>
              <a:custGeom>
                <a:avLst/>
                <a:gdLst/>
                <a:ahLst/>
                <a:cxnLst/>
                <a:rect l="l" t="t" r="r" b="b"/>
                <a:pathLst>
                  <a:path w="383" h="285" extrusionOk="0">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68" name="Google Shape;9468;p60"/>
              <p:cNvSpPr/>
              <p:nvPr/>
            </p:nvSpPr>
            <p:spPr>
              <a:xfrm>
                <a:off x="3033380" y="3446173"/>
                <a:ext cx="127626" cy="73518"/>
              </a:xfrm>
              <a:custGeom>
                <a:avLst/>
                <a:gdLst/>
                <a:ahLst/>
                <a:cxnLst/>
                <a:rect l="l" t="t" r="r" b="b"/>
                <a:pathLst>
                  <a:path w="5050" h="2909" extrusionOk="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69" name="Google Shape;9469;p60"/>
              <p:cNvSpPr/>
              <p:nvPr/>
            </p:nvSpPr>
            <p:spPr>
              <a:xfrm>
                <a:off x="3158150" y="3445996"/>
                <a:ext cx="127626" cy="73568"/>
              </a:xfrm>
              <a:custGeom>
                <a:avLst/>
                <a:gdLst/>
                <a:ahLst/>
                <a:cxnLst/>
                <a:rect l="l" t="t" r="r" b="b"/>
                <a:pathLst>
                  <a:path w="5050" h="2911" extrusionOk="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70" name="Google Shape;9470;p60"/>
              <p:cNvSpPr/>
              <p:nvPr/>
            </p:nvSpPr>
            <p:spPr>
              <a:xfrm>
                <a:off x="3084253" y="3751439"/>
                <a:ext cx="30302" cy="54134"/>
              </a:xfrm>
              <a:custGeom>
                <a:avLst/>
                <a:gdLst/>
                <a:ahLst/>
                <a:cxnLst/>
                <a:rect l="l" t="t" r="r" b="b"/>
                <a:pathLst>
                  <a:path w="1199" h="2142" extrusionOk="0">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71" name="Google Shape;9471;p60"/>
              <p:cNvSpPr/>
              <p:nvPr/>
            </p:nvSpPr>
            <p:spPr>
              <a:xfrm>
                <a:off x="3029842" y="3464066"/>
                <a:ext cx="34472" cy="33688"/>
              </a:xfrm>
              <a:custGeom>
                <a:avLst/>
                <a:gdLst/>
                <a:ahLst/>
                <a:cxnLst/>
                <a:rect l="l" t="t" r="r" b="b"/>
                <a:pathLst>
                  <a:path w="1364" h="1333" extrusionOk="0">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72" name="Google Shape;9472;p60"/>
              <p:cNvSpPr/>
              <p:nvPr/>
            </p:nvSpPr>
            <p:spPr>
              <a:xfrm>
                <a:off x="2982228" y="3468969"/>
                <a:ext cx="76955" cy="195407"/>
              </a:xfrm>
              <a:custGeom>
                <a:avLst/>
                <a:gdLst/>
                <a:ahLst/>
                <a:cxnLst/>
                <a:rect l="l" t="t" r="r" b="b"/>
                <a:pathLst>
                  <a:path w="3045" h="7732" extrusionOk="0">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73" name="Google Shape;9473;p60"/>
              <p:cNvSpPr/>
              <p:nvPr/>
            </p:nvSpPr>
            <p:spPr>
              <a:xfrm>
                <a:off x="3205435" y="3751288"/>
                <a:ext cx="30327" cy="54285"/>
              </a:xfrm>
              <a:custGeom>
                <a:avLst/>
                <a:gdLst/>
                <a:ahLst/>
                <a:cxnLst/>
                <a:rect l="l" t="t" r="r" b="b"/>
                <a:pathLst>
                  <a:path w="1200" h="2148" extrusionOk="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74" name="Google Shape;9474;p60"/>
              <p:cNvSpPr/>
              <p:nvPr/>
            </p:nvSpPr>
            <p:spPr>
              <a:xfrm>
                <a:off x="3254868" y="3463788"/>
                <a:ext cx="34598" cy="33688"/>
              </a:xfrm>
              <a:custGeom>
                <a:avLst/>
                <a:gdLst/>
                <a:ahLst/>
                <a:cxnLst/>
                <a:rect l="l" t="t" r="r" b="b"/>
                <a:pathLst>
                  <a:path w="1369" h="1333" extrusionOk="0">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75" name="Google Shape;9475;p60"/>
              <p:cNvSpPr/>
              <p:nvPr/>
            </p:nvSpPr>
            <p:spPr>
              <a:xfrm>
                <a:off x="3286812" y="3644739"/>
                <a:ext cx="37479" cy="23706"/>
              </a:xfrm>
              <a:custGeom>
                <a:avLst/>
                <a:gdLst/>
                <a:ahLst/>
                <a:cxnLst/>
                <a:rect l="l" t="t" r="r" b="b"/>
                <a:pathLst>
                  <a:path w="1483" h="938" extrusionOk="0">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76" name="Google Shape;9476;p60"/>
              <p:cNvSpPr/>
              <p:nvPr/>
            </p:nvSpPr>
            <p:spPr>
              <a:xfrm>
                <a:off x="3218375" y="4036892"/>
                <a:ext cx="40916" cy="40790"/>
              </a:xfrm>
              <a:custGeom>
                <a:avLst/>
                <a:gdLst/>
                <a:ahLst/>
                <a:cxnLst/>
                <a:rect l="l" t="t" r="r" b="b"/>
                <a:pathLst>
                  <a:path w="1619" h="1614" extrusionOk="0">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77" name="Google Shape;9477;p60"/>
              <p:cNvSpPr/>
              <p:nvPr/>
            </p:nvSpPr>
            <p:spPr>
              <a:xfrm>
                <a:off x="3115768" y="3352361"/>
                <a:ext cx="87342" cy="60881"/>
              </a:xfrm>
              <a:custGeom>
                <a:avLst/>
                <a:gdLst/>
                <a:ahLst/>
                <a:cxnLst/>
                <a:rect l="l" t="t" r="r" b="b"/>
                <a:pathLst>
                  <a:path w="3456" h="2409" extrusionOk="0">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78" name="Google Shape;9478;p60"/>
              <p:cNvSpPr/>
              <p:nvPr/>
            </p:nvSpPr>
            <p:spPr>
              <a:xfrm>
                <a:off x="3101312" y="3259611"/>
                <a:ext cx="116253" cy="121535"/>
              </a:xfrm>
              <a:custGeom>
                <a:avLst/>
                <a:gdLst/>
                <a:ahLst/>
                <a:cxnLst/>
                <a:rect l="l" t="t" r="r" b="b"/>
                <a:pathLst>
                  <a:path w="4600" h="4809" extrusionOk="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79" name="Google Shape;9479;p60"/>
              <p:cNvSpPr/>
              <p:nvPr/>
            </p:nvSpPr>
            <p:spPr>
              <a:xfrm>
                <a:off x="3260024" y="3468691"/>
                <a:ext cx="77460" cy="195356"/>
              </a:xfrm>
              <a:custGeom>
                <a:avLst/>
                <a:gdLst/>
                <a:ahLst/>
                <a:cxnLst/>
                <a:rect l="l" t="t" r="r" b="b"/>
                <a:pathLst>
                  <a:path w="3065" h="7730" extrusionOk="0">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80" name="Google Shape;9480;p60"/>
              <p:cNvSpPr/>
              <p:nvPr/>
            </p:nvSpPr>
            <p:spPr>
              <a:xfrm>
                <a:off x="3289138" y="3658234"/>
                <a:ext cx="65456" cy="151964"/>
              </a:xfrm>
              <a:custGeom>
                <a:avLst/>
                <a:gdLst/>
                <a:ahLst/>
                <a:cxnLst/>
                <a:rect l="l" t="t" r="r" b="b"/>
                <a:pathLst>
                  <a:path w="2590" h="6013" extrusionOk="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81" name="Google Shape;9481;p60"/>
              <p:cNvSpPr/>
              <p:nvPr/>
            </p:nvSpPr>
            <p:spPr>
              <a:xfrm>
                <a:off x="3321537" y="3824401"/>
                <a:ext cx="11853" cy="26890"/>
              </a:xfrm>
              <a:custGeom>
                <a:avLst/>
                <a:gdLst/>
                <a:ahLst/>
                <a:cxnLst/>
                <a:rect l="l" t="t" r="r" b="b"/>
                <a:pathLst>
                  <a:path w="469" h="1064" extrusionOk="0">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82" name="Google Shape;9482;p60"/>
              <p:cNvSpPr/>
              <p:nvPr/>
            </p:nvSpPr>
            <p:spPr>
              <a:xfrm>
                <a:off x="3322093" y="3850356"/>
                <a:ext cx="11853" cy="26839"/>
              </a:xfrm>
              <a:custGeom>
                <a:avLst/>
                <a:gdLst/>
                <a:ahLst/>
                <a:cxnLst/>
                <a:rect l="l" t="t" r="r" b="b"/>
                <a:pathLst>
                  <a:path w="469" h="1062" extrusionOk="0">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83" name="Google Shape;9483;p60"/>
              <p:cNvSpPr/>
              <p:nvPr/>
            </p:nvSpPr>
            <p:spPr>
              <a:xfrm>
                <a:off x="3323205" y="3875350"/>
                <a:ext cx="11828" cy="26890"/>
              </a:xfrm>
              <a:custGeom>
                <a:avLst/>
                <a:gdLst/>
                <a:ahLst/>
                <a:cxnLst/>
                <a:rect l="l" t="t" r="r" b="b"/>
                <a:pathLst>
                  <a:path w="468" h="1064" extrusionOk="0">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84" name="Google Shape;9484;p60"/>
              <p:cNvSpPr/>
              <p:nvPr/>
            </p:nvSpPr>
            <p:spPr>
              <a:xfrm>
                <a:off x="3313677" y="3819877"/>
                <a:ext cx="10994" cy="26056"/>
              </a:xfrm>
              <a:custGeom>
                <a:avLst/>
                <a:gdLst/>
                <a:ahLst/>
                <a:cxnLst/>
                <a:rect l="l" t="t" r="r" b="b"/>
                <a:pathLst>
                  <a:path w="435" h="1031" extrusionOk="0">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85" name="Google Shape;9485;p60"/>
              <p:cNvSpPr/>
              <p:nvPr/>
            </p:nvSpPr>
            <p:spPr>
              <a:xfrm>
                <a:off x="3311883" y="3844948"/>
                <a:ext cx="10994" cy="26031"/>
              </a:xfrm>
              <a:custGeom>
                <a:avLst/>
                <a:gdLst/>
                <a:ahLst/>
                <a:cxnLst/>
                <a:rect l="l" t="t" r="r" b="b"/>
                <a:pathLst>
                  <a:path w="435" h="1030" extrusionOk="0">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86" name="Google Shape;9486;p60"/>
              <p:cNvSpPr/>
              <p:nvPr/>
            </p:nvSpPr>
            <p:spPr>
              <a:xfrm>
                <a:off x="3310644" y="3869032"/>
                <a:ext cx="10994" cy="26056"/>
              </a:xfrm>
              <a:custGeom>
                <a:avLst/>
                <a:gdLst/>
                <a:ahLst/>
                <a:cxnLst/>
                <a:rect l="l" t="t" r="r" b="b"/>
                <a:pathLst>
                  <a:path w="435" h="1031" extrusionOk="0">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87" name="Google Shape;9487;p60"/>
              <p:cNvSpPr/>
              <p:nvPr/>
            </p:nvSpPr>
            <p:spPr>
              <a:xfrm>
                <a:off x="3111876" y="3715805"/>
                <a:ext cx="96111" cy="59618"/>
              </a:xfrm>
              <a:custGeom>
                <a:avLst/>
                <a:gdLst/>
                <a:ahLst/>
                <a:cxnLst/>
                <a:rect l="l" t="t" r="r" b="b"/>
                <a:pathLst>
                  <a:path w="3803" h="2359" extrusionOk="0">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88" name="Google Shape;9488;p60"/>
              <p:cNvSpPr/>
              <p:nvPr/>
            </p:nvSpPr>
            <p:spPr>
              <a:xfrm>
                <a:off x="3209757" y="3762332"/>
                <a:ext cx="63030" cy="294981"/>
              </a:xfrm>
              <a:custGeom>
                <a:avLst/>
                <a:gdLst/>
                <a:ahLst/>
                <a:cxnLst/>
                <a:rect l="l" t="t" r="r" b="b"/>
                <a:pathLst>
                  <a:path w="2494" h="11672" extrusionOk="0">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89" name="Google Shape;9489;p60"/>
              <p:cNvSpPr/>
              <p:nvPr/>
            </p:nvSpPr>
            <p:spPr>
              <a:xfrm>
                <a:off x="3205157" y="4056782"/>
                <a:ext cx="85952" cy="265109"/>
              </a:xfrm>
              <a:custGeom>
                <a:avLst/>
                <a:gdLst/>
                <a:ahLst/>
                <a:cxnLst/>
                <a:rect l="l" t="t" r="r" b="b"/>
                <a:pathLst>
                  <a:path w="3401" h="10490" extrusionOk="0">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90" name="Google Shape;9490;p60"/>
              <p:cNvSpPr/>
              <p:nvPr/>
            </p:nvSpPr>
            <p:spPr>
              <a:xfrm>
                <a:off x="2980965" y="4292296"/>
                <a:ext cx="109228" cy="92295"/>
              </a:xfrm>
              <a:custGeom>
                <a:avLst/>
                <a:gdLst/>
                <a:ahLst/>
                <a:cxnLst/>
                <a:rect l="l" t="t" r="r" b="b"/>
                <a:pathLst>
                  <a:path w="4322" h="3652" extrusionOk="0">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91" name="Google Shape;9491;p60"/>
              <p:cNvSpPr/>
              <p:nvPr/>
            </p:nvSpPr>
            <p:spPr>
              <a:xfrm>
                <a:off x="3061938" y="4037044"/>
                <a:ext cx="40916" cy="40916"/>
              </a:xfrm>
              <a:custGeom>
                <a:avLst/>
                <a:gdLst/>
                <a:ahLst/>
                <a:cxnLst/>
                <a:rect l="l" t="t" r="r" b="b"/>
                <a:pathLst>
                  <a:path w="1619" h="1619" extrusionOk="0">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92" name="Google Shape;9492;p60"/>
              <p:cNvSpPr/>
              <p:nvPr/>
            </p:nvSpPr>
            <p:spPr>
              <a:xfrm>
                <a:off x="3048442" y="3763469"/>
                <a:ext cx="63030" cy="293970"/>
              </a:xfrm>
              <a:custGeom>
                <a:avLst/>
                <a:gdLst/>
                <a:ahLst/>
                <a:cxnLst/>
                <a:rect l="l" t="t" r="r" b="b"/>
                <a:pathLst>
                  <a:path w="2494" h="11632" extrusionOk="0">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93" name="Google Shape;9493;p60"/>
              <p:cNvSpPr/>
              <p:nvPr/>
            </p:nvSpPr>
            <p:spPr>
              <a:xfrm>
                <a:off x="3030676" y="4057034"/>
                <a:ext cx="85396" cy="265083"/>
              </a:xfrm>
              <a:custGeom>
                <a:avLst/>
                <a:gdLst/>
                <a:ahLst/>
                <a:cxnLst/>
                <a:rect l="l" t="t" r="r" b="b"/>
                <a:pathLst>
                  <a:path w="3379" h="10489" extrusionOk="0">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94" name="Google Shape;9494;p60"/>
              <p:cNvSpPr/>
              <p:nvPr/>
            </p:nvSpPr>
            <p:spPr>
              <a:xfrm>
                <a:off x="3063736" y="3445287"/>
                <a:ext cx="192919" cy="183711"/>
              </a:xfrm>
              <a:custGeom>
                <a:avLst/>
                <a:gdLst/>
                <a:ahLst/>
                <a:cxnLst/>
                <a:rect l="l" t="t" r="r" b="b"/>
                <a:pathLst>
                  <a:path w="8779" h="8360" extrusionOk="0">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95" name="Google Shape;9495;p60"/>
              <p:cNvSpPr/>
              <p:nvPr/>
            </p:nvSpPr>
            <p:spPr>
              <a:xfrm>
                <a:off x="3147586" y="3469828"/>
                <a:ext cx="24135" cy="107004"/>
              </a:xfrm>
              <a:custGeom>
                <a:avLst/>
                <a:gdLst/>
                <a:ahLst/>
                <a:cxnLst/>
                <a:rect l="l" t="t" r="r" b="b"/>
                <a:pathLst>
                  <a:path w="955" h="4234" extrusionOk="0">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96" name="Google Shape;9496;p60"/>
              <p:cNvSpPr/>
              <p:nvPr/>
            </p:nvSpPr>
            <p:spPr>
              <a:xfrm>
                <a:off x="3316002" y="3800796"/>
                <a:ext cx="45895" cy="28608"/>
              </a:xfrm>
              <a:custGeom>
                <a:avLst/>
                <a:gdLst/>
                <a:ahLst/>
                <a:cxnLst/>
                <a:rect l="l" t="t" r="r" b="b"/>
                <a:pathLst>
                  <a:path w="1816" h="1132" extrusionOk="0">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97" name="Google Shape;9497;p60"/>
              <p:cNvSpPr/>
              <p:nvPr/>
            </p:nvSpPr>
            <p:spPr>
              <a:xfrm>
                <a:off x="2997897" y="3645093"/>
                <a:ext cx="37479" cy="23706"/>
              </a:xfrm>
              <a:custGeom>
                <a:avLst/>
                <a:gdLst/>
                <a:ahLst/>
                <a:cxnLst/>
                <a:rect l="l" t="t" r="r" b="b"/>
                <a:pathLst>
                  <a:path w="1483" h="938" extrusionOk="0">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98" name="Google Shape;9498;p60"/>
              <p:cNvSpPr/>
              <p:nvPr/>
            </p:nvSpPr>
            <p:spPr>
              <a:xfrm>
                <a:off x="2968025" y="3658714"/>
                <a:ext cx="65153" cy="151913"/>
              </a:xfrm>
              <a:custGeom>
                <a:avLst/>
                <a:gdLst/>
                <a:ahLst/>
                <a:cxnLst/>
                <a:rect l="l" t="t" r="r" b="b"/>
                <a:pathLst>
                  <a:path w="2578" h="6011" extrusionOk="0">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499" name="Google Shape;9499;p60"/>
              <p:cNvSpPr/>
              <p:nvPr/>
            </p:nvSpPr>
            <p:spPr>
              <a:xfrm>
                <a:off x="2997948" y="3820282"/>
                <a:ext cx="10994" cy="25930"/>
              </a:xfrm>
              <a:custGeom>
                <a:avLst/>
                <a:gdLst/>
                <a:ahLst/>
                <a:cxnLst/>
                <a:rect l="l" t="t" r="r" b="b"/>
                <a:pathLst>
                  <a:path w="435" h="1026" extrusionOk="0">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00" name="Google Shape;9500;p60"/>
              <p:cNvSpPr/>
              <p:nvPr/>
            </p:nvSpPr>
            <p:spPr>
              <a:xfrm>
                <a:off x="2999869" y="3845352"/>
                <a:ext cx="10994" cy="25904"/>
              </a:xfrm>
              <a:custGeom>
                <a:avLst/>
                <a:gdLst/>
                <a:ahLst/>
                <a:cxnLst/>
                <a:rect l="l" t="t" r="r" b="b"/>
                <a:pathLst>
                  <a:path w="435" h="1025" extrusionOk="0">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01" name="Google Shape;9501;p60"/>
              <p:cNvSpPr/>
              <p:nvPr/>
            </p:nvSpPr>
            <p:spPr>
              <a:xfrm>
                <a:off x="3001258" y="3869437"/>
                <a:ext cx="10842" cy="25930"/>
              </a:xfrm>
              <a:custGeom>
                <a:avLst/>
                <a:gdLst/>
                <a:ahLst/>
                <a:cxnLst/>
                <a:rect l="l" t="t" r="r" b="b"/>
                <a:pathLst>
                  <a:path w="429" h="1026" extrusionOk="0">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02" name="Google Shape;9502;p60"/>
              <p:cNvSpPr/>
              <p:nvPr/>
            </p:nvSpPr>
            <p:spPr>
              <a:xfrm>
                <a:off x="3124740" y="3316398"/>
                <a:ext cx="31818" cy="31237"/>
              </a:xfrm>
              <a:custGeom>
                <a:avLst/>
                <a:gdLst/>
                <a:ahLst/>
                <a:cxnLst/>
                <a:rect l="l" t="t" r="r" b="b"/>
                <a:pathLst>
                  <a:path w="1259" h="1236" extrusionOk="0">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03" name="Google Shape;9503;p60"/>
              <p:cNvSpPr/>
              <p:nvPr/>
            </p:nvSpPr>
            <p:spPr>
              <a:xfrm>
                <a:off x="3163710" y="3316398"/>
                <a:ext cx="31970" cy="31085"/>
              </a:xfrm>
              <a:custGeom>
                <a:avLst/>
                <a:gdLst/>
                <a:ahLst/>
                <a:cxnLst/>
                <a:rect l="l" t="t" r="r" b="b"/>
                <a:pathLst>
                  <a:path w="1265" h="1230" extrusionOk="0">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04" name="Google Shape;9504;p60"/>
              <p:cNvSpPr/>
              <p:nvPr/>
            </p:nvSpPr>
            <p:spPr>
              <a:xfrm>
                <a:off x="3148825" y="3340786"/>
                <a:ext cx="23984" cy="19333"/>
              </a:xfrm>
              <a:custGeom>
                <a:avLst/>
                <a:gdLst/>
                <a:ahLst/>
                <a:cxnLst/>
                <a:rect l="l" t="t" r="r" b="b"/>
                <a:pathLst>
                  <a:path w="949" h="765" extrusionOk="0">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9505" name="Google Shape;9505;p60"/>
          <p:cNvGrpSpPr/>
          <p:nvPr/>
        </p:nvGrpSpPr>
        <p:grpSpPr>
          <a:xfrm>
            <a:off x="4707616" y="3256553"/>
            <a:ext cx="447702" cy="1135923"/>
            <a:chOff x="4707616" y="3256553"/>
            <a:chExt cx="447702" cy="1135923"/>
          </a:xfrm>
        </p:grpSpPr>
        <p:sp>
          <p:nvSpPr>
            <p:cNvPr id="9506" name="Google Shape;9506;p60"/>
            <p:cNvSpPr/>
            <p:nvPr/>
          </p:nvSpPr>
          <p:spPr>
            <a:xfrm>
              <a:off x="4707616" y="3256553"/>
              <a:ext cx="447702" cy="1135923"/>
            </a:xfrm>
            <a:custGeom>
              <a:avLst/>
              <a:gdLst/>
              <a:ahLst/>
              <a:cxnLst/>
              <a:rect l="l" t="t" r="r" b="b"/>
              <a:pathLst>
                <a:path w="17715" h="44947" extrusionOk="0">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507" name="Google Shape;9507;p60"/>
            <p:cNvGrpSpPr/>
            <p:nvPr/>
          </p:nvGrpSpPr>
          <p:grpSpPr>
            <a:xfrm>
              <a:off x="4724641" y="3320695"/>
              <a:ext cx="412877" cy="1031270"/>
              <a:chOff x="4724641" y="3320695"/>
              <a:chExt cx="412877" cy="1031270"/>
            </a:xfrm>
          </p:grpSpPr>
          <p:sp>
            <p:nvSpPr>
              <p:cNvPr id="9508" name="Google Shape;9508;p60"/>
              <p:cNvSpPr/>
              <p:nvPr/>
            </p:nvSpPr>
            <p:spPr>
              <a:xfrm>
                <a:off x="4923763" y="3572333"/>
                <a:ext cx="18474" cy="141678"/>
              </a:xfrm>
              <a:custGeom>
                <a:avLst/>
                <a:gdLst/>
                <a:ahLst/>
                <a:cxnLst/>
                <a:rect l="l" t="t" r="r" b="b"/>
                <a:pathLst>
                  <a:path w="731" h="5606" extrusionOk="0">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09" name="Google Shape;9509;p60"/>
              <p:cNvSpPr/>
              <p:nvPr/>
            </p:nvSpPr>
            <p:spPr>
              <a:xfrm>
                <a:off x="4931193" y="3678983"/>
                <a:ext cx="72734" cy="148375"/>
              </a:xfrm>
              <a:custGeom>
                <a:avLst/>
                <a:gdLst/>
                <a:ahLst/>
                <a:cxnLst/>
                <a:rect l="l" t="t" r="r" b="b"/>
                <a:pathLst>
                  <a:path w="2878" h="5871" extrusionOk="0">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10" name="Google Shape;9510;p60"/>
              <p:cNvSpPr/>
              <p:nvPr/>
            </p:nvSpPr>
            <p:spPr>
              <a:xfrm>
                <a:off x="4861946" y="3572333"/>
                <a:ext cx="76449" cy="255075"/>
              </a:xfrm>
              <a:custGeom>
                <a:avLst/>
                <a:gdLst/>
                <a:ahLst/>
                <a:cxnLst/>
                <a:rect l="l" t="t" r="r" b="b"/>
                <a:pathLst>
                  <a:path w="3025" h="10093" extrusionOk="0">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11" name="Google Shape;9511;p60"/>
              <p:cNvSpPr/>
              <p:nvPr/>
            </p:nvSpPr>
            <p:spPr>
              <a:xfrm>
                <a:off x="4724641" y="3320695"/>
                <a:ext cx="217697" cy="547933"/>
              </a:xfrm>
              <a:custGeom>
                <a:avLst/>
                <a:gdLst/>
                <a:ahLst/>
                <a:cxnLst/>
                <a:rect l="l" t="t" r="r" b="b"/>
                <a:pathLst>
                  <a:path w="8614" h="21681" extrusionOk="0">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12" name="Google Shape;9512;p60"/>
              <p:cNvSpPr/>
              <p:nvPr/>
            </p:nvSpPr>
            <p:spPr>
              <a:xfrm>
                <a:off x="4802227" y="3815202"/>
                <a:ext cx="106498" cy="536763"/>
              </a:xfrm>
              <a:custGeom>
                <a:avLst/>
                <a:gdLst/>
                <a:ahLst/>
                <a:cxnLst/>
                <a:rect l="l" t="t" r="r" b="b"/>
                <a:pathLst>
                  <a:path w="4214" h="21239" extrusionOk="0">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13" name="Google Shape;9513;p60"/>
              <p:cNvSpPr/>
              <p:nvPr/>
            </p:nvSpPr>
            <p:spPr>
              <a:xfrm>
                <a:off x="4927478" y="3678983"/>
                <a:ext cx="72886" cy="148375"/>
              </a:xfrm>
              <a:custGeom>
                <a:avLst/>
                <a:gdLst/>
                <a:ahLst/>
                <a:cxnLst/>
                <a:rect l="l" t="t" r="r" b="b"/>
                <a:pathLst>
                  <a:path w="2884" h="5871" extrusionOk="0">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14" name="Google Shape;9514;p60"/>
              <p:cNvSpPr/>
              <p:nvPr/>
            </p:nvSpPr>
            <p:spPr>
              <a:xfrm>
                <a:off x="4920098" y="3320695"/>
                <a:ext cx="217419" cy="547933"/>
              </a:xfrm>
              <a:custGeom>
                <a:avLst/>
                <a:gdLst/>
                <a:ahLst/>
                <a:cxnLst/>
                <a:rect l="l" t="t" r="r" b="b"/>
                <a:pathLst>
                  <a:path w="8603" h="21681" extrusionOk="0">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15" name="Google Shape;9515;p60"/>
              <p:cNvSpPr/>
              <p:nvPr/>
            </p:nvSpPr>
            <p:spPr>
              <a:xfrm>
                <a:off x="4953610" y="3815202"/>
                <a:ext cx="106625" cy="536712"/>
              </a:xfrm>
              <a:custGeom>
                <a:avLst/>
                <a:gdLst/>
                <a:ahLst/>
                <a:cxnLst/>
                <a:rect l="l" t="t" r="r" b="b"/>
                <a:pathLst>
                  <a:path w="4219" h="21237" extrusionOk="0">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16" name="Google Shape;9516;p60"/>
              <p:cNvSpPr/>
              <p:nvPr/>
            </p:nvSpPr>
            <p:spPr>
              <a:xfrm>
                <a:off x="4906830" y="3546656"/>
                <a:ext cx="45870" cy="41902"/>
              </a:xfrm>
              <a:custGeom>
                <a:avLst/>
                <a:gdLst/>
                <a:ahLst/>
                <a:cxnLst/>
                <a:rect l="l" t="t" r="r" b="b"/>
                <a:pathLst>
                  <a:path w="1815" h="1658" extrusionOk="0">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17" name="Google Shape;9517;p60"/>
              <p:cNvSpPr/>
              <p:nvPr/>
            </p:nvSpPr>
            <p:spPr>
              <a:xfrm>
                <a:off x="4938193" y="3484991"/>
                <a:ext cx="70662" cy="34800"/>
              </a:xfrm>
              <a:custGeom>
                <a:avLst/>
                <a:gdLst/>
                <a:ahLst/>
                <a:cxnLst/>
                <a:rect l="l" t="t" r="r" b="b"/>
                <a:pathLst>
                  <a:path w="2796" h="1377" extrusionOk="0">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18" name="Google Shape;9518;p60"/>
              <p:cNvSpPr/>
              <p:nvPr/>
            </p:nvSpPr>
            <p:spPr>
              <a:xfrm>
                <a:off x="4903671" y="3485219"/>
                <a:ext cx="80164" cy="84739"/>
              </a:xfrm>
              <a:custGeom>
                <a:avLst/>
                <a:gdLst/>
                <a:ahLst/>
                <a:cxnLst/>
                <a:rect l="l" t="t" r="r" b="b"/>
                <a:pathLst>
                  <a:path w="3172" h="3353" extrusionOk="0">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9519" name="Google Shape;9519;p60"/>
          <p:cNvSpPr/>
          <p:nvPr/>
        </p:nvSpPr>
        <p:spPr>
          <a:xfrm>
            <a:off x="5890180" y="1558993"/>
            <a:ext cx="451013" cy="1136125"/>
          </a:xfrm>
          <a:custGeom>
            <a:avLst/>
            <a:gdLst/>
            <a:ahLst/>
            <a:cxnLst/>
            <a:rect l="l" t="t" r="r" b="b"/>
            <a:pathLst>
              <a:path w="17846" h="44955" extrusionOk="0">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9523"/>
        <p:cNvGrpSpPr/>
        <p:nvPr/>
      </p:nvGrpSpPr>
      <p:grpSpPr>
        <a:xfrm>
          <a:off x="0" y="0"/>
          <a:ext cx="0" cy="0"/>
          <a:chOff x="0" y="0"/>
          <a:chExt cx="0" cy="0"/>
        </a:xfrm>
      </p:grpSpPr>
      <p:sp>
        <p:nvSpPr>
          <p:cNvPr id="9524" name="Google Shape;9524;p61"/>
          <p:cNvSpPr/>
          <p:nvPr/>
        </p:nvSpPr>
        <p:spPr>
          <a:xfrm>
            <a:off x="5983275" y="1620325"/>
            <a:ext cx="178725" cy="170600"/>
          </a:xfrm>
          <a:custGeom>
            <a:avLst/>
            <a:gdLst/>
            <a:ahLst/>
            <a:cxnLst/>
            <a:rect l="l" t="t" r="r" b="b"/>
            <a:pathLst>
              <a:path w="7149" h="6824" extrusionOk="0">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525" name="Google Shape;9525;p61"/>
          <p:cNvGrpSpPr/>
          <p:nvPr/>
        </p:nvGrpSpPr>
        <p:grpSpPr>
          <a:xfrm>
            <a:off x="5881075" y="1606500"/>
            <a:ext cx="389275" cy="1299125"/>
            <a:chOff x="5881075" y="1606500"/>
            <a:chExt cx="389275" cy="1299125"/>
          </a:xfrm>
        </p:grpSpPr>
        <p:sp>
          <p:nvSpPr>
            <p:cNvPr id="9526" name="Google Shape;9526;p61"/>
            <p:cNvSpPr/>
            <p:nvPr/>
          </p:nvSpPr>
          <p:spPr>
            <a:xfrm>
              <a:off x="5881075" y="1721575"/>
              <a:ext cx="389275" cy="1184050"/>
            </a:xfrm>
            <a:custGeom>
              <a:avLst/>
              <a:gdLst/>
              <a:ahLst/>
              <a:cxnLst/>
              <a:rect l="l" t="t" r="r" b="b"/>
              <a:pathLst>
                <a:path w="15571" h="47362" extrusionOk="0">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527" name="Google Shape;9527;p61"/>
            <p:cNvGrpSpPr/>
            <p:nvPr/>
          </p:nvGrpSpPr>
          <p:grpSpPr>
            <a:xfrm>
              <a:off x="5888300" y="1606500"/>
              <a:ext cx="375575" cy="1290700"/>
              <a:chOff x="5888300" y="1606500"/>
              <a:chExt cx="375575" cy="1290700"/>
            </a:xfrm>
          </p:grpSpPr>
          <p:sp>
            <p:nvSpPr>
              <p:cNvPr id="9528" name="Google Shape;9528;p61"/>
              <p:cNvSpPr/>
              <p:nvPr/>
            </p:nvSpPr>
            <p:spPr>
              <a:xfrm>
                <a:off x="5979725" y="2199875"/>
                <a:ext cx="86950" cy="241525"/>
              </a:xfrm>
              <a:custGeom>
                <a:avLst/>
                <a:gdLst/>
                <a:ahLst/>
                <a:cxnLst/>
                <a:rect l="l" t="t" r="r" b="b"/>
                <a:pathLst>
                  <a:path w="3478" h="9661" extrusionOk="0">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29" name="Google Shape;9529;p61"/>
              <p:cNvSpPr/>
              <p:nvPr/>
            </p:nvSpPr>
            <p:spPr>
              <a:xfrm>
                <a:off x="5961200" y="2207325"/>
                <a:ext cx="76950" cy="326275"/>
              </a:xfrm>
              <a:custGeom>
                <a:avLst/>
                <a:gdLst/>
                <a:ahLst/>
                <a:cxnLst/>
                <a:rect l="l" t="t" r="r" b="b"/>
                <a:pathLst>
                  <a:path w="3078" h="13051" extrusionOk="0">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30" name="Google Shape;9530;p61"/>
              <p:cNvSpPr/>
              <p:nvPr/>
            </p:nvSpPr>
            <p:spPr>
              <a:xfrm>
                <a:off x="5978500" y="2551650"/>
                <a:ext cx="47050" cy="246275"/>
              </a:xfrm>
              <a:custGeom>
                <a:avLst/>
                <a:gdLst/>
                <a:ahLst/>
                <a:cxnLst/>
                <a:rect l="l" t="t" r="r" b="b"/>
                <a:pathLst>
                  <a:path w="1882" h="9851" extrusionOk="0">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31" name="Google Shape;9531;p61"/>
              <p:cNvSpPr/>
              <p:nvPr/>
            </p:nvSpPr>
            <p:spPr>
              <a:xfrm>
                <a:off x="6000925" y="2557375"/>
                <a:ext cx="28425" cy="133200"/>
              </a:xfrm>
              <a:custGeom>
                <a:avLst/>
                <a:gdLst/>
                <a:ahLst/>
                <a:cxnLst/>
                <a:rect l="l" t="t" r="r" b="b"/>
                <a:pathLst>
                  <a:path w="1137" h="5328" extrusionOk="0">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32" name="Google Shape;9532;p61"/>
              <p:cNvSpPr/>
              <p:nvPr/>
            </p:nvSpPr>
            <p:spPr>
              <a:xfrm>
                <a:off x="5963800" y="1958025"/>
                <a:ext cx="108925" cy="269175"/>
              </a:xfrm>
              <a:custGeom>
                <a:avLst/>
                <a:gdLst/>
                <a:ahLst/>
                <a:cxnLst/>
                <a:rect l="l" t="t" r="r" b="b"/>
                <a:pathLst>
                  <a:path w="4357" h="10767" extrusionOk="0">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33" name="Google Shape;9533;p61"/>
              <p:cNvSpPr/>
              <p:nvPr/>
            </p:nvSpPr>
            <p:spPr>
              <a:xfrm>
                <a:off x="6018925" y="2116700"/>
                <a:ext cx="55950" cy="86200"/>
              </a:xfrm>
              <a:custGeom>
                <a:avLst/>
                <a:gdLst/>
                <a:ahLst/>
                <a:cxnLst/>
                <a:rect l="l" t="t" r="r" b="b"/>
                <a:pathLst>
                  <a:path w="2238" h="3448" extrusionOk="0">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34" name="Google Shape;9534;p61"/>
              <p:cNvSpPr/>
              <p:nvPr/>
            </p:nvSpPr>
            <p:spPr>
              <a:xfrm>
                <a:off x="6022450" y="2062450"/>
                <a:ext cx="49800" cy="65975"/>
              </a:xfrm>
              <a:custGeom>
                <a:avLst/>
                <a:gdLst/>
                <a:ahLst/>
                <a:cxnLst/>
                <a:rect l="l" t="t" r="r" b="b"/>
                <a:pathLst>
                  <a:path w="1992" h="2639" extrusionOk="0">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35" name="Google Shape;9535;p61"/>
              <p:cNvSpPr/>
              <p:nvPr/>
            </p:nvSpPr>
            <p:spPr>
              <a:xfrm>
                <a:off x="5979275" y="1827925"/>
                <a:ext cx="93900" cy="138525"/>
              </a:xfrm>
              <a:custGeom>
                <a:avLst/>
                <a:gdLst/>
                <a:ahLst/>
                <a:cxnLst/>
                <a:rect l="l" t="t" r="r" b="b"/>
                <a:pathLst>
                  <a:path w="3756" h="5541" extrusionOk="0">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36" name="Google Shape;9536;p61"/>
              <p:cNvSpPr/>
              <p:nvPr/>
            </p:nvSpPr>
            <p:spPr>
              <a:xfrm>
                <a:off x="6026750" y="2017050"/>
                <a:ext cx="43825" cy="44200"/>
              </a:xfrm>
              <a:custGeom>
                <a:avLst/>
                <a:gdLst/>
                <a:ahLst/>
                <a:cxnLst/>
                <a:rect l="l" t="t" r="r" b="b"/>
                <a:pathLst>
                  <a:path w="1753" h="1768" extrusionOk="0">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37" name="Google Shape;9537;p61"/>
              <p:cNvSpPr/>
              <p:nvPr/>
            </p:nvSpPr>
            <p:spPr>
              <a:xfrm>
                <a:off x="6030275" y="1978675"/>
                <a:ext cx="37050" cy="33225"/>
              </a:xfrm>
              <a:custGeom>
                <a:avLst/>
                <a:gdLst/>
                <a:ahLst/>
                <a:cxnLst/>
                <a:rect l="l" t="t" r="r" b="b"/>
                <a:pathLst>
                  <a:path w="1482" h="1329" extrusionOk="0">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38" name="Google Shape;9538;p61"/>
              <p:cNvSpPr/>
              <p:nvPr/>
            </p:nvSpPr>
            <p:spPr>
              <a:xfrm>
                <a:off x="5958675" y="1795100"/>
                <a:ext cx="102375" cy="25225"/>
              </a:xfrm>
              <a:custGeom>
                <a:avLst/>
                <a:gdLst/>
                <a:ahLst/>
                <a:cxnLst/>
                <a:rect l="l" t="t" r="r" b="b"/>
                <a:pathLst>
                  <a:path w="4095" h="1009" extrusionOk="0">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39" name="Google Shape;9539;p61"/>
              <p:cNvSpPr/>
              <p:nvPr/>
            </p:nvSpPr>
            <p:spPr>
              <a:xfrm>
                <a:off x="5943475" y="1817525"/>
                <a:ext cx="78075" cy="87500"/>
              </a:xfrm>
              <a:custGeom>
                <a:avLst/>
                <a:gdLst/>
                <a:ahLst/>
                <a:cxnLst/>
                <a:rect l="l" t="t" r="r" b="b"/>
                <a:pathLst>
                  <a:path w="3123" h="3500" extrusionOk="0">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40" name="Google Shape;9540;p61"/>
              <p:cNvSpPr/>
              <p:nvPr/>
            </p:nvSpPr>
            <p:spPr>
              <a:xfrm>
                <a:off x="5934700" y="1873700"/>
                <a:ext cx="50775" cy="163500"/>
              </a:xfrm>
              <a:custGeom>
                <a:avLst/>
                <a:gdLst/>
                <a:ahLst/>
                <a:cxnLst/>
                <a:rect l="l" t="t" r="r" b="b"/>
                <a:pathLst>
                  <a:path w="2031" h="6540" extrusionOk="0">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41" name="Google Shape;9541;p61"/>
              <p:cNvSpPr/>
              <p:nvPr/>
            </p:nvSpPr>
            <p:spPr>
              <a:xfrm>
                <a:off x="5915500" y="2038075"/>
                <a:ext cx="42750" cy="146800"/>
              </a:xfrm>
              <a:custGeom>
                <a:avLst/>
                <a:gdLst/>
                <a:ahLst/>
                <a:cxnLst/>
                <a:rect l="l" t="t" r="r" b="b"/>
                <a:pathLst>
                  <a:path w="1710" h="5872" extrusionOk="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42" name="Google Shape;9542;p61"/>
              <p:cNvSpPr/>
              <p:nvPr/>
            </p:nvSpPr>
            <p:spPr>
              <a:xfrm>
                <a:off x="5904425" y="2034950"/>
                <a:ext cx="31075" cy="149500"/>
              </a:xfrm>
              <a:custGeom>
                <a:avLst/>
                <a:gdLst/>
                <a:ahLst/>
                <a:cxnLst/>
                <a:rect l="l" t="t" r="r" b="b"/>
                <a:pathLst>
                  <a:path w="1243" h="5980" extrusionOk="0">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43" name="Google Shape;9543;p61"/>
              <p:cNvSpPr/>
              <p:nvPr/>
            </p:nvSpPr>
            <p:spPr>
              <a:xfrm>
                <a:off x="5889625" y="2199400"/>
                <a:ext cx="30975" cy="54575"/>
              </a:xfrm>
              <a:custGeom>
                <a:avLst/>
                <a:gdLst/>
                <a:ahLst/>
                <a:cxnLst/>
                <a:rect l="l" t="t" r="r" b="b"/>
                <a:pathLst>
                  <a:path w="1239" h="2183" extrusionOk="0">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44" name="Google Shape;9544;p61"/>
              <p:cNvSpPr/>
              <p:nvPr/>
            </p:nvSpPr>
            <p:spPr>
              <a:xfrm>
                <a:off x="5888300" y="2260125"/>
                <a:ext cx="23150" cy="47750"/>
              </a:xfrm>
              <a:custGeom>
                <a:avLst/>
                <a:gdLst/>
                <a:ahLst/>
                <a:cxnLst/>
                <a:rect l="l" t="t" r="r" b="b"/>
                <a:pathLst>
                  <a:path w="926" h="1910" extrusionOk="0">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45" name="Google Shape;9545;p61"/>
              <p:cNvSpPr/>
              <p:nvPr/>
            </p:nvSpPr>
            <p:spPr>
              <a:xfrm>
                <a:off x="5913425" y="2247575"/>
                <a:ext cx="9375" cy="26700"/>
              </a:xfrm>
              <a:custGeom>
                <a:avLst/>
                <a:gdLst/>
                <a:ahLst/>
                <a:cxnLst/>
                <a:rect l="l" t="t" r="r" b="b"/>
                <a:pathLst>
                  <a:path w="375" h="1068" extrusionOk="0">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46" name="Google Shape;9546;p61"/>
              <p:cNvSpPr/>
              <p:nvPr/>
            </p:nvSpPr>
            <p:spPr>
              <a:xfrm>
                <a:off x="6045250" y="1772400"/>
                <a:ext cx="30850" cy="22675"/>
              </a:xfrm>
              <a:custGeom>
                <a:avLst/>
                <a:gdLst/>
                <a:ahLst/>
                <a:cxnLst/>
                <a:rect l="l" t="t" r="r" b="b"/>
                <a:pathLst>
                  <a:path w="1234" h="907" extrusionOk="0">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47" name="Google Shape;9547;p61"/>
              <p:cNvSpPr/>
              <p:nvPr/>
            </p:nvSpPr>
            <p:spPr>
              <a:xfrm>
                <a:off x="6030950" y="1782325"/>
                <a:ext cx="47600" cy="38100"/>
              </a:xfrm>
              <a:custGeom>
                <a:avLst/>
                <a:gdLst/>
                <a:ahLst/>
                <a:cxnLst/>
                <a:rect l="l" t="t" r="r" b="b"/>
                <a:pathLst>
                  <a:path w="1904" h="1524" extrusionOk="0">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48" name="Google Shape;9548;p61"/>
              <p:cNvSpPr/>
              <p:nvPr/>
            </p:nvSpPr>
            <p:spPr>
              <a:xfrm>
                <a:off x="5984025" y="1878975"/>
                <a:ext cx="83350" cy="75625"/>
              </a:xfrm>
              <a:custGeom>
                <a:avLst/>
                <a:gdLst/>
                <a:ahLst/>
                <a:cxnLst/>
                <a:rect l="l" t="t" r="r" b="b"/>
                <a:pathLst>
                  <a:path w="3334" h="3025" extrusionOk="0">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49" name="Google Shape;9549;p61"/>
              <p:cNvSpPr/>
              <p:nvPr/>
            </p:nvSpPr>
            <p:spPr>
              <a:xfrm>
                <a:off x="6002000" y="2800350"/>
                <a:ext cx="24325" cy="31775"/>
              </a:xfrm>
              <a:custGeom>
                <a:avLst/>
                <a:gdLst/>
                <a:ahLst/>
                <a:cxnLst/>
                <a:rect l="l" t="t" r="r" b="b"/>
                <a:pathLst>
                  <a:path w="973" h="1271" extrusionOk="0">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50" name="Google Shape;9550;p61"/>
              <p:cNvSpPr/>
              <p:nvPr/>
            </p:nvSpPr>
            <p:spPr>
              <a:xfrm>
                <a:off x="6021550" y="2827575"/>
                <a:ext cx="11975" cy="54225"/>
              </a:xfrm>
              <a:custGeom>
                <a:avLst/>
                <a:gdLst/>
                <a:ahLst/>
                <a:cxnLst/>
                <a:rect l="l" t="t" r="r" b="b"/>
                <a:pathLst>
                  <a:path w="479" h="2169" extrusionOk="0">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51" name="Google Shape;9551;p61"/>
              <p:cNvSpPr/>
              <p:nvPr/>
            </p:nvSpPr>
            <p:spPr>
              <a:xfrm>
                <a:off x="6013675" y="2835800"/>
                <a:ext cx="10650" cy="54575"/>
              </a:xfrm>
              <a:custGeom>
                <a:avLst/>
                <a:gdLst/>
                <a:ahLst/>
                <a:cxnLst/>
                <a:rect l="l" t="t" r="r" b="b"/>
                <a:pathLst>
                  <a:path w="426" h="2183" extrusionOk="0">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52" name="Google Shape;9552;p61"/>
              <p:cNvSpPr/>
              <p:nvPr/>
            </p:nvSpPr>
            <p:spPr>
              <a:xfrm>
                <a:off x="6006475" y="2839675"/>
                <a:ext cx="11075" cy="56625"/>
              </a:xfrm>
              <a:custGeom>
                <a:avLst/>
                <a:gdLst/>
                <a:ahLst/>
                <a:cxnLst/>
                <a:rect l="l" t="t" r="r" b="b"/>
                <a:pathLst>
                  <a:path w="443" h="2265" extrusionOk="0">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53" name="Google Shape;9553;p61"/>
              <p:cNvSpPr/>
              <p:nvPr/>
            </p:nvSpPr>
            <p:spPr>
              <a:xfrm>
                <a:off x="5996425" y="2846600"/>
                <a:ext cx="9950" cy="50600"/>
              </a:xfrm>
              <a:custGeom>
                <a:avLst/>
                <a:gdLst/>
                <a:ahLst/>
                <a:cxnLst/>
                <a:rect l="l" t="t" r="r" b="b"/>
                <a:pathLst>
                  <a:path w="398" h="2024" extrusionOk="0">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54" name="Google Shape;9554;p61"/>
              <p:cNvSpPr/>
              <p:nvPr/>
            </p:nvSpPr>
            <p:spPr>
              <a:xfrm>
                <a:off x="5991150" y="2857400"/>
                <a:ext cx="6425" cy="29150"/>
              </a:xfrm>
              <a:custGeom>
                <a:avLst/>
                <a:gdLst/>
                <a:ahLst/>
                <a:cxnLst/>
                <a:rect l="l" t="t" r="r" b="b"/>
                <a:pathLst>
                  <a:path w="257" h="1166" extrusionOk="0">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55" name="Google Shape;9555;p61"/>
              <p:cNvSpPr/>
              <p:nvPr/>
            </p:nvSpPr>
            <p:spPr>
              <a:xfrm>
                <a:off x="6085650" y="2199875"/>
                <a:ext cx="86950" cy="241525"/>
              </a:xfrm>
              <a:custGeom>
                <a:avLst/>
                <a:gdLst/>
                <a:ahLst/>
                <a:cxnLst/>
                <a:rect l="l" t="t" r="r" b="b"/>
                <a:pathLst>
                  <a:path w="3478" h="9661" extrusionOk="0">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56" name="Google Shape;9556;p61"/>
              <p:cNvSpPr/>
              <p:nvPr/>
            </p:nvSpPr>
            <p:spPr>
              <a:xfrm>
                <a:off x="6114025" y="2207325"/>
                <a:ext cx="77075" cy="326275"/>
              </a:xfrm>
              <a:custGeom>
                <a:avLst/>
                <a:gdLst/>
                <a:ahLst/>
                <a:cxnLst/>
                <a:rect l="l" t="t" r="r" b="b"/>
                <a:pathLst>
                  <a:path w="3083" h="13051" extrusionOk="0">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57" name="Google Shape;9557;p61"/>
              <p:cNvSpPr/>
              <p:nvPr/>
            </p:nvSpPr>
            <p:spPr>
              <a:xfrm>
                <a:off x="6126800" y="2551650"/>
                <a:ext cx="47025" cy="246275"/>
              </a:xfrm>
              <a:custGeom>
                <a:avLst/>
                <a:gdLst/>
                <a:ahLst/>
                <a:cxnLst/>
                <a:rect l="l" t="t" r="r" b="b"/>
                <a:pathLst>
                  <a:path w="1881" h="9851" extrusionOk="0">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58" name="Google Shape;9558;p61"/>
              <p:cNvSpPr/>
              <p:nvPr/>
            </p:nvSpPr>
            <p:spPr>
              <a:xfrm>
                <a:off x="6122850" y="2557375"/>
                <a:ext cx="28550" cy="133200"/>
              </a:xfrm>
              <a:custGeom>
                <a:avLst/>
                <a:gdLst/>
                <a:ahLst/>
                <a:cxnLst/>
                <a:rect l="l" t="t" r="r" b="b"/>
                <a:pathLst>
                  <a:path w="1142" h="5328" extrusionOk="0">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59" name="Google Shape;9559;p61"/>
              <p:cNvSpPr/>
              <p:nvPr/>
            </p:nvSpPr>
            <p:spPr>
              <a:xfrm>
                <a:off x="6079450" y="1958025"/>
                <a:ext cx="109075" cy="269175"/>
              </a:xfrm>
              <a:custGeom>
                <a:avLst/>
                <a:gdLst/>
                <a:ahLst/>
                <a:cxnLst/>
                <a:rect l="l" t="t" r="r" b="b"/>
                <a:pathLst>
                  <a:path w="4363" h="10767" extrusionOk="0">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60" name="Google Shape;9560;p61"/>
              <p:cNvSpPr/>
              <p:nvPr/>
            </p:nvSpPr>
            <p:spPr>
              <a:xfrm>
                <a:off x="6076700" y="2116700"/>
                <a:ext cx="56725" cy="86200"/>
              </a:xfrm>
              <a:custGeom>
                <a:avLst/>
                <a:gdLst/>
                <a:ahLst/>
                <a:cxnLst/>
                <a:rect l="l" t="t" r="r" b="b"/>
                <a:pathLst>
                  <a:path w="2269" h="3448" extrusionOk="0">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61" name="Google Shape;9561;p61"/>
              <p:cNvSpPr/>
              <p:nvPr/>
            </p:nvSpPr>
            <p:spPr>
              <a:xfrm>
                <a:off x="6079300" y="2062450"/>
                <a:ext cx="50425" cy="65975"/>
              </a:xfrm>
              <a:custGeom>
                <a:avLst/>
                <a:gdLst/>
                <a:ahLst/>
                <a:cxnLst/>
                <a:rect l="l" t="t" r="r" b="b"/>
                <a:pathLst>
                  <a:path w="2017" h="2639" extrusionOk="0">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62" name="Google Shape;9562;p61"/>
              <p:cNvSpPr/>
              <p:nvPr/>
            </p:nvSpPr>
            <p:spPr>
              <a:xfrm>
                <a:off x="6079000" y="1827925"/>
                <a:ext cx="93925" cy="138525"/>
              </a:xfrm>
              <a:custGeom>
                <a:avLst/>
                <a:gdLst/>
                <a:ahLst/>
                <a:cxnLst/>
                <a:rect l="l" t="t" r="r" b="b"/>
                <a:pathLst>
                  <a:path w="3757" h="5541" extrusionOk="0">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63" name="Google Shape;9563;p61"/>
              <p:cNvSpPr/>
              <p:nvPr/>
            </p:nvSpPr>
            <p:spPr>
              <a:xfrm>
                <a:off x="6081000" y="2017050"/>
                <a:ext cx="44425" cy="44200"/>
              </a:xfrm>
              <a:custGeom>
                <a:avLst/>
                <a:gdLst/>
                <a:ahLst/>
                <a:cxnLst/>
                <a:rect l="l" t="t" r="r" b="b"/>
                <a:pathLst>
                  <a:path w="1777" h="1768" extrusionOk="0">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64" name="Google Shape;9564;p61"/>
              <p:cNvSpPr/>
              <p:nvPr/>
            </p:nvSpPr>
            <p:spPr>
              <a:xfrm>
                <a:off x="6084275" y="1978675"/>
                <a:ext cx="37625" cy="33225"/>
              </a:xfrm>
              <a:custGeom>
                <a:avLst/>
                <a:gdLst/>
                <a:ahLst/>
                <a:cxnLst/>
                <a:rect l="l" t="t" r="r" b="b"/>
                <a:pathLst>
                  <a:path w="1505" h="1329" extrusionOk="0">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65" name="Google Shape;9565;p61"/>
              <p:cNvSpPr/>
              <p:nvPr/>
            </p:nvSpPr>
            <p:spPr>
              <a:xfrm>
                <a:off x="6091150" y="1795100"/>
                <a:ext cx="102500" cy="25225"/>
              </a:xfrm>
              <a:custGeom>
                <a:avLst/>
                <a:gdLst/>
                <a:ahLst/>
                <a:cxnLst/>
                <a:rect l="l" t="t" r="r" b="b"/>
                <a:pathLst>
                  <a:path w="4100" h="1009" extrusionOk="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66" name="Google Shape;9566;p61"/>
              <p:cNvSpPr/>
              <p:nvPr/>
            </p:nvSpPr>
            <p:spPr>
              <a:xfrm>
                <a:off x="6130775" y="1817525"/>
                <a:ext cx="78100" cy="87500"/>
              </a:xfrm>
              <a:custGeom>
                <a:avLst/>
                <a:gdLst/>
                <a:ahLst/>
                <a:cxnLst/>
                <a:rect l="l" t="t" r="r" b="b"/>
                <a:pathLst>
                  <a:path w="3124" h="3500" extrusionOk="0">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67" name="Google Shape;9567;p61"/>
              <p:cNvSpPr/>
              <p:nvPr/>
            </p:nvSpPr>
            <p:spPr>
              <a:xfrm>
                <a:off x="6166800" y="1873700"/>
                <a:ext cx="50825" cy="163500"/>
              </a:xfrm>
              <a:custGeom>
                <a:avLst/>
                <a:gdLst/>
                <a:ahLst/>
                <a:cxnLst/>
                <a:rect l="l" t="t" r="r" b="b"/>
                <a:pathLst>
                  <a:path w="2033" h="6540" extrusionOk="0">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68" name="Google Shape;9568;p61"/>
              <p:cNvSpPr/>
              <p:nvPr/>
            </p:nvSpPr>
            <p:spPr>
              <a:xfrm>
                <a:off x="6194100" y="2038075"/>
                <a:ext cx="42575" cy="146800"/>
              </a:xfrm>
              <a:custGeom>
                <a:avLst/>
                <a:gdLst/>
                <a:ahLst/>
                <a:cxnLst/>
                <a:rect l="l" t="t" r="r" b="b"/>
                <a:pathLst>
                  <a:path w="1703" h="5872" extrusionOk="0">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69" name="Google Shape;9569;p61"/>
              <p:cNvSpPr/>
              <p:nvPr/>
            </p:nvSpPr>
            <p:spPr>
              <a:xfrm>
                <a:off x="6216675" y="2034950"/>
                <a:ext cx="31225" cy="149500"/>
              </a:xfrm>
              <a:custGeom>
                <a:avLst/>
                <a:gdLst/>
                <a:ahLst/>
                <a:cxnLst/>
                <a:rect l="l" t="t" r="r" b="b"/>
                <a:pathLst>
                  <a:path w="1249" h="5980" extrusionOk="0">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70" name="Google Shape;9570;p61"/>
              <p:cNvSpPr/>
              <p:nvPr/>
            </p:nvSpPr>
            <p:spPr>
              <a:xfrm>
                <a:off x="6231750" y="2199400"/>
                <a:ext cx="30825" cy="54575"/>
              </a:xfrm>
              <a:custGeom>
                <a:avLst/>
                <a:gdLst/>
                <a:ahLst/>
                <a:cxnLst/>
                <a:rect l="l" t="t" r="r" b="b"/>
                <a:pathLst>
                  <a:path w="1233" h="2183" extrusionOk="0">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71" name="Google Shape;9571;p61"/>
              <p:cNvSpPr/>
              <p:nvPr/>
            </p:nvSpPr>
            <p:spPr>
              <a:xfrm>
                <a:off x="6240875" y="2260125"/>
                <a:ext cx="23000" cy="47750"/>
              </a:xfrm>
              <a:custGeom>
                <a:avLst/>
                <a:gdLst/>
                <a:ahLst/>
                <a:cxnLst/>
                <a:rect l="l" t="t" r="r" b="b"/>
                <a:pathLst>
                  <a:path w="920" h="1910" extrusionOk="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72" name="Google Shape;9572;p61"/>
              <p:cNvSpPr/>
              <p:nvPr/>
            </p:nvSpPr>
            <p:spPr>
              <a:xfrm>
                <a:off x="6229525" y="2247575"/>
                <a:ext cx="9375" cy="26700"/>
              </a:xfrm>
              <a:custGeom>
                <a:avLst/>
                <a:gdLst/>
                <a:ahLst/>
                <a:cxnLst/>
                <a:rect l="l" t="t" r="r" b="b"/>
                <a:pathLst>
                  <a:path w="375" h="1068" extrusionOk="0">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73" name="Google Shape;9573;p61"/>
              <p:cNvSpPr/>
              <p:nvPr/>
            </p:nvSpPr>
            <p:spPr>
              <a:xfrm>
                <a:off x="6076225" y="1772400"/>
                <a:ext cx="30875" cy="22675"/>
              </a:xfrm>
              <a:custGeom>
                <a:avLst/>
                <a:gdLst/>
                <a:ahLst/>
                <a:cxnLst/>
                <a:rect l="l" t="t" r="r" b="b"/>
                <a:pathLst>
                  <a:path w="1235" h="907" extrusionOk="0">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74" name="Google Shape;9574;p61"/>
              <p:cNvSpPr/>
              <p:nvPr/>
            </p:nvSpPr>
            <p:spPr>
              <a:xfrm>
                <a:off x="6073775" y="1782325"/>
                <a:ext cx="47600" cy="38100"/>
              </a:xfrm>
              <a:custGeom>
                <a:avLst/>
                <a:gdLst/>
                <a:ahLst/>
                <a:cxnLst/>
                <a:rect l="l" t="t" r="r" b="b"/>
                <a:pathLst>
                  <a:path w="1904" h="1524" extrusionOk="0">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75" name="Google Shape;9575;p61"/>
              <p:cNvSpPr/>
              <p:nvPr/>
            </p:nvSpPr>
            <p:spPr>
              <a:xfrm>
                <a:off x="6084825" y="1878975"/>
                <a:ext cx="83325" cy="75625"/>
              </a:xfrm>
              <a:custGeom>
                <a:avLst/>
                <a:gdLst/>
                <a:ahLst/>
                <a:cxnLst/>
                <a:rect l="l" t="t" r="r" b="b"/>
                <a:pathLst>
                  <a:path w="3333" h="3025" extrusionOk="0">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76" name="Google Shape;9576;p61"/>
              <p:cNvSpPr/>
              <p:nvPr/>
            </p:nvSpPr>
            <p:spPr>
              <a:xfrm>
                <a:off x="6126025" y="2800350"/>
                <a:ext cx="24300" cy="31775"/>
              </a:xfrm>
              <a:custGeom>
                <a:avLst/>
                <a:gdLst/>
                <a:ahLst/>
                <a:cxnLst/>
                <a:rect l="l" t="t" r="r" b="b"/>
                <a:pathLst>
                  <a:path w="972" h="1271" extrusionOk="0">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77" name="Google Shape;9577;p61"/>
              <p:cNvSpPr/>
              <p:nvPr/>
            </p:nvSpPr>
            <p:spPr>
              <a:xfrm>
                <a:off x="6118800" y="2827575"/>
                <a:ext cx="11825" cy="54225"/>
              </a:xfrm>
              <a:custGeom>
                <a:avLst/>
                <a:gdLst/>
                <a:ahLst/>
                <a:cxnLst/>
                <a:rect l="l" t="t" r="r" b="b"/>
                <a:pathLst>
                  <a:path w="473" h="2169" extrusionOk="0">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78" name="Google Shape;9578;p61"/>
              <p:cNvSpPr/>
              <p:nvPr/>
            </p:nvSpPr>
            <p:spPr>
              <a:xfrm>
                <a:off x="6128025" y="2835800"/>
                <a:ext cx="10475" cy="54575"/>
              </a:xfrm>
              <a:custGeom>
                <a:avLst/>
                <a:gdLst/>
                <a:ahLst/>
                <a:cxnLst/>
                <a:rect l="l" t="t" r="r" b="b"/>
                <a:pathLst>
                  <a:path w="419" h="2183" extrusionOk="0">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79" name="Google Shape;9579;p61"/>
              <p:cNvSpPr/>
              <p:nvPr/>
            </p:nvSpPr>
            <p:spPr>
              <a:xfrm>
                <a:off x="6134625" y="2839675"/>
                <a:ext cx="11100" cy="56625"/>
              </a:xfrm>
              <a:custGeom>
                <a:avLst/>
                <a:gdLst/>
                <a:ahLst/>
                <a:cxnLst/>
                <a:rect l="l" t="t" r="r" b="b"/>
                <a:pathLst>
                  <a:path w="444" h="2265" extrusionOk="0">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80" name="Google Shape;9580;p61"/>
              <p:cNvSpPr/>
              <p:nvPr/>
            </p:nvSpPr>
            <p:spPr>
              <a:xfrm>
                <a:off x="6145800" y="2846600"/>
                <a:ext cx="10125" cy="50600"/>
              </a:xfrm>
              <a:custGeom>
                <a:avLst/>
                <a:gdLst/>
                <a:ahLst/>
                <a:cxnLst/>
                <a:rect l="l" t="t" r="r" b="b"/>
                <a:pathLst>
                  <a:path w="405" h="2024" extrusionOk="0">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81" name="Google Shape;9581;p61"/>
              <p:cNvSpPr/>
              <p:nvPr/>
            </p:nvSpPr>
            <p:spPr>
              <a:xfrm>
                <a:off x="6154600" y="2857400"/>
                <a:ext cx="6550" cy="29150"/>
              </a:xfrm>
              <a:custGeom>
                <a:avLst/>
                <a:gdLst/>
                <a:ahLst/>
                <a:cxnLst/>
                <a:rect l="l" t="t" r="r" b="b"/>
                <a:pathLst>
                  <a:path w="262" h="1166" extrusionOk="0">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82" name="Google Shape;9582;p61"/>
              <p:cNvSpPr/>
              <p:nvPr/>
            </p:nvSpPr>
            <p:spPr>
              <a:xfrm>
                <a:off x="6011075" y="1606500"/>
                <a:ext cx="129250" cy="165675"/>
              </a:xfrm>
              <a:custGeom>
                <a:avLst/>
                <a:gdLst/>
                <a:ahLst/>
                <a:cxnLst/>
                <a:rect l="l" t="t" r="r" b="b"/>
                <a:pathLst>
                  <a:path w="5170" h="6627" extrusionOk="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83" name="Google Shape;9583;p61"/>
              <p:cNvSpPr/>
              <p:nvPr/>
            </p:nvSpPr>
            <p:spPr>
              <a:xfrm>
                <a:off x="6015808" y="1651250"/>
                <a:ext cx="62900" cy="64500"/>
              </a:xfrm>
              <a:custGeom>
                <a:avLst/>
                <a:gdLst/>
                <a:ahLst/>
                <a:cxnLst/>
                <a:rect l="l" t="t" r="r" b="b"/>
                <a:pathLst>
                  <a:path w="2516" h="2580" extrusionOk="0">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84" name="Google Shape;9584;p61"/>
              <p:cNvSpPr/>
              <p:nvPr/>
            </p:nvSpPr>
            <p:spPr>
              <a:xfrm>
                <a:off x="6023758" y="1678175"/>
                <a:ext cx="47875" cy="33150"/>
              </a:xfrm>
              <a:custGeom>
                <a:avLst/>
                <a:gdLst/>
                <a:ahLst/>
                <a:cxnLst/>
                <a:rect l="l" t="t" r="r" b="b"/>
                <a:pathLst>
                  <a:path w="1915" h="1326" extrusionOk="0">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85" name="Google Shape;9585;p61"/>
              <p:cNvSpPr/>
              <p:nvPr/>
            </p:nvSpPr>
            <p:spPr>
              <a:xfrm>
                <a:off x="6027375" y="1711375"/>
                <a:ext cx="33525" cy="26800"/>
              </a:xfrm>
              <a:custGeom>
                <a:avLst/>
                <a:gdLst/>
                <a:ahLst/>
                <a:cxnLst/>
                <a:rect l="l" t="t" r="r" b="b"/>
                <a:pathLst>
                  <a:path w="1341" h="1072" extrusionOk="0">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86" name="Google Shape;9586;p61"/>
              <p:cNvSpPr/>
              <p:nvPr/>
            </p:nvSpPr>
            <p:spPr>
              <a:xfrm>
                <a:off x="6074233" y="1651250"/>
                <a:ext cx="62875" cy="64500"/>
              </a:xfrm>
              <a:custGeom>
                <a:avLst/>
                <a:gdLst/>
                <a:ahLst/>
                <a:cxnLst/>
                <a:rect l="l" t="t" r="r" b="b"/>
                <a:pathLst>
                  <a:path w="2515" h="2580" extrusionOk="0">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87" name="Google Shape;9587;p61"/>
              <p:cNvSpPr/>
              <p:nvPr/>
            </p:nvSpPr>
            <p:spPr>
              <a:xfrm>
                <a:off x="6081283" y="1678175"/>
                <a:ext cx="47875" cy="33150"/>
              </a:xfrm>
              <a:custGeom>
                <a:avLst/>
                <a:gdLst/>
                <a:ahLst/>
                <a:cxnLst/>
                <a:rect l="l" t="t" r="r" b="b"/>
                <a:pathLst>
                  <a:path w="1915" h="1326" extrusionOk="0">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88" name="Google Shape;9588;p61"/>
              <p:cNvSpPr/>
              <p:nvPr/>
            </p:nvSpPr>
            <p:spPr>
              <a:xfrm>
                <a:off x="6092650" y="1711375"/>
                <a:ext cx="33400" cy="26800"/>
              </a:xfrm>
              <a:custGeom>
                <a:avLst/>
                <a:gdLst/>
                <a:ahLst/>
                <a:cxnLst/>
                <a:rect l="l" t="t" r="r" b="b"/>
                <a:pathLst>
                  <a:path w="1336" h="1072" extrusionOk="0">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89" name="Google Shape;9589;p61"/>
              <p:cNvSpPr/>
              <p:nvPr/>
            </p:nvSpPr>
            <p:spPr>
              <a:xfrm>
                <a:off x="6048100" y="1722500"/>
                <a:ext cx="55825" cy="37375"/>
              </a:xfrm>
              <a:custGeom>
                <a:avLst/>
                <a:gdLst/>
                <a:ahLst/>
                <a:cxnLst/>
                <a:rect l="l" t="t" r="r" b="b"/>
                <a:pathLst>
                  <a:path w="2233" h="1495" extrusionOk="0">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9590" name="Google Shape;9590;p61"/>
          <p:cNvSpPr/>
          <p:nvPr/>
        </p:nvSpPr>
        <p:spPr>
          <a:xfrm>
            <a:off x="5970050" y="1548975"/>
            <a:ext cx="193800" cy="222875"/>
          </a:xfrm>
          <a:custGeom>
            <a:avLst/>
            <a:gdLst/>
            <a:ahLst/>
            <a:cxnLst/>
            <a:rect l="l" t="t" r="r" b="b"/>
            <a:pathLst>
              <a:path w="7752" h="8915" extrusionOk="0">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91" name="Google Shape;9591;p61"/>
          <p:cNvSpPr/>
          <p:nvPr/>
        </p:nvSpPr>
        <p:spPr>
          <a:xfrm>
            <a:off x="6763600" y="2567675"/>
            <a:ext cx="30300" cy="306750"/>
          </a:xfrm>
          <a:custGeom>
            <a:avLst/>
            <a:gdLst/>
            <a:ahLst/>
            <a:cxnLst/>
            <a:rect l="l" t="t" r="r" b="b"/>
            <a:pathLst>
              <a:path w="1212" h="12270" extrusionOk="0">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92" name="Google Shape;9592;p61"/>
          <p:cNvSpPr/>
          <p:nvPr/>
        </p:nvSpPr>
        <p:spPr>
          <a:xfrm>
            <a:off x="6763450" y="2788650"/>
            <a:ext cx="24700" cy="100375"/>
          </a:xfrm>
          <a:custGeom>
            <a:avLst/>
            <a:gdLst/>
            <a:ahLst/>
            <a:cxnLst/>
            <a:rect l="l" t="t" r="r" b="b"/>
            <a:pathLst>
              <a:path w="988" h="4015" extrusionOk="0">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93" name="Google Shape;9593;p61"/>
          <p:cNvSpPr/>
          <p:nvPr/>
        </p:nvSpPr>
        <p:spPr>
          <a:xfrm>
            <a:off x="6887450" y="2573550"/>
            <a:ext cx="22075" cy="300725"/>
          </a:xfrm>
          <a:custGeom>
            <a:avLst/>
            <a:gdLst/>
            <a:ahLst/>
            <a:cxnLst/>
            <a:rect l="l" t="t" r="r" b="b"/>
            <a:pathLst>
              <a:path w="883" h="12029" extrusionOk="0">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94" name="Google Shape;9594;p61"/>
          <p:cNvSpPr/>
          <p:nvPr/>
        </p:nvSpPr>
        <p:spPr>
          <a:xfrm>
            <a:off x="6892675" y="2795550"/>
            <a:ext cx="23075" cy="88700"/>
          </a:xfrm>
          <a:custGeom>
            <a:avLst/>
            <a:gdLst/>
            <a:ahLst/>
            <a:cxnLst/>
            <a:rect l="l" t="t" r="r" b="b"/>
            <a:pathLst>
              <a:path w="923" h="3548" extrusionOk="0">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595" name="Google Shape;9595;p61"/>
          <p:cNvGrpSpPr/>
          <p:nvPr/>
        </p:nvGrpSpPr>
        <p:grpSpPr>
          <a:xfrm>
            <a:off x="5099200" y="3022588"/>
            <a:ext cx="435225" cy="1370250"/>
            <a:chOff x="5099200" y="2992450"/>
            <a:chExt cx="435225" cy="1370250"/>
          </a:xfrm>
        </p:grpSpPr>
        <p:grpSp>
          <p:nvGrpSpPr>
            <p:cNvPr id="9596" name="Google Shape;9596;p61"/>
            <p:cNvGrpSpPr/>
            <p:nvPr/>
          </p:nvGrpSpPr>
          <p:grpSpPr>
            <a:xfrm>
              <a:off x="5099200" y="3018075"/>
              <a:ext cx="435225" cy="1344625"/>
              <a:chOff x="5099200" y="3018075"/>
              <a:chExt cx="435225" cy="1344625"/>
            </a:xfrm>
          </p:grpSpPr>
          <p:sp>
            <p:nvSpPr>
              <p:cNvPr id="9597" name="Google Shape;9597;p61"/>
              <p:cNvSpPr/>
              <p:nvPr/>
            </p:nvSpPr>
            <p:spPr>
              <a:xfrm>
                <a:off x="5099200" y="3172825"/>
                <a:ext cx="435225" cy="1189875"/>
              </a:xfrm>
              <a:custGeom>
                <a:avLst/>
                <a:gdLst/>
                <a:ahLst/>
                <a:cxnLst/>
                <a:rect l="l" t="t" r="r" b="b"/>
                <a:pathLst>
                  <a:path w="17409" h="47595" extrusionOk="0">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598" name="Google Shape;9598;p61"/>
              <p:cNvSpPr/>
              <p:nvPr/>
            </p:nvSpPr>
            <p:spPr>
              <a:xfrm>
                <a:off x="5241650" y="3018075"/>
                <a:ext cx="150475" cy="201175"/>
              </a:xfrm>
              <a:custGeom>
                <a:avLst/>
                <a:gdLst/>
                <a:ahLst/>
                <a:cxnLst/>
                <a:rect l="l" t="t" r="r" b="b"/>
                <a:pathLst>
                  <a:path w="6019" h="8047" extrusionOk="0">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599" name="Google Shape;9599;p61"/>
            <p:cNvGrpSpPr/>
            <p:nvPr/>
          </p:nvGrpSpPr>
          <p:grpSpPr>
            <a:xfrm>
              <a:off x="5110575" y="3060800"/>
              <a:ext cx="411850" cy="1291550"/>
              <a:chOff x="5110575" y="3060800"/>
              <a:chExt cx="411850" cy="1291550"/>
            </a:xfrm>
          </p:grpSpPr>
          <p:sp>
            <p:nvSpPr>
              <p:cNvPr id="9600" name="Google Shape;9600;p61"/>
              <p:cNvSpPr/>
              <p:nvPr/>
            </p:nvSpPr>
            <p:spPr>
              <a:xfrm>
                <a:off x="5216600" y="3670775"/>
                <a:ext cx="62725" cy="343700"/>
              </a:xfrm>
              <a:custGeom>
                <a:avLst/>
                <a:gdLst/>
                <a:ahLst/>
                <a:cxnLst/>
                <a:rect l="l" t="t" r="r" b="b"/>
                <a:pathLst>
                  <a:path w="2509" h="13748" extrusionOk="0">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01" name="Google Shape;9601;p61"/>
              <p:cNvSpPr/>
              <p:nvPr/>
            </p:nvSpPr>
            <p:spPr>
              <a:xfrm>
                <a:off x="5217525" y="4046725"/>
                <a:ext cx="53050" cy="217175"/>
              </a:xfrm>
              <a:custGeom>
                <a:avLst/>
                <a:gdLst/>
                <a:ahLst/>
                <a:cxnLst/>
                <a:rect l="l" t="t" r="r" b="b"/>
                <a:pathLst>
                  <a:path w="2122" h="8687" extrusionOk="0">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02" name="Google Shape;9602;p61"/>
              <p:cNvSpPr/>
              <p:nvPr/>
            </p:nvSpPr>
            <p:spPr>
              <a:xfrm>
                <a:off x="5242000" y="4261550"/>
                <a:ext cx="31650" cy="24500"/>
              </a:xfrm>
              <a:custGeom>
                <a:avLst/>
                <a:gdLst/>
                <a:ahLst/>
                <a:cxnLst/>
                <a:rect l="l" t="t" r="r" b="b"/>
                <a:pathLst>
                  <a:path w="1266" h="980" extrusionOk="0">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03" name="Google Shape;9603;p61"/>
              <p:cNvSpPr/>
              <p:nvPr/>
            </p:nvSpPr>
            <p:spPr>
              <a:xfrm>
                <a:off x="5263775" y="4283850"/>
                <a:ext cx="11400" cy="28100"/>
              </a:xfrm>
              <a:custGeom>
                <a:avLst/>
                <a:gdLst/>
                <a:ahLst/>
                <a:cxnLst/>
                <a:rect l="l" t="t" r="r" b="b"/>
                <a:pathLst>
                  <a:path w="456" h="1124" extrusionOk="0">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04" name="Google Shape;9604;p61"/>
              <p:cNvSpPr/>
              <p:nvPr/>
            </p:nvSpPr>
            <p:spPr>
              <a:xfrm>
                <a:off x="5257325" y="4284950"/>
                <a:ext cx="8800" cy="28100"/>
              </a:xfrm>
              <a:custGeom>
                <a:avLst/>
                <a:gdLst/>
                <a:ahLst/>
                <a:cxnLst/>
                <a:rect l="l" t="t" r="r" b="b"/>
                <a:pathLst>
                  <a:path w="352" h="1124" extrusionOk="0">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05" name="Google Shape;9605;p61"/>
              <p:cNvSpPr/>
              <p:nvPr/>
            </p:nvSpPr>
            <p:spPr>
              <a:xfrm>
                <a:off x="5249500" y="4286900"/>
                <a:ext cx="7400" cy="26500"/>
              </a:xfrm>
              <a:custGeom>
                <a:avLst/>
                <a:gdLst/>
                <a:ahLst/>
                <a:cxnLst/>
                <a:rect l="l" t="t" r="r" b="b"/>
                <a:pathLst>
                  <a:path w="296" h="1060" extrusionOk="0">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06" name="Google Shape;9606;p61"/>
              <p:cNvSpPr/>
              <p:nvPr/>
            </p:nvSpPr>
            <p:spPr>
              <a:xfrm>
                <a:off x="5268560" y="4334400"/>
                <a:ext cx="8025" cy="10275"/>
              </a:xfrm>
              <a:custGeom>
                <a:avLst/>
                <a:gdLst/>
                <a:ahLst/>
                <a:cxnLst/>
                <a:rect l="l" t="t" r="r" b="b"/>
                <a:pathLst>
                  <a:path w="321" h="411" extrusionOk="0">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07" name="Google Shape;9607;p61"/>
              <p:cNvSpPr/>
              <p:nvPr/>
            </p:nvSpPr>
            <p:spPr>
              <a:xfrm>
                <a:off x="5257960" y="4337525"/>
                <a:ext cx="8475" cy="12675"/>
              </a:xfrm>
              <a:custGeom>
                <a:avLst/>
                <a:gdLst/>
                <a:ahLst/>
                <a:cxnLst/>
                <a:rect l="l" t="t" r="r" b="b"/>
                <a:pathLst>
                  <a:path w="339" h="507" extrusionOk="0">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08" name="Google Shape;9608;p61"/>
              <p:cNvSpPr/>
              <p:nvPr/>
            </p:nvSpPr>
            <p:spPr>
              <a:xfrm>
                <a:off x="5248435" y="4338725"/>
                <a:ext cx="7400" cy="13625"/>
              </a:xfrm>
              <a:custGeom>
                <a:avLst/>
                <a:gdLst/>
                <a:ahLst/>
                <a:cxnLst/>
                <a:rect l="l" t="t" r="r" b="b"/>
                <a:pathLst>
                  <a:path w="296" h="545" extrusionOk="0">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09" name="Google Shape;9609;p61"/>
              <p:cNvSpPr/>
              <p:nvPr/>
            </p:nvSpPr>
            <p:spPr>
              <a:xfrm>
                <a:off x="5239060" y="4337425"/>
                <a:ext cx="7250" cy="12650"/>
              </a:xfrm>
              <a:custGeom>
                <a:avLst/>
                <a:gdLst/>
                <a:ahLst/>
                <a:cxnLst/>
                <a:rect l="l" t="t" r="r" b="b"/>
                <a:pathLst>
                  <a:path w="290" h="506" extrusionOk="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10" name="Google Shape;9610;p61"/>
              <p:cNvSpPr/>
              <p:nvPr/>
            </p:nvSpPr>
            <p:spPr>
              <a:xfrm>
                <a:off x="5232935" y="4334100"/>
                <a:ext cx="6250" cy="9100"/>
              </a:xfrm>
              <a:custGeom>
                <a:avLst/>
                <a:gdLst/>
                <a:ahLst/>
                <a:cxnLst/>
                <a:rect l="l" t="t" r="r" b="b"/>
                <a:pathLst>
                  <a:path w="250" h="364" extrusionOk="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11" name="Google Shape;9611;p61"/>
              <p:cNvSpPr/>
              <p:nvPr/>
            </p:nvSpPr>
            <p:spPr>
              <a:xfrm>
                <a:off x="5243500" y="4289900"/>
                <a:ext cx="8325" cy="22800"/>
              </a:xfrm>
              <a:custGeom>
                <a:avLst/>
                <a:gdLst/>
                <a:ahLst/>
                <a:cxnLst/>
                <a:rect l="l" t="t" r="r" b="b"/>
                <a:pathLst>
                  <a:path w="333" h="912" extrusionOk="0">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12" name="Google Shape;9612;p61"/>
              <p:cNvSpPr/>
              <p:nvPr/>
            </p:nvSpPr>
            <p:spPr>
              <a:xfrm>
                <a:off x="5262900" y="4293900"/>
                <a:ext cx="9600" cy="17075"/>
              </a:xfrm>
              <a:custGeom>
                <a:avLst/>
                <a:gdLst/>
                <a:ahLst/>
                <a:cxnLst/>
                <a:rect l="l" t="t" r="r" b="b"/>
                <a:pathLst>
                  <a:path w="384" h="683" extrusionOk="0">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13" name="Google Shape;9613;p61"/>
              <p:cNvSpPr/>
              <p:nvPr/>
            </p:nvSpPr>
            <p:spPr>
              <a:xfrm>
                <a:off x="5268110" y="4313150"/>
                <a:ext cx="9250" cy="20275"/>
              </a:xfrm>
              <a:custGeom>
                <a:avLst/>
                <a:gdLst/>
                <a:ahLst/>
                <a:cxnLst/>
                <a:rect l="l" t="t" r="r" b="b"/>
                <a:pathLst>
                  <a:path w="370" h="811" extrusionOk="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14" name="Google Shape;9614;p61"/>
              <p:cNvSpPr/>
              <p:nvPr/>
            </p:nvSpPr>
            <p:spPr>
              <a:xfrm>
                <a:off x="5258285" y="4314775"/>
                <a:ext cx="7400" cy="20900"/>
              </a:xfrm>
              <a:custGeom>
                <a:avLst/>
                <a:gdLst/>
                <a:ahLst/>
                <a:cxnLst/>
                <a:rect l="l" t="t" r="r" b="b"/>
                <a:pathLst>
                  <a:path w="296" h="836" extrusionOk="0">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15" name="Google Shape;9615;p61"/>
              <p:cNvSpPr/>
              <p:nvPr/>
            </p:nvSpPr>
            <p:spPr>
              <a:xfrm>
                <a:off x="5249985" y="4316575"/>
                <a:ext cx="6150" cy="19075"/>
              </a:xfrm>
              <a:custGeom>
                <a:avLst/>
                <a:gdLst/>
                <a:ahLst/>
                <a:cxnLst/>
                <a:rect l="l" t="t" r="r" b="b"/>
                <a:pathLst>
                  <a:path w="246" h="763" extrusionOk="0">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16" name="Google Shape;9616;p61"/>
              <p:cNvSpPr/>
              <p:nvPr/>
            </p:nvSpPr>
            <p:spPr>
              <a:xfrm>
                <a:off x="5241360" y="4316300"/>
                <a:ext cx="5875" cy="18300"/>
              </a:xfrm>
              <a:custGeom>
                <a:avLst/>
                <a:gdLst/>
                <a:ahLst/>
                <a:cxnLst/>
                <a:rect l="l" t="t" r="r" b="b"/>
                <a:pathLst>
                  <a:path w="235" h="732" extrusionOk="0">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17" name="Google Shape;9617;p61"/>
              <p:cNvSpPr/>
              <p:nvPr/>
            </p:nvSpPr>
            <p:spPr>
              <a:xfrm>
                <a:off x="5233685" y="4315500"/>
                <a:ext cx="6625" cy="16125"/>
              </a:xfrm>
              <a:custGeom>
                <a:avLst/>
                <a:gdLst/>
                <a:ahLst/>
                <a:cxnLst/>
                <a:rect l="l" t="t" r="r" b="b"/>
                <a:pathLst>
                  <a:path w="265" h="645" extrusionOk="0">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18" name="Google Shape;9618;p61"/>
              <p:cNvSpPr/>
              <p:nvPr/>
            </p:nvSpPr>
            <p:spPr>
              <a:xfrm>
                <a:off x="5218150" y="4017250"/>
                <a:ext cx="47200" cy="32750"/>
              </a:xfrm>
              <a:custGeom>
                <a:avLst/>
                <a:gdLst/>
                <a:ahLst/>
                <a:cxnLst/>
                <a:rect l="l" t="t" r="r" b="b"/>
                <a:pathLst>
                  <a:path w="1888" h="1310" extrusionOk="0">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19" name="Google Shape;9619;p61"/>
              <p:cNvSpPr/>
              <p:nvPr/>
            </p:nvSpPr>
            <p:spPr>
              <a:xfrm>
                <a:off x="5214600" y="3595400"/>
                <a:ext cx="203950" cy="107425"/>
              </a:xfrm>
              <a:custGeom>
                <a:avLst/>
                <a:gdLst/>
                <a:ahLst/>
                <a:cxnLst/>
                <a:rect l="l" t="t" r="r" b="b"/>
                <a:pathLst>
                  <a:path w="8158" h="4297" extrusionOk="0">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20" name="Google Shape;9620;p61"/>
              <p:cNvSpPr/>
              <p:nvPr/>
            </p:nvSpPr>
            <p:spPr>
              <a:xfrm>
                <a:off x="5147300" y="3277175"/>
                <a:ext cx="57200" cy="177000"/>
              </a:xfrm>
              <a:custGeom>
                <a:avLst/>
                <a:gdLst/>
                <a:ahLst/>
                <a:cxnLst/>
                <a:rect l="l" t="t" r="r" b="b"/>
                <a:pathLst>
                  <a:path w="2288" h="7080" extrusionOk="0">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21" name="Google Shape;9621;p61"/>
              <p:cNvSpPr/>
              <p:nvPr/>
            </p:nvSpPr>
            <p:spPr>
              <a:xfrm>
                <a:off x="5122100" y="3459325"/>
                <a:ext cx="59350" cy="189300"/>
              </a:xfrm>
              <a:custGeom>
                <a:avLst/>
                <a:gdLst/>
                <a:ahLst/>
                <a:cxnLst/>
                <a:rect l="l" t="t" r="r" b="b"/>
                <a:pathLst>
                  <a:path w="2374" h="7572" extrusionOk="0">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22" name="Google Shape;9622;p61"/>
              <p:cNvSpPr/>
              <p:nvPr/>
            </p:nvSpPr>
            <p:spPr>
              <a:xfrm>
                <a:off x="5133025" y="3652625"/>
                <a:ext cx="16450" cy="38000"/>
              </a:xfrm>
              <a:custGeom>
                <a:avLst/>
                <a:gdLst/>
                <a:ahLst/>
                <a:cxnLst/>
                <a:rect l="l" t="t" r="r" b="b"/>
                <a:pathLst>
                  <a:path w="658" h="1520" extrusionOk="0">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23" name="Google Shape;9623;p61"/>
              <p:cNvSpPr/>
              <p:nvPr/>
            </p:nvSpPr>
            <p:spPr>
              <a:xfrm>
                <a:off x="5138400" y="3692475"/>
                <a:ext cx="9850" cy="15900"/>
              </a:xfrm>
              <a:custGeom>
                <a:avLst/>
                <a:gdLst/>
                <a:ahLst/>
                <a:cxnLst/>
                <a:rect l="l" t="t" r="r" b="b"/>
                <a:pathLst>
                  <a:path w="394" h="636" extrusionOk="0">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24" name="Google Shape;9624;p61"/>
              <p:cNvSpPr/>
              <p:nvPr/>
            </p:nvSpPr>
            <p:spPr>
              <a:xfrm>
                <a:off x="5142075" y="3714950"/>
                <a:ext cx="5875" cy="10650"/>
              </a:xfrm>
              <a:custGeom>
                <a:avLst/>
                <a:gdLst/>
                <a:ahLst/>
                <a:cxnLst/>
                <a:rect l="l" t="t" r="r" b="b"/>
                <a:pathLst>
                  <a:path w="235" h="426" extrusionOk="0">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25" name="Google Shape;9625;p61"/>
              <p:cNvSpPr/>
              <p:nvPr/>
            </p:nvSpPr>
            <p:spPr>
              <a:xfrm>
                <a:off x="5114425" y="3654700"/>
                <a:ext cx="14475" cy="37975"/>
              </a:xfrm>
              <a:custGeom>
                <a:avLst/>
                <a:gdLst/>
                <a:ahLst/>
                <a:cxnLst/>
                <a:rect l="l" t="t" r="r" b="b"/>
                <a:pathLst>
                  <a:path w="579" h="1519" extrusionOk="0">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26" name="Google Shape;9626;p61"/>
              <p:cNvSpPr/>
              <p:nvPr/>
            </p:nvSpPr>
            <p:spPr>
              <a:xfrm>
                <a:off x="5110575" y="3696375"/>
                <a:ext cx="12025" cy="27425"/>
              </a:xfrm>
              <a:custGeom>
                <a:avLst/>
                <a:gdLst/>
                <a:ahLst/>
                <a:cxnLst/>
                <a:rect l="l" t="t" r="r" b="b"/>
                <a:pathLst>
                  <a:path w="481" h="1097" extrusionOk="0">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27" name="Google Shape;9627;p61"/>
              <p:cNvSpPr/>
              <p:nvPr/>
            </p:nvSpPr>
            <p:spPr>
              <a:xfrm>
                <a:off x="5116275" y="3726575"/>
                <a:ext cx="12150" cy="19075"/>
              </a:xfrm>
              <a:custGeom>
                <a:avLst/>
                <a:gdLst/>
                <a:ahLst/>
                <a:cxnLst/>
                <a:rect l="l" t="t" r="r" b="b"/>
                <a:pathLst>
                  <a:path w="486" h="763" extrusionOk="0">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28" name="Google Shape;9628;p61"/>
              <p:cNvSpPr/>
              <p:nvPr/>
            </p:nvSpPr>
            <p:spPr>
              <a:xfrm>
                <a:off x="5128550" y="3745675"/>
                <a:ext cx="7550" cy="13725"/>
              </a:xfrm>
              <a:custGeom>
                <a:avLst/>
                <a:gdLst/>
                <a:ahLst/>
                <a:cxnLst/>
                <a:rect l="l" t="t" r="r" b="b"/>
                <a:pathLst>
                  <a:path w="302" h="549" extrusionOk="0">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29" name="Google Shape;9629;p61"/>
              <p:cNvSpPr/>
              <p:nvPr/>
            </p:nvSpPr>
            <p:spPr>
              <a:xfrm>
                <a:off x="5222800" y="3273175"/>
                <a:ext cx="93725" cy="201525"/>
              </a:xfrm>
              <a:custGeom>
                <a:avLst/>
                <a:gdLst/>
                <a:ahLst/>
                <a:cxnLst/>
                <a:rect l="l" t="t" r="r" b="b"/>
                <a:pathLst>
                  <a:path w="3749" h="8061" extrusionOk="0">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30" name="Google Shape;9630;p61"/>
              <p:cNvSpPr/>
              <p:nvPr/>
            </p:nvSpPr>
            <p:spPr>
              <a:xfrm>
                <a:off x="5228100" y="3274500"/>
                <a:ext cx="76125" cy="17600"/>
              </a:xfrm>
              <a:custGeom>
                <a:avLst/>
                <a:gdLst/>
                <a:ahLst/>
                <a:cxnLst/>
                <a:rect l="l" t="t" r="r" b="b"/>
                <a:pathLst>
                  <a:path w="3045" h="704" extrusionOk="0">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31" name="Google Shape;9631;p61"/>
              <p:cNvSpPr/>
              <p:nvPr/>
            </p:nvSpPr>
            <p:spPr>
              <a:xfrm>
                <a:off x="5277625" y="3243725"/>
                <a:ext cx="34750" cy="10350"/>
              </a:xfrm>
              <a:custGeom>
                <a:avLst/>
                <a:gdLst/>
                <a:ahLst/>
                <a:cxnLst/>
                <a:rect l="l" t="t" r="r" b="b"/>
                <a:pathLst>
                  <a:path w="1390" h="414" extrusionOk="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32" name="Google Shape;9632;p61"/>
              <p:cNvSpPr/>
              <p:nvPr/>
            </p:nvSpPr>
            <p:spPr>
              <a:xfrm>
                <a:off x="5289300" y="3228050"/>
                <a:ext cx="27075" cy="9525"/>
              </a:xfrm>
              <a:custGeom>
                <a:avLst/>
                <a:gdLst/>
                <a:ahLst/>
                <a:cxnLst/>
                <a:rect l="l" t="t" r="r" b="b"/>
                <a:pathLst>
                  <a:path w="1083" h="381" extrusionOk="0">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33" name="Google Shape;9633;p61"/>
              <p:cNvSpPr/>
              <p:nvPr/>
            </p:nvSpPr>
            <p:spPr>
              <a:xfrm>
                <a:off x="5289400" y="3427625"/>
                <a:ext cx="24975" cy="8775"/>
              </a:xfrm>
              <a:custGeom>
                <a:avLst/>
                <a:gdLst/>
                <a:ahLst/>
                <a:cxnLst/>
                <a:rect l="l" t="t" r="r" b="b"/>
                <a:pathLst>
                  <a:path w="999" h="351" extrusionOk="0">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34" name="Google Shape;9634;p61"/>
              <p:cNvSpPr/>
              <p:nvPr/>
            </p:nvSpPr>
            <p:spPr>
              <a:xfrm>
                <a:off x="5289250" y="3446250"/>
                <a:ext cx="25125" cy="8800"/>
              </a:xfrm>
              <a:custGeom>
                <a:avLst/>
                <a:gdLst/>
                <a:ahLst/>
                <a:cxnLst/>
                <a:rect l="l" t="t" r="r" b="b"/>
                <a:pathLst>
                  <a:path w="1005" h="352" extrusionOk="0">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35" name="Google Shape;9635;p61"/>
              <p:cNvSpPr/>
              <p:nvPr/>
            </p:nvSpPr>
            <p:spPr>
              <a:xfrm>
                <a:off x="5289275" y="3464950"/>
                <a:ext cx="25100" cy="8775"/>
              </a:xfrm>
              <a:custGeom>
                <a:avLst/>
                <a:gdLst/>
                <a:ahLst/>
                <a:cxnLst/>
                <a:rect l="l" t="t" r="r" b="b"/>
                <a:pathLst>
                  <a:path w="1004" h="351" extrusionOk="0">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36" name="Google Shape;9636;p61"/>
              <p:cNvSpPr/>
              <p:nvPr/>
            </p:nvSpPr>
            <p:spPr>
              <a:xfrm>
                <a:off x="5289275" y="3483550"/>
                <a:ext cx="25100" cy="8750"/>
              </a:xfrm>
              <a:custGeom>
                <a:avLst/>
                <a:gdLst/>
                <a:ahLst/>
                <a:cxnLst/>
                <a:rect l="l" t="t" r="r" b="b"/>
                <a:pathLst>
                  <a:path w="1004" h="350" extrusionOk="0">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37" name="Google Shape;9637;p61"/>
              <p:cNvSpPr/>
              <p:nvPr/>
            </p:nvSpPr>
            <p:spPr>
              <a:xfrm>
                <a:off x="5289275" y="3502150"/>
                <a:ext cx="25100" cy="8750"/>
              </a:xfrm>
              <a:custGeom>
                <a:avLst/>
                <a:gdLst/>
                <a:ahLst/>
                <a:cxnLst/>
                <a:rect l="l" t="t" r="r" b="b"/>
                <a:pathLst>
                  <a:path w="1004" h="350" extrusionOk="0">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38" name="Google Shape;9638;p61"/>
              <p:cNvSpPr/>
              <p:nvPr/>
            </p:nvSpPr>
            <p:spPr>
              <a:xfrm>
                <a:off x="5289250" y="3520775"/>
                <a:ext cx="25125" cy="8800"/>
              </a:xfrm>
              <a:custGeom>
                <a:avLst/>
                <a:gdLst/>
                <a:ahLst/>
                <a:cxnLst/>
                <a:rect l="l" t="t" r="r" b="b"/>
                <a:pathLst>
                  <a:path w="1005" h="352" extrusionOk="0">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39" name="Google Shape;9639;p61"/>
              <p:cNvSpPr/>
              <p:nvPr/>
            </p:nvSpPr>
            <p:spPr>
              <a:xfrm>
                <a:off x="5289275" y="3539500"/>
                <a:ext cx="25100" cy="8750"/>
              </a:xfrm>
              <a:custGeom>
                <a:avLst/>
                <a:gdLst/>
                <a:ahLst/>
                <a:cxnLst/>
                <a:rect l="l" t="t" r="r" b="b"/>
                <a:pathLst>
                  <a:path w="1004" h="350" extrusionOk="0">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40" name="Google Shape;9640;p61"/>
              <p:cNvSpPr/>
              <p:nvPr/>
            </p:nvSpPr>
            <p:spPr>
              <a:xfrm>
                <a:off x="5289250" y="3558125"/>
                <a:ext cx="24975" cy="8700"/>
              </a:xfrm>
              <a:custGeom>
                <a:avLst/>
                <a:gdLst/>
                <a:ahLst/>
                <a:cxnLst/>
                <a:rect l="l" t="t" r="r" b="b"/>
                <a:pathLst>
                  <a:path w="999" h="348" extrusionOk="0">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41" name="Google Shape;9641;p61"/>
              <p:cNvSpPr/>
              <p:nvPr/>
            </p:nvSpPr>
            <p:spPr>
              <a:xfrm>
                <a:off x="5289225" y="3576725"/>
                <a:ext cx="25000" cy="8800"/>
              </a:xfrm>
              <a:custGeom>
                <a:avLst/>
                <a:gdLst/>
                <a:ahLst/>
                <a:cxnLst/>
                <a:rect l="l" t="t" r="r" b="b"/>
                <a:pathLst>
                  <a:path w="1000" h="352" extrusionOk="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42" name="Google Shape;9642;p61"/>
              <p:cNvSpPr/>
              <p:nvPr/>
            </p:nvSpPr>
            <p:spPr>
              <a:xfrm>
                <a:off x="5218050" y="3291300"/>
                <a:ext cx="87550" cy="17825"/>
              </a:xfrm>
              <a:custGeom>
                <a:avLst/>
                <a:gdLst/>
                <a:ahLst/>
                <a:cxnLst/>
                <a:rect l="l" t="t" r="r" b="b"/>
                <a:pathLst>
                  <a:path w="3502" h="713" extrusionOk="0">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43" name="Google Shape;9643;p61"/>
              <p:cNvSpPr/>
              <p:nvPr/>
            </p:nvSpPr>
            <p:spPr>
              <a:xfrm>
                <a:off x="5216250" y="3341450"/>
                <a:ext cx="89975" cy="14725"/>
              </a:xfrm>
              <a:custGeom>
                <a:avLst/>
                <a:gdLst/>
                <a:ahLst/>
                <a:cxnLst/>
                <a:rect l="l" t="t" r="r" b="b"/>
                <a:pathLst>
                  <a:path w="3599" h="589" extrusionOk="0">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44" name="Google Shape;9644;p61"/>
              <p:cNvSpPr/>
              <p:nvPr/>
            </p:nvSpPr>
            <p:spPr>
              <a:xfrm>
                <a:off x="5211750" y="3314650"/>
                <a:ext cx="96775" cy="20050"/>
              </a:xfrm>
              <a:custGeom>
                <a:avLst/>
                <a:gdLst/>
                <a:ahLst/>
                <a:cxnLst/>
                <a:rect l="l" t="t" r="r" b="b"/>
                <a:pathLst>
                  <a:path w="3871" h="802" extrusionOk="0">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45" name="Google Shape;9645;p61"/>
              <p:cNvSpPr/>
              <p:nvPr/>
            </p:nvSpPr>
            <p:spPr>
              <a:xfrm>
                <a:off x="5219300" y="3364600"/>
                <a:ext cx="90150" cy="14750"/>
              </a:xfrm>
              <a:custGeom>
                <a:avLst/>
                <a:gdLst/>
                <a:ahLst/>
                <a:cxnLst/>
                <a:rect l="l" t="t" r="r" b="b"/>
                <a:pathLst>
                  <a:path w="3606" h="590" extrusionOk="0">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46" name="Google Shape;9646;p61"/>
              <p:cNvSpPr/>
              <p:nvPr/>
            </p:nvSpPr>
            <p:spPr>
              <a:xfrm>
                <a:off x="5220075" y="3384575"/>
                <a:ext cx="93075" cy="16425"/>
              </a:xfrm>
              <a:custGeom>
                <a:avLst/>
                <a:gdLst/>
                <a:ahLst/>
                <a:cxnLst/>
                <a:rect l="l" t="t" r="r" b="b"/>
                <a:pathLst>
                  <a:path w="3723" h="657" extrusionOk="0">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47" name="Google Shape;9647;p61"/>
              <p:cNvSpPr/>
              <p:nvPr/>
            </p:nvSpPr>
            <p:spPr>
              <a:xfrm>
                <a:off x="5223625" y="3408850"/>
                <a:ext cx="66300" cy="13425"/>
              </a:xfrm>
              <a:custGeom>
                <a:avLst/>
                <a:gdLst/>
                <a:ahLst/>
                <a:cxnLst/>
                <a:rect l="l" t="t" r="r" b="b"/>
                <a:pathLst>
                  <a:path w="2652" h="537" extrusionOk="0">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48" name="Google Shape;9648;p61"/>
              <p:cNvSpPr/>
              <p:nvPr/>
            </p:nvSpPr>
            <p:spPr>
              <a:xfrm>
                <a:off x="5227675" y="3429900"/>
                <a:ext cx="49350" cy="11475"/>
              </a:xfrm>
              <a:custGeom>
                <a:avLst/>
                <a:gdLst/>
                <a:ahLst/>
                <a:cxnLst/>
                <a:rect l="l" t="t" r="r" b="b"/>
                <a:pathLst>
                  <a:path w="1974" h="459" extrusionOk="0">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49" name="Google Shape;9649;p61"/>
              <p:cNvSpPr/>
              <p:nvPr/>
            </p:nvSpPr>
            <p:spPr>
              <a:xfrm>
                <a:off x="5300975" y="3223375"/>
                <a:ext cx="15550" cy="51050"/>
              </a:xfrm>
              <a:custGeom>
                <a:avLst/>
                <a:gdLst/>
                <a:ahLst/>
                <a:cxnLst/>
                <a:rect l="l" t="t" r="r" b="b"/>
                <a:pathLst>
                  <a:path w="622" h="2042" extrusionOk="0">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50" name="Google Shape;9650;p61"/>
              <p:cNvSpPr/>
              <p:nvPr/>
            </p:nvSpPr>
            <p:spPr>
              <a:xfrm>
                <a:off x="5165450" y="3253825"/>
                <a:ext cx="49025" cy="26900"/>
              </a:xfrm>
              <a:custGeom>
                <a:avLst/>
                <a:gdLst/>
                <a:ahLst/>
                <a:cxnLst/>
                <a:rect l="l" t="t" r="r" b="b"/>
                <a:pathLst>
                  <a:path w="1961" h="1076" extrusionOk="0">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51" name="Google Shape;9651;p61"/>
              <p:cNvSpPr/>
              <p:nvPr/>
            </p:nvSpPr>
            <p:spPr>
              <a:xfrm>
                <a:off x="5209375" y="3247925"/>
                <a:ext cx="96225" cy="29275"/>
              </a:xfrm>
              <a:custGeom>
                <a:avLst/>
                <a:gdLst/>
                <a:ahLst/>
                <a:cxnLst/>
                <a:rect l="l" t="t" r="r" b="b"/>
                <a:pathLst>
                  <a:path w="3849" h="1171" extrusionOk="0">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52" name="Google Shape;9652;p61"/>
              <p:cNvSpPr/>
              <p:nvPr/>
            </p:nvSpPr>
            <p:spPr>
              <a:xfrm>
                <a:off x="5303575" y="3408850"/>
                <a:ext cx="12950" cy="181050"/>
              </a:xfrm>
              <a:custGeom>
                <a:avLst/>
                <a:gdLst/>
                <a:ahLst/>
                <a:cxnLst/>
                <a:rect l="l" t="t" r="r" b="b"/>
                <a:pathLst>
                  <a:path w="518" h="7242" extrusionOk="0">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53" name="Google Shape;9653;p61"/>
              <p:cNvSpPr/>
              <p:nvPr/>
            </p:nvSpPr>
            <p:spPr>
              <a:xfrm>
                <a:off x="5353675" y="3670775"/>
                <a:ext cx="62725" cy="343700"/>
              </a:xfrm>
              <a:custGeom>
                <a:avLst/>
                <a:gdLst/>
                <a:ahLst/>
                <a:cxnLst/>
                <a:rect l="l" t="t" r="r" b="b"/>
                <a:pathLst>
                  <a:path w="2509" h="13748" extrusionOk="0">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54" name="Google Shape;9654;p61"/>
              <p:cNvSpPr/>
              <p:nvPr/>
            </p:nvSpPr>
            <p:spPr>
              <a:xfrm>
                <a:off x="5362300" y="4046725"/>
                <a:ext cx="53025" cy="217175"/>
              </a:xfrm>
              <a:custGeom>
                <a:avLst/>
                <a:gdLst/>
                <a:ahLst/>
                <a:cxnLst/>
                <a:rect l="l" t="t" r="r" b="b"/>
                <a:pathLst>
                  <a:path w="2121" h="8687" extrusionOk="0">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55" name="Google Shape;9655;p61"/>
              <p:cNvSpPr/>
              <p:nvPr/>
            </p:nvSpPr>
            <p:spPr>
              <a:xfrm>
                <a:off x="5359375" y="4261550"/>
                <a:ext cx="31475" cy="24500"/>
              </a:xfrm>
              <a:custGeom>
                <a:avLst/>
                <a:gdLst/>
                <a:ahLst/>
                <a:cxnLst/>
                <a:rect l="l" t="t" r="r" b="b"/>
                <a:pathLst>
                  <a:path w="1259" h="980" extrusionOk="0">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56" name="Google Shape;9656;p61"/>
              <p:cNvSpPr/>
              <p:nvPr/>
            </p:nvSpPr>
            <p:spPr>
              <a:xfrm>
                <a:off x="5357825" y="4283850"/>
                <a:ext cx="11400" cy="28100"/>
              </a:xfrm>
              <a:custGeom>
                <a:avLst/>
                <a:gdLst/>
                <a:ahLst/>
                <a:cxnLst/>
                <a:rect l="l" t="t" r="r" b="b"/>
                <a:pathLst>
                  <a:path w="456" h="1124" extrusionOk="0">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57" name="Google Shape;9657;p61"/>
              <p:cNvSpPr/>
              <p:nvPr/>
            </p:nvSpPr>
            <p:spPr>
              <a:xfrm>
                <a:off x="5366900" y="4284950"/>
                <a:ext cx="8625" cy="28100"/>
              </a:xfrm>
              <a:custGeom>
                <a:avLst/>
                <a:gdLst/>
                <a:ahLst/>
                <a:cxnLst/>
                <a:rect l="l" t="t" r="r" b="b"/>
                <a:pathLst>
                  <a:path w="345" h="1124" extrusionOk="0">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58" name="Google Shape;9658;p61"/>
              <p:cNvSpPr/>
              <p:nvPr/>
            </p:nvSpPr>
            <p:spPr>
              <a:xfrm>
                <a:off x="5376125" y="4286900"/>
                <a:ext cx="7250" cy="26500"/>
              </a:xfrm>
              <a:custGeom>
                <a:avLst/>
                <a:gdLst/>
                <a:ahLst/>
                <a:cxnLst/>
                <a:rect l="l" t="t" r="r" b="b"/>
                <a:pathLst>
                  <a:path w="290" h="1060" extrusionOk="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59" name="Google Shape;9659;p61"/>
              <p:cNvSpPr/>
              <p:nvPr/>
            </p:nvSpPr>
            <p:spPr>
              <a:xfrm>
                <a:off x="5357710" y="4334400"/>
                <a:ext cx="8000" cy="10275"/>
              </a:xfrm>
              <a:custGeom>
                <a:avLst/>
                <a:gdLst/>
                <a:ahLst/>
                <a:cxnLst/>
                <a:rect l="l" t="t" r="r" b="b"/>
                <a:pathLst>
                  <a:path w="320" h="411" extrusionOk="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60" name="Google Shape;9660;p61"/>
              <p:cNvSpPr/>
              <p:nvPr/>
            </p:nvSpPr>
            <p:spPr>
              <a:xfrm>
                <a:off x="5367685" y="4337525"/>
                <a:ext cx="8475" cy="12675"/>
              </a:xfrm>
              <a:custGeom>
                <a:avLst/>
                <a:gdLst/>
                <a:ahLst/>
                <a:cxnLst/>
                <a:rect l="l" t="t" r="r" b="b"/>
                <a:pathLst>
                  <a:path w="339" h="507" extrusionOk="0">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61" name="Google Shape;9661;p61"/>
              <p:cNvSpPr/>
              <p:nvPr/>
            </p:nvSpPr>
            <p:spPr>
              <a:xfrm>
                <a:off x="5378435" y="4338725"/>
                <a:ext cx="7250" cy="13625"/>
              </a:xfrm>
              <a:custGeom>
                <a:avLst/>
                <a:gdLst/>
                <a:ahLst/>
                <a:cxnLst/>
                <a:rect l="l" t="t" r="r" b="b"/>
                <a:pathLst>
                  <a:path w="290" h="545" extrusionOk="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62" name="Google Shape;9662;p61"/>
              <p:cNvSpPr/>
              <p:nvPr/>
            </p:nvSpPr>
            <p:spPr>
              <a:xfrm>
                <a:off x="5387810" y="4337425"/>
                <a:ext cx="7250" cy="12650"/>
              </a:xfrm>
              <a:custGeom>
                <a:avLst/>
                <a:gdLst/>
                <a:ahLst/>
                <a:cxnLst/>
                <a:rect l="l" t="t" r="r" b="b"/>
                <a:pathLst>
                  <a:path w="290" h="506" extrusionOk="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63" name="Google Shape;9663;p61"/>
              <p:cNvSpPr/>
              <p:nvPr/>
            </p:nvSpPr>
            <p:spPr>
              <a:xfrm>
                <a:off x="5394935" y="4334100"/>
                <a:ext cx="6400" cy="9100"/>
              </a:xfrm>
              <a:custGeom>
                <a:avLst/>
                <a:gdLst/>
                <a:ahLst/>
                <a:cxnLst/>
                <a:rect l="l" t="t" r="r" b="b"/>
                <a:pathLst>
                  <a:path w="256" h="364" extrusionOk="0">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64" name="Google Shape;9664;p61"/>
              <p:cNvSpPr/>
              <p:nvPr/>
            </p:nvSpPr>
            <p:spPr>
              <a:xfrm>
                <a:off x="5381200" y="4289900"/>
                <a:ext cx="8300" cy="22800"/>
              </a:xfrm>
              <a:custGeom>
                <a:avLst/>
                <a:gdLst/>
                <a:ahLst/>
                <a:cxnLst/>
                <a:rect l="l" t="t" r="r" b="b"/>
                <a:pathLst>
                  <a:path w="332" h="912" extrusionOk="0">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65" name="Google Shape;9665;p61"/>
              <p:cNvSpPr/>
              <p:nvPr/>
            </p:nvSpPr>
            <p:spPr>
              <a:xfrm>
                <a:off x="5386885" y="4293900"/>
                <a:ext cx="9500" cy="17075"/>
              </a:xfrm>
              <a:custGeom>
                <a:avLst/>
                <a:gdLst/>
                <a:ahLst/>
                <a:cxnLst/>
                <a:rect l="l" t="t" r="r" b="b"/>
                <a:pathLst>
                  <a:path w="380" h="683" extrusionOk="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66" name="Google Shape;9666;p61"/>
              <p:cNvSpPr/>
              <p:nvPr/>
            </p:nvSpPr>
            <p:spPr>
              <a:xfrm>
                <a:off x="5356935" y="4313150"/>
                <a:ext cx="9250" cy="20275"/>
              </a:xfrm>
              <a:custGeom>
                <a:avLst/>
                <a:gdLst/>
                <a:ahLst/>
                <a:cxnLst/>
                <a:rect l="l" t="t" r="r" b="b"/>
                <a:pathLst>
                  <a:path w="370" h="811" extrusionOk="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67" name="Google Shape;9667;p61"/>
              <p:cNvSpPr/>
              <p:nvPr/>
            </p:nvSpPr>
            <p:spPr>
              <a:xfrm>
                <a:off x="5368610" y="4314775"/>
                <a:ext cx="7400" cy="20900"/>
              </a:xfrm>
              <a:custGeom>
                <a:avLst/>
                <a:gdLst/>
                <a:ahLst/>
                <a:cxnLst/>
                <a:rect l="l" t="t" r="r" b="b"/>
                <a:pathLst>
                  <a:path w="296" h="836" extrusionOk="0">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68" name="Google Shape;9668;p61"/>
              <p:cNvSpPr/>
              <p:nvPr/>
            </p:nvSpPr>
            <p:spPr>
              <a:xfrm>
                <a:off x="5378135" y="4316575"/>
                <a:ext cx="6175" cy="19075"/>
              </a:xfrm>
              <a:custGeom>
                <a:avLst/>
                <a:gdLst/>
                <a:ahLst/>
                <a:cxnLst/>
                <a:rect l="l" t="t" r="r" b="b"/>
                <a:pathLst>
                  <a:path w="247" h="763" extrusionOk="0">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69" name="Google Shape;9669;p61"/>
              <p:cNvSpPr/>
              <p:nvPr/>
            </p:nvSpPr>
            <p:spPr>
              <a:xfrm>
                <a:off x="5387060" y="4316300"/>
                <a:ext cx="5850" cy="18300"/>
              </a:xfrm>
              <a:custGeom>
                <a:avLst/>
                <a:gdLst/>
                <a:ahLst/>
                <a:cxnLst/>
                <a:rect l="l" t="t" r="r" b="b"/>
                <a:pathLst>
                  <a:path w="234" h="732" extrusionOk="0">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70" name="Google Shape;9670;p61"/>
              <p:cNvSpPr/>
              <p:nvPr/>
            </p:nvSpPr>
            <p:spPr>
              <a:xfrm>
                <a:off x="5393810" y="4315500"/>
                <a:ext cx="6625" cy="16125"/>
              </a:xfrm>
              <a:custGeom>
                <a:avLst/>
                <a:gdLst/>
                <a:ahLst/>
                <a:cxnLst/>
                <a:rect l="l" t="t" r="r" b="b"/>
                <a:pathLst>
                  <a:path w="265" h="645" extrusionOk="0">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71" name="Google Shape;9671;p61"/>
              <p:cNvSpPr/>
              <p:nvPr/>
            </p:nvSpPr>
            <p:spPr>
              <a:xfrm>
                <a:off x="5367500" y="4017250"/>
                <a:ext cx="47375" cy="32750"/>
              </a:xfrm>
              <a:custGeom>
                <a:avLst/>
                <a:gdLst/>
                <a:ahLst/>
                <a:cxnLst/>
                <a:rect l="l" t="t" r="r" b="b"/>
                <a:pathLst>
                  <a:path w="1895" h="1310" extrusionOk="0">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72" name="Google Shape;9672;p61"/>
              <p:cNvSpPr/>
              <p:nvPr/>
            </p:nvSpPr>
            <p:spPr>
              <a:xfrm>
                <a:off x="5428525" y="3277175"/>
                <a:ext cx="57025" cy="177000"/>
              </a:xfrm>
              <a:custGeom>
                <a:avLst/>
                <a:gdLst/>
                <a:ahLst/>
                <a:cxnLst/>
                <a:rect l="l" t="t" r="r" b="b"/>
                <a:pathLst>
                  <a:path w="2281" h="7080" extrusionOk="0">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73" name="Google Shape;9673;p61"/>
              <p:cNvSpPr/>
              <p:nvPr/>
            </p:nvSpPr>
            <p:spPr>
              <a:xfrm>
                <a:off x="5451425" y="3459325"/>
                <a:ext cx="59325" cy="189300"/>
              </a:xfrm>
              <a:custGeom>
                <a:avLst/>
                <a:gdLst/>
                <a:ahLst/>
                <a:cxnLst/>
                <a:rect l="l" t="t" r="r" b="b"/>
                <a:pathLst>
                  <a:path w="2373" h="7572" extrusionOk="0">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74" name="Google Shape;9674;p61"/>
              <p:cNvSpPr/>
              <p:nvPr/>
            </p:nvSpPr>
            <p:spPr>
              <a:xfrm>
                <a:off x="5483375" y="3652625"/>
                <a:ext cx="16475" cy="38000"/>
              </a:xfrm>
              <a:custGeom>
                <a:avLst/>
                <a:gdLst/>
                <a:ahLst/>
                <a:cxnLst/>
                <a:rect l="l" t="t" r="r" b="b"/>
                <a:pathLst>
                  <a:path w="659" h="1520" extrusionOk="0">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75" name="Google Shape;9675;p61"/>
              <p:cNvSpPr/>
              <p:nvPr/>
            </p:nvSpPr>
            <p:spPr>
              <a:xfrm>
                <a:off x="5484600" y="3692475"/>
                <a:ext cx="9875" cy="15900"/>
              </a:xfrm>
              <a:custGeom>
                <a:avLst/>
                <a:gdLst/>
                <a:ahLst/>
                <a:cxnLst/>
                <a:rect l="l" t="t" r="r" b="b"/>
                <a:pathLst>
                  <a:path w="395" h="636" extrusionOk="0">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76" name="Google Shape;9676;p61"/>
              <p:cNvSpPr/>
              <p:nvPr/>
            </p:nvSpPr>
            <p:spPr>
              <a:xfrm>
                <a:off x="5484925" y="3714950"/>
                <a:ext cx="5850" cy="10650"/>
              </a:xfrm>
              <a:custGeom>
                <a:avLst/>
                <a:gdLst/>
                <a:ahLst/>
                <a:cxnLst/>
                <a:rect l="l" t="t" r="r" b="b"/>
                <a:pathLst>
                  <a:path w="234" h="426" extrusionOk="0">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77" name="Google Shape;9677;p61"/>
              <p:cNvSpPr/>
              <p:nvPr/>
            </p:nvSpPr>
            <p:spPr>
              <a:xfrm>
                <a:off x="5504125" y="3654700"/>
                <a:ext cx="14475" cy="37975"/>
              </a:xfrm>
              <a:custGeom>
                <a:avLst/>
                <a:gdLst/>
                <a:ahLst/>
                <a:cxnLst/>
                <a:rect l="l" t="t" r="r" b="b"/>
                <a:pathLst>
                  <a:path w="579" h="1519" extrusionOk="0">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78" name="Google Shape;9678;p61"/>
              <p:cNvSpPr/>
              <p:nvPr/>
            </p:nvSpPr>
            <p:spPr>
              <a:xfrm>
                <a:off x="5510425" y="3696375"/>
                <a:ext cx="12000" cy="27425"/>
              </a:xfrm>
              <a:custGeom>
                <a:avLst/>
                <a:gdLst/>
                <a:ahLst/>
                <a:cxnLst/>
                <a:rect l="l" t="t" r="r" b="b"/>
                <a:pathLst>
                  <a:path w="480" h="1097" extrusionOk="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79" name="Google Shape;9679;p61"/>
              <p:cNvSpPr/>
              <p:nvPr/>
            </p:nvSpPr>
            <p:spPr>
              <a:xfrm>
                <a:off x="5504425" y="3726575"/>
                <a:ext cx="12175" cy="19075"/>
              </a:xfrm>
              <a:custGeom>
                <a:avLst/>
                <a:gdLst/>
                <a:ahLst/>
                <a:cxnLst/>
                <a:rect l="l" t="t" r="r" b="b"/>
                <a:pathLst>
                  <a:path w="487" h="763" extrusionOk="0">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80" name="Google Shape;9680;p61"/>
              <p:cNvSpPr/>
              <p:nvPr/>
            </p:nvSpPr>
            <p:spPr>
              <a:xfrm>
                <a:off x="5496900" y="3745675"/>
                <a:ext cx="7400" cy="13725"/>
              </a:xfrm>
              <a:custGeom>
                <a:avLst/>
                <a:gdLst/>
                <a:ahLst/>
                <a:cxnLst/>
                <a:rect l="l" t="t" r="r" b="b"/>
                <a:pathLst>
                  <a:path w="296" h="549" extrusionOk="0">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81" name="Google Shape;9681;p61"/>
              <p:cNvSpPr/>
              <p:nvPr/>
            </p:nvSpPr>
            <p:spPr>
              <a:xfrm>
                <a:off x="5316350" y="3273175"/>
                <a:ext cx="93850" cy="201525"/>
              </a:xfrm>
              <a:custGeom>
                <a:avLst/>
                <a:gdLst/>
                <a:ahLst/>
                <a:cxnLst/>
                <a:rect l="l" t="t" r="r" b="b"/>
                <a:pathLst>
                  <a:path w="3754" h="8061" extrusionOk="0">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82" name="Google Shape;9682;p61"/>
              <p:cNvSpPr/>
              <p:nvPr/>
            </p:nvSpPr>
            <p:spPr>
              <a:xfrm>
                <a:off x="5328625" y="3274500"/>
                <a:ext cx="76150" cy="17600"/>
              </a:xfrm>
              <a:custGeom>
                <a:avLst/>
                <a:gdLst/>
                <a:ahLst/>
                <a:cxnLst/>
                <a:rect l="l" t="t" r="r" b="b"/>
                <a:pathLst>
                  <a:path w="3046" h="704" extrusionOk="0">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83" name="Google Shape;9683;p61"/>
              <p:cNvSpPr/>
              <p:nvPr/>
            </p:nvSpPr>
            <p:spPr>
              <a:xfrm>
                <a:off x="5320500" y="3243725"/>
                <a:ext cx="34725" cy="10350"/>
              </a:xfrm>
              <a:custGeom>
                <a:avLst/>
                <a:gdLst/>
                <a:ahLst/>
                <a:cxnLst/>
                <a:rect l="l" t="t" r="r" b="b"/>
                <a:pathLst>
                  <a:path w="1389" h="414" extrusionOk="0">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84" name="Google Shape;9684;p61"/>
              <p:cNvSpPr/>
              <p:nvPr/>
            </p:nvSpPr>
            <p:spPr>
              <a:xfrm>
                <a:off x="5316650" y="3228050"/>
                <a:ext cx="26925" cy="9525"/>
              </a:xfrm>
              <a:custGeom>
                <a:avLst/>
                <a:gdLst/>
                <a:ahLst/>
                <a:cxnLst/>
                <a:rect l="l" t="t" r="r" b="b"/>
                <a:pathLst>
                  <a:path w="1077" h="381" extrusionOk="0">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85" name="Google Shape;9685;p61"/>
              <p:cNvSpPr/>
              <p:nvPr/>
            </p:nvSpPr>
            <p:spPr>
              <a:xfrm>
                <a:off x="5318500" y="3427625"/>
                <a:ext cx="25100" cy="8775"/>
              </a:xfrm>
              <a:custGeom>
                <a:avLst/>
                <a:gdLst/>
                <a:ahLst/>
                <a:cxnLst/>
                <a:rect l="l" t="t" r="r" b="b"/>
                <a:pathLst>
                  <a:path w="1004" h="351" extrusionOk="0">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86" name="Google Shape;9686;p61"/>
              <p:cNvSpPr/>
              <p:nvPr/>
            </p:nvSpPr>
            <p:spPr>
              <a:xfrm>
                <a:off x="5318650" y="3446250"/>
                <a:ext cx="24950" cy="8800"/>
              </a:xfrm>
              <a:custGeom>
                <a:avLst/>
                <a:gdLst/>
                <a:ahLst/>
                <a:cxnLst/>
                <a:rect l="l" t="t" r="r" b="b"/>
                <a:pathLst>
                  <a:path w="998" h="352" extrusionOk="0">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87" name="Google Shape;9687;p61"/>
              <p:cNvSpPr/>
              <p:nvPr/>
            </p:nvSpPr>
            <p:spPr>
              <a:xfrm>
                <a:off x="5318650" y="3464950"/>
                <a:ext cx="24950" cy="8775"/>
              </a:xfrm>
              <a:custGeom>
                <a:avLst/>
                <a:gdLst/>
                <a:ahLst/>
                <a:cxnLst/>
                <a:rect l="l" t="t" r="r" b="b"/>
                <a:pathLst>
                  <a:path w="998" h="351" extrusionOk="0">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88" name="Google Shape;9688;p61"/>
              <p:cNvSpPr/>
              <p:nvPr/>
            </p:nvSpPr>
            <p:spPr>
              <a:xfrm>
                <a:off x="5318650" y="3483550"/>
                <a:ext cx="24950" cy="8750"/>
              </a:xfrm>
              <a:custGeom>
                <a:avLst/>
                <a:gdLst/>
                <a:ahLst/>
                <a:cxnLst/>
                <a:rect l="l" t="t" r="r" b="b"/>
                <a:pathLst>
                  <a:path w="998" h="350" extrusionOk="0">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89" name="Google Shape;9689;p61"/>
              <p:cNvSpPr/>
              <p:nvPr/>
            </p:nvSpPr>
            <p:spPr>
              <a:xfrm>
                <a:off x="5318650" y="3502150"/>
                <a:ext cx="24950" cy="8750"/>
              </a:xfrm>
              <a:custGeom>
                <a:avLst/>
                <a:gdLst/>
                <a:ahLst/>
                <a:cxnLst/>
                <a:rect l="l" t="t" r="r" b="b"/>
                <a:pathLst>
                  <a:path w="998" h="350" extrusionOk="0">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90" name="Google Shape;9690;p61"/>
              <p:cNvSpPr/>
              <p:nvPr/>
            </p:nvSpPr>
            <p:spPr>
              <a:xfrm>
                <a:off x="5318650" y="3520775"/>
                <a:ext cx="24975" cy="8800"/>
              </a:xfrm>
              <a:custGeom>
                <a:avLst/>
                <a:gdLst/>
                <a:ahLst/>
                <a:cxnLst/>
                <a:rect l="l" t="t" r="r" b="b"/>
                <a:pathLst>
                  <a:path w="999" h="352" extrusionOk="0">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91" name="Google Shape;9691;p61"/>
              <p:cNvSpPr/>
              <p:nvPr/>
            </p:nvSpPr>
            <p:spPr>
              <a:xfrm>
                <a:off x="5318650" y="3539500"/>
                <a:ext cx="24950" cy="8750"/>
              </a:xfrm>
              <a:custGeom>
                <a:avLst/>
                <a:gdLst/>
                <a:ahLst/>
                <a:cxnLst/>
                <a:rect l="l" t="t" r="r" b="b"/>
                <a:pathLst>
                  <a:path w="998" h="350" extrusionOk="0">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92" name="Google Shape;9692;p61"/>
              <p:cNvSpPr/>
              <p:nvPr/>
            </p:nvSpPr>
            <p:spPr>
              <a:xfrm>
                <a:off x="5318650" y="3558125"/>
                <a:ext cx="24975" cy="8700"/>
              </a:xfrm>
              <a:custGeom>
                <a:avLst/>
                <a:gdLst/>
                <a:ahLst/>
                <a:cxnLst/>
                <a:rect l="l" t="t" r="r" b="b"/>
                <a:pathLst>
                  <a:path w="999" h="348" extrusionOk="0">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93" name="Google Shape;9693;p61"/>
              <p:cNvSpPr/>
              <p:nvPr/>
            </p:nvSpPr>
            <p:spPr>
              <a:xfrm>
                <a:off x="5318650" y="3576725"/>
                <a:ext cx="24975" cy="8800"/>
              </a:xfrm>
              <a:custGeom>
                <a:avLst/>
                <a:gdLst/>
                <a:ahLst/>
                <a:cxnLst/>
                <a:rect l="l" t="t" r="r" b="b"/>
                <a:pathLst>
                  <a:path w="999" h="352" extrusionOk="0">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94" name="Google Shape;9694;p61"/>
              <p:cNvSpPr/>
              <p:nvPr/>
            </p:nvSpPr>
            <p:spPr>
              <a:xfrm>
                <a:off x="5327250" y="3291300"/>
                <a:ext cx="87575" cy="17825"/>
              </a:xfrm>
              <a:custGeom>
                <a:avLst/>
                <a:gdLst/>
                <a:ahLst/>
                <a:cxnLst/>
                <a:rect l="l" t="t" r="r" b="b"/>
                <a:pathLst>
                  <a:path w="3503" h="713" extrusionOk="0">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95" name="Google Shape;9695;p61"/>
              <p:cNvSpPr/>
              <p:nvPr/>
            </p:nvSpPr>
            <p:spPr>
              <a:xfrm>
                <a:off x="5326625" y="3341450"/>
                <a:ext cx="90125" cy="14725"/>
              </a:xfrm>
              <a:custGeom>
                <a:avLst/>
                <a:gdLst/>
                <a:ahLst/>
                <a:cxnLst/>
                <a:rect l="l" t="t" r="r" b="b"/>
                <a:pathLst>
                  <a:path w="3605" h="589" extrusionOk="0">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96" name="Google Shape;9696;p61"/>
              <p:cNvSpPr/>
              <p:nvPr/>
            </p:nvSpPr>
            <p:spPr>
              <a:xfrm>
                <a:off x="5324325" y="3314650"/>
                <a:ext cx="96775" cy="20050"/>
              </a:xfrm>
              <a:custGeom>
                <a:avLst/>
                <a:gdLst/>
                <a:ahLst/>
                <a:cxnLst/>
                <a:rect l="l" t="t" r="r" b="b"/>
                <a:pathLst>
                  <a:path w="3871" h="802" extrusionOk="0">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97" name="Google Shape;9697;p61"/>
              <p:cNvSpPr/>
              <p:nvPr/>
            </p:nvSpPr>
            <p:spPr>
              <a:xfrm>
                <a:off x="5323400" y="3364600"/>
                <a:ext cx="90150" cy="14750"/>
              </a:xfrm>
              <a:custGeom>
                <a:avLst/>
                <a:gdLst/>
                <a:ahLst/>
                <a:cxnLst/>
                <a:rect l="l" t="t" r="r" b="b"/>
                <a:pathLst>
                  <a:path w="3606" h="590" extrusionOk="0">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98" name="Google Shape;9698;p61"/>
              <p:cNvSpPr/>
              <p:nvPr/>
            </p:nvSpPr>
            <p:spPr>
              <a:xfrm>
                <a:off x="5319875" y="3384575"/>
                <a:ext cx="92900" cy="16425"/>
              </a:xfrm>
              <a:custGeom>
                <a:avLst/>
                <a:gdLst/>
                <a:ahLst/>
                <a:cxnLst/>
                <a:rect l="l" t="t" r="r" b="b"/>
                <a:pathLst>
                  <a:path w="3716" h="657" extrusionOk="0">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699" name="Google Shape;9699;p61"/>
              <p:cNvSpPr/>
              <p:nvPr/>
            </p:nvSpPr>
            <p:spPr>
              <a:xfrm>
                <a:off x="5342925" y="3408850"/>
                <a:ext cx="66450" cy="13425"/>
              </a:xfrm>
              <a:custGeom>
                <a:avLst/>
                <a:gdLst/>
                <a:ahLst/>
                <a:cxnLst/>
                <a:rect l="l" t="t" r="r" b="b"/>
                <a:pathLst>
                  <a:path w="2658" h="537" extrusionOk="0">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00" name="Google Shape;9700;p61"/>
              <p:cNvSpPr/>
              <p:nvPr/>
            </p:nvSpPr>
            <p:spPr>
              <a:xfrm>
                <a:off x="5355975" y="3429900"/>
                <a:ext cx="49225" cy="11475"/>
              </a:xfrm>
              <a:custGeom>
                <a:avLst/>
                <a:gdLst/>
                <a:ahLst/>
                <a:cxnLst/>
                <a:rect l="l" t="t" r="r" b="b"/>
                <a:pathLst>
                  <a:path w="1969" h="459" extrusionOk="0">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01" name="Google Shape;9701;p61"/>
              <p:cNvSpPr/>
              <p:nvPr/>
            </p:nvSpPr>
            <p:spPr>
              <a:xfrm>
                <a:off x="5316350" y="3223375"/>
                <a:ext cx="15700" cy="51050"/>
              </a:xfrm>
              <a:custGeom>
                <a:avLst/>
                <a:gdLst/>
                <a:ahLst/>
                <a:cxnLst/>
                <a:rect l="l" t="t" r="r" b="b"/>
                <a:pathLst>
                  <a:path w="628" h="2042" extrusionOk="0">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02" name="Google Shape;9702;p61"/>
              <p:cNvSpPr/>
              <p:nvPr/>
            </p:nvSpPr>
            <p:spPr>
              <a:xfrm>
                <a:off x="5418525" y="3253825"/>
                <a:ext cx="48900" cy="26900"/>
              </a:xfrm>
              <a:custGeom>
                <a:avLst/>
                <a:gdLst/>
                <a:ahLst/>
                <a:cxnLst/>
                <a:rect l="l" t="t" r="r" b="b"/>
                <a:pathLst>
                  <a:path w="1956" h="1076" extrusionOk="0">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03" name="Google Shape;9703;p61"/>
              <p:cNvSpPr/>
              <p:nvPr/>
            </p:nvSpPr>
            <p:spPr>
              <a:xfrm>
                <a:off x="5327100" y="3247925"/>
                <a:ext cx="96375" cy="29275"/>
              </a:xfrm>
              <a:custGeom>
                <a:avLst/>
                <a:gdLst/>
                <a:ahLst/>
                <a:cxnLst/>
                <a:rect l="l" t="t" r="r" b="b"/>
                <a:pathLst>
                  <a:path w="3855" h="1171" extrusionOk="0">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04" name="Google Shape;9704;p61"/>
              <p:cNvSpPr/>
              <p:nvPr/>
            </p:nvSpPr>
            <p:spPr>
              <a:xfrm>
                <a:off x="5316350" y="3408850"/>
                <a:ext cx="12925" cy="181050"/>
              </a:xfrm>
              <a:custGeom>
                <a:avLst/>
                <a:gdLst/>
                <a:ahLst/>
                <a:cxnLst/>
                <a:rect l="l" t="t" r="r" b="b"/>
                <a:pathLst>
                  <a:path w="517" h="7242" extrusionOk="0">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05" name="Google Shape;9705;p61"/>
              <p:cNvSpPr/>
              <p:nvPr/>
            </p:nvSpPr>
            <p:spPr>
              <a:xfrm>
                <a:off x="5253800" y="3060800"/>
                <a:ext cx="126025" cy="150325"/>
              </a:xfrm>
              <a:custGeom>
                <a:avLst/>
                <a:gdLst/>
                <a:ahLst/>
                <a:cxnLst/>
                <a:rect l="l" t="t" r="r" b="b"/>
                <a:pathLst>
                  <a:path w="5041" h="6013" extrusionOk="0">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06" name="Google Shape;9706;p61"/>
              <p:cNvSpPr/>
              <p:nvPr/>
            </p:nvSpPr>
            <p:spPr>
              <a:xfrm>
                <a:off x="5307425" y="3178825"/>
                <a:ext cx="8950" cy="10800"/>
              </a:xfrm>
              <a:custGeom>
                <a:avLst/>
                <a:gdLst/>
                <a:ahLst/>
                <a:cxnLst/>
                <a:rect l="l" t="t" r="r" b="b"/>
                <a:pathLst>
                  <a:path w="358" h="432" extrusionOk="0">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07" name="Google Shape;9707;p61"/>
              <p:cNvSpPr/>
              <p:nvPr/>
            </p:nvSpPr>
            <p:spPr>
              <a:xfrm>
                <a:off x="5306500" y="3190200"/>
                <a:ext cx="9400" cy="10600"/>
              </a:xfrm>
              <a:custGeom>
                <a:avLst/>
                <a:gdLst/>
                <a:ahLst/>
                <a:cxnLst/>
                <a:rect l="l" t="t" r="r" b="b"/>
                <a:pathLst>
                  <a:path w="376" h="424" extrusionOk="0">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08" name="Google Shape;9708;p61"/>
              <p:cNvSpPr/>
              <p:nvPr/>
            </p:nvSpPr>
            <p:spPr>
              <a:xfrm>
                <a:off x="5301425" y="3178325"/>
                <a:ext cx="6325" cy="8975"/>
              </a:xfrm>
              <a:custGeom>
                <a:avLst/>
                <a:gdLst/>
                <a:ahLst/>
                <a:cxnLst/>
                <a:rect l="l" t="t" r="r" b="b"/>
                <a:pathLst>
                  <a:path w="253" h="359" extrusionOk="0">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09" name="Google Shape;9709;p61"/>
              <p:cNvSpPr/>
              <p:nvPr/>
            </p:nvSpPr>
            <p:spPr>
              <a:xfrm>
                <a:off x="5300350" y="3188425"/>
                <a:ext cx="6025" cy="8575"/>
              </a:xfrm>
              <a:custGeom>
                <a:avLst/>
                <a:gdLst/>
                <a:ahLst/>
                <a:cxnLst/>
                <a:rect l="l" t="t" r="r" b="b"/>
                <a:pathLst>
                  <a:path w="241" h="343" extrusionOk="0">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10" name="Google Shape;9710;p61"/>
              <p:cNvSpPr/>
              <p:nvPr/>
            </p:nvSpPr>
            <p:spPr>
              <a:xfrm>
                <a:off x="5295300" y="3177425"/>
                <a:ext cx="8000" cy="9100"/>
              </a:xfrm>
              <a:custGeom>
                <a:avLst/>
                <a:gdLst/>
                <a:ahLst/>
                <a:cxnLst/>
                <a:rect l="l" t="t" r="r" b="b"/>
                <a:pathLst>
                  <a:path w="320" h="364" extrusionOk="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11" name="Google Shape;9711;p61"/>
              <p:cNvSpPr/>
              <p:nvPr/>
            </p:nvSpPr>
            <p:spPr>
              <a:xfrm>
                <a:off x="5293600" y="3186050"/>
                <a:ext cx="5700" cy="7875"/>
              </a:xfrm>
              <a:custGeom>
                <a:avLst/>
                <a:gdLst/>
                <a:ahLst/>
                <a:cxnLst/>
                <a:rect l="l" t="t" r="r" b="b"/>
                <a:pathLst>
                  <a:path w="228" h="315" extrusionOk="0">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12" name="Google Shape;9712;p61"/>
              <p:cNvSpPr/>
              <p:nvPr/>
            </p:nvSpPr>
            <p:spPr>
              <a:xfrm>
                <a:off x="5290075" y="3174900"/>
                <a:ext cx="5850" cy="8700"/>
              </a:xfrm>
              <a:custGeom>
                <a:avLst/>
                <a:gdLst/>
                <a:ahLst/>
                <a:cxnLst/>
                <a:rect l="l" t="t" r="r" b="b"/>
                <a:pathLst>
                  <a:path w="234" h="348" extrusionOk="0">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13" name="Google Shape;9713;p61"/>
              <p:cNvSpPr/>
              <p:nvPr/>
            </p:nvSpPr>
            <p:spPr>
              <a:xfrm>
                <a:off x="5288675" y="3183800"/>
                <a:ext cx="5250" cy="6925"/>
              </a:xfrm>
              <a:custGeom>
                <a:avLst/>
                <a:gdLst/>
                <a:ahLst/>
                <a:cxnLst/>
                <a:rect l="l" t="t" r="r" b="b"/>
                <a:pathLst>
                  <a:path w="210" h="277" extrusionOk="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14" name="Google Shape;9714;p61"/>
              <p:cNvSpPr/>
              <p:nvPr/>
            </p:nvSpPr>
            <p:spPr>
              <a:xfrm>
                <a:off x="5285150" y="3173800"/>
                <a:ext cx="4025" cy="6800"/>
              </a:xfrm>
              <a:custGeom>
                <a:avLst/>
                <a:gdLst/>
                <a:ahLst/>
                <a:cxnLst/>
                <a:rect l="l" t="t" r="r" b="b"/>
                <a:pathLst>
                  <a:path w="161" h="272" extrusionOk="0">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15" name="Google Shape;9715;p61"/>
              <p:cNvSpPr/>
              <p:nvPr/>
            </p:nvSpPr>
            <p:spPr>
              <a:xfrm>
                <a:off x="5280850" y="3171125"/>
                <a:ext cx="3700" cy="7100"/>
              </a:xfrm>
              <a:custGeom>
                <a:avLst/>
                <a:gdLst/>
                <a:ahLst/>
                <a:cxnLst/>
                <a:rect l="l" t="t" r="r" b="b"/>
                <a:pathLst>
                  <a:path w="148" h="284" extrusionOk="0">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16" name="Google Shape;9716;p61"/>
              <p:cNvSpPr/>
              <p:nvPr/>
            </p:nvSpPr>
            <p:spPr>
              <a:xfrm>
                <a:off x="5283600" y="3180900"/>
                <a:ext cx="4950" cy="6250"/>
              </a:xfrm>
              <a:custGeom>
                <a:avLst/>
                <a:gdLst/>
                <a:ahLst/>
                <a:cxnLst/>
                <a:rect l="l" t="t" r="r" b="b"/>
                <a:pathLst>
                  <a:path w="198" h="250" extrusionOk="0">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17" name="Google Shape;9717;p61"/>
              <p:cNvSpPr/>
              <p:nvPr/>
            </p:nvSpPr>
            <p:spPr>
              <a:xfrm>
                <a:off x="5280525" y="3178150"/>
                <a:ext cx="2800" cy="5175"/>
              </a:xfrm>
              <a:custGeom>
                <a:avLst/>
                <a:gdLst/>
                <a:ahLst/>
                <a:cxnLst/>
                <a:rect l="l" t="t" r="r" b="b"/>
                <a:pathLst>
                  <a:path w="112" h="207" extrusionOk="0">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18" name="Google Shape;9718;p61"/>
              <p:cNvSpPr/>
              <p:nvPr/>
            </p:nvSpPr>
            <p:spPr>
              <a:xfrm>
                <a:off x="5317425" y="3178900"/>
                <a:ext cx="8925" cy="10650"/>
              </a:xfrm>
              <a:custGeom>
                <a:avLst/>
                <a:gdLst/>
                <a:ahLst/>
                <a:cxnLst/>
                <a:rect l="l" t="t" r="r" b="b"/>
                <a:pathLst>
                  <a:path w="357" h="426" extrusionOk="0">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19" name="Google Shape;9719;p61"/>
              <p:cNvSpPr/>
              <p:nvPr/>
            </p:nvSpPr>
            <p:spPr>
              <a:xfrm>
                <a:off x="5317875" y="3190175"/>
                <a:ext cx="9400" cy="10550"/>
              </a:xfrm>
              <a:custGeom>
                <a:avLst/>
                <a:gdLst/>
                <a:ahLst/>
                <a:cxnLst/>
                <a:rect l="l" t="t" r="r" b="b"/>
                <a:pathLst>
                  <a:path w="376" h="422" extrusionOk="0">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20" name="Google Shape;9720;p61"/>
              <p:cNvSpPr/>
              <p:nvPr/>
            </p:nvSpPr>
            <p:spPr>
              <a:xfrm>
                <a:off x="5326025" y="3178325"/>
                <a:ext cx="6325" cy="9000"/>
              </a:xfrm>
              <a:custGeom>
                <a:avLst/>
                <a:gdLst/>
                <a:ahLst/>
                <a:cxnLst/>
                <a:rect l="l" t="t" r="r" b="b"/>
                <a:pathLst>
                  <a:path w="253" h="360" extrusionOk="0">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21" name="Google Shape;9721;p61"/>
              <p:cNvSpPr/>
              <p:nvPr/>
            </p:nvSpPr>
            <p:spPr>
              <a:xfrm>
                <a:off x="5327400" y="3188425"/>
                <a:ext cx="6025" cy="8575"/>
              </a:xfrm>
              <a:custGeom>
                <a:avLst/>
                <a:gdLst/>
                <a:ahLst/>
                <a:cxnLst/>
                <a:rect l="l" t="t" r="r" b="b"/>
                <a:pathLst>
                  <a:path w="241" h="343" extrusionOk="0">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22" name="Google Shape;9722;p61"/>
              <p:cNvSpPr/>
              <p:nvPr/>
            </p:nvSpPr>
            <p:spPr>
              <a:xfrm>
                <a:off x="5330475" y="3177425"/>
                <a:ext cx="7975" cy="9100"/>
              </a:xfrm>
              <a:custGeom>
                <a:avLst/>
                <a:gdLst/>
                <a:ahLst/>
                <a:cxnLst/>
                <a:rect l="l" t="t" r="r" b="b"/>
                <a:pathLst>
                  <a:path w="319" h="364" extrusionOk="0">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23" name="Google Shape;9723;p61"/>
              <p:cNvSpPr/>
              <p:nvPr/>
            </p:nvSpPr>
            <p:spPr>
              <a:xfrm>
                <a:off x="5334475" y="3186050"/>
                <a:ext cx="5700" cy="7875"/>
              </a:xfrm>
              <a:custGeom>
                <a:avLst/>
                <a:gdLst/>
                <a:ahLst/>
                <a:cxnLst/>
                <a:rect l="l" t="t" r="r" b="b"/>
                <a:pathLst>
                  <a:path w="228" h="315" extrusionOk="0">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24" name="Google Shape;9724;p61"/>
              <p:cNvSpPr/>
              <p:nvPr/>
            </p:nvSpPr>
            <p:spPr>
              <a:xfrm>
                <a:off x="5338000" y="3174925"/>
                <a:ext cx="5725" cy="8675"/>
              </a:xfrm>
              <a:custGeom>
                <a:avLst/>
                <a:gdLst/>
                <a:ahLst/>
                <a:cxnLst/>
                <a:rect l="l" t="t" r="r" b="b"/>
                <a:pathLst>
                  <a:path w="229" h="347" extrusionOk="0">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25" name="Google Shape;9725;p61"/>
              <p:cNvSpPr/>
              <p:nvPr/>
            </p:nvSpPr>
            <p:spPr>
              <a:xfrm>
                <a:off x="5339850" y="3183775"/>
                <a:ext cx="5250" cy="6950"/>
              </a:xfrm>
              <a:custGeom>
                <a:avLst/>
                <a:gdLst/>
                <a:ahLst/>
                <a:cxnLst/>
                <a:rect l="l" t="t" r="r" b="b"/>
                <a:pathLst>
                  <a:path w="210" h="278" extrusionOk="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26" name="Google Shape;9726;p61"/>
              <p:cNvSpPr/>
              <p:nvPr/>
            </p:nvSpPr>
            <p:spPr>
              <a:xfrm>
                <a:off x="5344625" y="3173800"/>
                <a:ext cx="3850" cy="6800"/>
              </a:xfrm>
              <a:custGeom>
                <a:avLst/>
                <a:gdLst/>
                <a:ahLst/>
                <a:cxnLst/>
                <a:rect l="l" t="t" r="r" b="b"/>
                <a:pathLst>
                  <a:path w="154" h="272" extrusionOk="0">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27" name="Google Shape;9727;p61"/>
              <p:cNvSpPr/>
              <p:nvPr/>
            </p:nvSpPr>
            <p:spPr>
              <a:xfrm>
                <a:off x="5349225" y="3171100"/>
                <a:ext cx="3875" cy="7125"/>
              </a:xfrm>
              <a:custGeom>
                <a:avLst/>
                <a:gdLst/>
                <a:ahLst/>
                <a:cxnLst/>
                <a:rect l="l" t="t" r="r" b="b"/>
                <a:pathLst>
                  <a:path w="155" h="285" extrusionOk="0">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28" name="Google Shape;9728;p61"/>
              <p:cNvSpPr/>
              <p:nvPr/>
            </p:nvSpPr>
            <p:spPr>
              <a:xfrm>
                <a:off x="5345075" y="3180900"/>
                <a:ext cx="5100" cy="6275"/>
              </a:xfrm>
              <a:custGeom>
                <a:avLst/>
                <a:gdLst/>
                <a:ahLst/>
                <a:cxnLst/>
                <a:rect l="l" t="t" r="r" b="b"/>
                <a:pathLst>
                  <a:path w="204" h="251" extrusionOk="0">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29" name="Google Shape;9729;p61"/>
              <p:cNvSpPr/>
              <p:nvPr/>
            </p:nvSpPr>
            <p:spPr>
              <a:xfrm>
                <a:off x="5350475" y="3178175"/>
                <a:ext cx="2775" cy="5150"/>
              </a:xfrm>
              <a:custGeom>
                <a:avLst/>
                <a:gdLst/>
                <a:ahLst/>
                <a:cxnLst/>
                <a:rect l="l" t="t" r="r" b="b"/>
                <a:pathLst>
                  <a:path w="111" h="206" extrusionOk="0">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730" name="Google Shape;9730;p61"/>
            <p:cNvSpPr/>
            <p:nvPr/>
          </p:nvSpPr>
          <p:spPr>
            <a:xfrm>
              <a:off x="5233150" y="2992450"/>
              <a:ext cx="201550" cy="156325"/>
            </a:xfrm>
            <a:custGeom>
              <a:avLst/>
              <a:gdLst/>
              <a:ahLst/>
              <a:cxnLst/>
              <a:rect l="l" t="t" r="r" b="b"/>
              <a:pathLst>
                <a:path w="8062" h="6253" extrusionOk="0">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731" name="Google Shape;9731;p61"/>
          <p:cNvGrpSpPr/>
          <p:nvPr/>
        </p:nvGrpSpPr>
        <p:grpSpPr>
          <a:xfrm>
            <a:off x="5866925" y="3022588"/>
            <a:ext cx="435225" cy="1370250"/>
            <a:chOff x="5866925" y="2992450"/>
            <a:chExt cx="435225" cy="1370250"/>
          </a:xfrm>
        </p:grpSpPr>
        <p:grpSp>
          <p:nvGrpSpPr>
            <p:cNvPr id="9732" name="Google Shape;9732;p61"/>
            <p:cNvGrpSpPr/>
            <p:nvPr/>
          </p:nvGrpSpPr>
          <p:grpSpPr>
            <a:xfrm>
              <a:off x="5866925" y="3018075"/>
              <a:ext cx="435225" cy="1344625"/>
              <a:chOff x="5866925" y="3018075"/>
              <a:chExt cx="435225" cy="1344625"/>
            </a:xfrm>
          </p:grpSpPr>
          <p:sp>
            <p:nvSpPr>
              <p:cNvPr id="9733" name="Google Shape;9733;p61"/>
              <p:cNvSpPr/>
              <p:nvPr/>
            </p:nvSpPr>
            <p:spPr>
              <a:xfrm>
                <a:off x="5866925" y="3172825"/>
                <a:ext cx="435225" cy="1189875"/>
              </a:xfrm>
              <a:custGeom>
                <a:avLst/>
                <a:gdLst/>
                <a:ahLst/>
                <a:cxnLst/>
                <a:rect l="l" t="t" r="r" b="b"/>
                <a:pathLst>
                  <a:path w="17409" h="47595" extrusionOk="0">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34" name="Google Shape;9734;p61"/>
              <p:cNvSpPr/>
              <p:nvPr/>
            </p:nvSpPr>
            <p:spPr>
              <a:xfrm>
                <a:off x="6009225" y="3018075"/>
                <a:ext cx="150475" cy="201175"/>
              </a:xfrm>
              <a:custGeom>
                <a:avLst/>
                <a:gdLst/>
                <a:ahLst/>
                <a:cxnLst/>
                <a:rect l="l" t="t" r="r" b="b"/>
                <a:pathLst>
                  <a:path w="6019" h="8047" extrusionOk="0">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735" name="Google Shape;9735;p61"/>
            <p:cNvGrpSpPr/>
            <p:nvPr/>
          </p:nvGrpSpPr>
          <p:grpSpPr>
            <a:xfrm>
              <a:off x="5879375" y="3075750"/>
              <a:ext cx="407400" cy="1278050"/>
              <a:chOff x="5879375" y="3075750"/>
              <a:chExt cx="407400" cy="1278050"/>
            </a:xfrm>
          </p:grpSpPr>
          <p:sp>
            <p:nvSpPr>
              <p:cNvPr id="9736" name="Google Shape;9736;p61"/>
              <p:cNvSpPr/>
              <p:nvPr/>
            </p:nvSpPr>
            <p:spPr>
              <a:xfrm>
                <a:off x="5880175" y="3646700"/>
                <a:ext cx="37350" cy="53575"/>
              </a:xfrm>
              <a:custGeom>
                <a:avLst/>
                <a:gdLst/>
                <a:ahLst/>
                <a:cxnLst/>
                <a:rect l="l" t="t" r="r" b="b"/>
                <a:pathLst>
                  <a:path w="1494" h="2143" extrusionOk="0">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37" name="Google Shape;9737;p61"/>
              <p:cNvSpPr/>
              <p:nvPr/>
            </p:nvSpPr>
            <p:spPr>
              <a:xfrm>
                <a:off x="5879375" y="3707225"/>
                <a:ext cx="28550" cy="47100"/>
              </a:xfrm>
              <a:custGeom>
                <a:avLst/>
                <a:gdLst/>
                <a:ahLst/>
                <a:cxnLst/>
                <a:rect l="l" t="t" r="r" b="b"/>
                <a:pathLst>
                  <a:path w="1142" h="1884" extrusionOk="0">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38" name="Google Shape;9738;p61"/>
              <p:cNvSpPr/>
              <p:nvPr/>
            </p:nvSpPr>
            <p:spPr>
              <a:xfrm>
                <a:off x="5988800" y="3665425"/>
                <a:ext cx="85100" cy="242725"/>
              </a:xfrm>
              <a:custGeom>
                <a:avLst/>
                <a:gdLst/>
                <a:ahLst/>
                <a:cxnLst/>
                <a:rect l="l" t="t" r="r" b="b"/>
                <a:pathLst>
                  <a:path w="3404" h="9709" extrusionOk="0">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39" name="Google Shape;9739;p61"/>
              <p:cNvSpPr/>
              <p:nvPr/>
            </p:nvSpPr>
            <p:spPr>
              <a:xfrm>
                <a:off x="5974650" y="3674325"/>
                <a:ext cx="71325" cy="317875"/>
              </a:xfrm>
              <a:custGeom>
                <a:avLst/>
                <a:gdLst/>
                <a:ahLst/>
                <a:cxnLst/>
                <a:rect l="l" t="t" r="r" b="b"/>
                <a:pathLst>
                  <a:path w="2853" h="12715" extrusionOk="0">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40" name="Google Shape;9740;p61"/>
              <p:cNvSpPr/>
              <p:nvPr/>
            </p:nvSpPr>
            <p:spPr>
              <a:xfrm>
                <a:off x="5980950" y="4010450"/>
                <a:ext cx="52575" cy="241400"/>
              </a:xfrm>
              <a:custGeom>
                <a:avLst/>
                <a:gdLst/>
                <a:ahLst/>
                <a:cxnLst/>
                <a:rect l="l" t="t" r="r" b="b"/>
                <a:pathLst>
                  <a:path w="2103" h="9656" extrusionOk="0">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41" name="Google Shape;9741;p61"/>
              <p:cNvSpPr/>
              <p:nvPr/>
            </p:nvSpPr>
            <p:spPr>
              <a:xfrm>
                <a:off x="6009350" y="4010450"/>
                <a:ext cx="37775" cy="158800"/>
              </a:xfrm>
              <a:custGeom>
                <a:avLst/>
                <a:gdLst/>
                <a:ahLst/>
                <a:cxnLst/>
                <a:rect l="l" t="t" r="r" b="b"/>
                <a:pathLst>
                  <a:path w="1511" h="6352" extrusionOk="0">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42" name="Google Shape;9742;p61"/>
              <p:cNvSpPr/>
              <p:nvPr/>
            </p:nvSpPr>
            <p:spPr>
              <a:xfrm>
                <a:off x="5985175" y="3419325"/>
                <a:ext cx="94775" cy="272775"/>
              </a:xfrm>
              <a:custGeom>
                <a:avLst/>
                <a:gdLst/>
                <a:ahLst/>
                <a:cxnLst/>
                <a:rect l="l" t="t" r="r" b="b"/>
                <a:pathLst>
                  <a:path w="3791" h="10911" extrusionOk="0">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43" name="Google Shape;9743;p61"/>
              <p:cNvSpPr/>
              <p:nvPr/>
            </p:nvSpPr>
            <p:spPr>
              <a:xfrm>
                <a:off x="6027050" y="3583950"/>
                <a:ext cx="54900" cy="84475"/>
              </a:xfrm>
              <a:custGeom>
                <a:avLst/>
                <a:gdLst/>
                <a:ahLst/>
                <a:cxnLst/>
                <a:rect l="l" t="t" r="r" b="b"/>
                <a:pathLst>
                  <a:path w="2196" h="3379" extrusionOk="0">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44" name="Google Shape;9744;p61"/>
              <p:cNvSpPr/>
              <p:nvPr/>
            </p:nvSpPr>
            <p:spPr>
              <a:xfrm>
                <a:off x="6030450" y="3530650"/>
                <a:ext cx="49025" cy="64700"/>
              </a:xfrm>
              <a:custGeom>
                <a:avLst/>
                <a:gdLst/>
                <a:ahLst/>
                <a:cxnLst/>
                <a:rect l="l" t="t" r="r" b="b"/>
                <a:pathLst>
                  <a:path w="1961" h="2588" extrusionOk="0">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45" name="Google Shape;9745;p61"/>
              <p:cNvSpPr/>
              <p:nvPr/>
            </p:nvSpPr>
            <p:spPr>
              <a:xfrm>
                <a:off x="5988175" y="3313675"/>
                <a:ext cx="92075" cy="113100"/>
              </a:xfrm>
              <a:custGeom>
                <a:avLst/>
                <a:gdLst/>
                <a:ahLst/>
                <a:cxnLst/>
                <a:rect l="l" t="t" r="r" b="b"/>
                <a:pathLst>
                  <a:path w="3683" h="4524" extrusionOk="0">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46" name="Google Shape;9746;p61"/>
              <p:cNvSpPr/>
              <p:nvPr/>
            </p:nvSpPr>
            <p:spPr>
              <a:xfrm>
                <a:off x="6034750" y="3486250"/>
                <a:ext cx="42900" cy="43250"/>
              </a:xfrm>
              <a:custGeom>
                <a:avLst/>
                <a:gdLst/>
                <a:ahLst/>
                <a:cxnLst/>
                <a:rect l="l" t="t" r="r" b="b"/>
                <a:pathLst>
                  <a:path w="1716" h="1730" extrusionOk="0">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47" name="Google Shape;9747;p61"/>
              <p:cNvSpPr/>
              <p:nvPr/>
            </p:nvSpPr>
            <p:spPr>
              <a:xfrm>
                <a:off x="6038275" y="3448550"/>
                <a:ext cx="36425" cy="32550"/>
              </a:xfrm>
              <a:custGeom>
                <a:avLst/>
                <a:gdLst/>
                <a:ahLst/>
                <a:cxnLst/>
                <a:rect l="l" t="t" r="r" b="b"/>
                <a:pathLst>
                  <a:path w="1457" h="1302" extrusionOk="0">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48" name="Google Shape;9748;p61"/>
              <p:cNvSpPr/>
              <p:nvPr/>
            </p:nvSpPr>
            <p:spPr>
              <a:xfrm>
                <a:off x="5931775" y="3248250"/>
                <a:ext cx="152625" cy="51500"/>
              </a:xfrm>
              <a:custGeom>
                <a:avLst/>
                <a:gdLst/>
                <a:ahLst/>
                <a:cxnLst/>
                <a:rect l="l" t="t" r="r" b="b"/>
                <a:pathLst>
                  <a:path w="6105" h="2060" extrusionOk="0">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49" name="Google Shape;9749;p61"/>
              <p:cNvSpPr/>
              <p:nvPr/>
            </p:nvSpPr>
            <p:spPr>
              <a:xfrm>
                <a:off x="5918875" y="3281725"/>
                <a:ext cx="104725" cy="142325"/>
              </a:xfrm>
              <a:custGeom>
                <a:avLst/>
                <a:gdLst/>
                <a:ahLst/>
                <a:cxnLst/>
                <a:rect l="l" t="t" r="r" b="b"/>
                <a:pathLst>
                  <a:path w="4189" h="5693" extrusionOk="0">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50" name="Google Shape;9750;p61"/>
              <p:cNvSpPr/>
              <p:nvPr/>
            </p:nvSpPr>
            <p:spPr>
              <a:xfrm>
                <a:off x="5883400" y="3331225"/>
                <a:ext cx="95575" cy="159800"/>
              </a:xfrm>
              <a:custGeom>
                <a:avLst/>
                <a:gdLst/>
                <a:ahLst/>
                <a:cxnLst/>
                <a:rect l="l" t="t" r="r" b="b"/>
                <a:pathLst>
                  <a:path w="3823" h="6392" extrusionOk="0">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51" name="Google Shape;9751;p61"/>
              <p:cNvSpPr/>
              <p:nvPr/>
            </p:nvSpPr>
            <p:spPr>
              <a:xfrm>
                <a:off x="5904275" y="3498075"/>
                <a:ext cx="42750" cy="145300"/>
              </a:xfrm>
              <a:custGeom>
                <a:avLst/>
                <a:gdLst/>
                <a:ahLst/>
                <a:cxnLst/>
                <a:rect l="l" t="t" r="r" b="b"/>
                <a:pathLst>
                  <a:path w="1710" h="5812" extrusionOk="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52" name="Google Shape;9752;p61"/>
              <p:cNvSpPr/>
              <p:nvPr/>
            </p:nvSpPr>
            <p:spPr>
              <a:xfrm>
                <a:off x="5894300" y="3493300"/>
                <a:ext cx="24450" cy="148325"/>
              </a:xfrm>
              <a:custGeom>
                <a:avLst/>
                <a:gdLst/>
                <a:ahLst/>
                <a:cxnLst/>
                <a:rect l="l" t="t" r="r" b="b"/>
                <a:pathLst>
                  <a:path w="978" h="5933" extrusionOk="0">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53" name="Google Shape;9753;p61"/>
              <p:cNvSpPr/>
              <p:nvPr/>
            </p:nvSpPr>
            <p:spPr>
              <a:xfrm>
                <a:off x="5906800" y="3694050"/>
                <a:ext cx="13250" cy="26100"/>
              </a:xfrm>
              <a:custGeom>
                <a:avLst/>
                <a:gdLst/>
                <a:ahLst/>
                <a:cxnLst/>
                <a:rect l="l" t="t" r="r" b="b"/>
                <a:pathLst>
                  <a:path w="530" h="1044" extrusionOk="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54" name="Google Shape;9754;p61"/>
              <p:cNvSpPr/>
              <p:nvPr/>
            </p:nvSpPr>
            <p:spPr>
              <a:xfrm>
                <a:off x="6041850" y="3219600"/>
                <a:ext cx="41175" cy="26700"/>
              </a:xfrm>
              <a:custGeom>
                <a:avLst/>
                <a:gdLst/>
                <a:ahLst/>
                <a:cxnLst/>
                <a:rect l="l" t="t" r="r" b="b"/>
                <a:pathLst>
                  <a:path w="1647" h="1068" extrusionOk="0">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55" name="Google Shape;9755;p61"/>
              <p:cNvSpPr/>
              <p:nvPr/>
            </p:nvSpPr>
            <p:spPr>
              <a:xfrm>
                <a:off x="6029850" y="3233525"/>
                <a:ext cx="58850" cy="35050"/>
              </a:xfrm>
              <a:custGeom>
                <a:avLst/>
                <a:gdLst/>
                <a:ahLst/>
                <a:cxnLst/>
                <a:rect l="l" t="t" r="r" b="b"/>
                <a:pathLst>
                  <a:path w="2354" h="1402" extrusionOk="0">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56" name="Google Shape;9756;p61"/>
              <p:cNvSpPr/>
              <p:nvPr/>
            </p:nvSpPr>
            <p:spPr>
              <a:xfrm>
                <a:off x="6005225" y="4254425"/>
                <a:ext cx="33225" cy="22050"/>
              </a:xfrm>
              <a:custGeom>
                <a:avLst/>
                <a:gdLst/>
                <a:ahLst/>
                <a:cxnLst/>
                <a:rect l="l" t="t" r="r" b="b"/>
                <a:pathLst>
                  <a:path w="1329" h="882" extrusionOk="0">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57" name="Google Shape;9757;p61"/>
              <p:cNvSpPr/>
              <p:nvPr/>
            </p:nvSpPr>
            <p:spPr>
              <a:xfrm>
                <a:off x="6032325" y="4268200"/>
                <a:ext cx="12725" cy="66575"/>
              </a:xfrm>
              <a:custGeom>
                <a:avLst/>
                <a:gdLst/>
                <a:ahLst/>
                <a:cxnLst/>
                <a:rect l="l" t="t" r="r" b="b"/>
                <a:pathLst>
                  <a:path w="509" h="2663" extrusionOk="0">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58" name="Google Shape;9758;p61"/>
              <p:cNvSpPr/>
              <p:nvPr/>
            </p:nvSpPr>
            <p:spPr>
              <a:xfrm>
                <a:off x="6023825" y="4278425"/>
                <a:ext cx="11250" cy="67050"/>
              </a:xfrm>
              <a:custGeom>
                <a:avLst/>
                <a:gdLst/>
                <a:ahLst/>
                <a:cxnLst/>
                <a:rect l="l" t="t" r="r" b="b"/>
                <a:pathLst>
                  <a:path w="450" h="2682" extrusionOk="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59" name="Google Shape;9759;p61"/>
              <p:cNvSpPr/>
              <p:nvPr/>
            </p:nvSpPr>
            <p:spPr>
              <a:xfrm>
                <a:off x="6016150" y="4282925"/>
                <a:ext cx="11850" cy="69550"/>
              </a:xfrm>
              <a:custGeom>
                <a:avLst/>
                <a:gdLst/>
                <a:ahLst/>
                <a:cxnLst/>
                <a:rect l="l" t="t" r="r" b="b"/>
                <a:pathLst>
                  <a:path w="474" h="2782" extrusionOk="0">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60" name="Google Shape;9760;p61"/>
              <p:cNvSpPr/>
              <p:nvPr/>
            </p:nvSpPr>
            <p:spPr>
              <a:xfrm>
                <a:off x="6004461" y="4291675"/>
                <a:ext cx="10650" cy="62125"/>
              </a:xfrm>
              <a:custGeom>
                <a:avLst/>
                <a:gdLst/>
                <a:ahLst/>
                <a:cxnLst/>
                <a:rect l="l" t="t" r="r" b="b"/>
                <a:pathLst>
                  <a:path w="426" h="2485" extrusionOk="0">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61" name="Google Shape;9761;p61"/>
              <p:cNvSpPr/>
              <p:nvPr/>
            </p:nvSpPr>
            <p:spPr>
              <a:xfrm>
                <a:off x="5998861" y="4304925"/>
                <a:ext cx="6900" cy="35750"/>
              </a:xfrm>
              <a:custGeom>
                <a:avLst/>
                <a:gdLst/>
                <a:ahLst/>
                <a:cxnLst/>
                <a:rect l="l" t="t" r="r" b="b"/>
                <a:pathLst>
                  <a:path w="276" h="1430" extrusionOk="0">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62" name="Google Shape;9762;p61"/>
              <p:cNvSpPr/>
              <p:nvPr/>
            </p:nvSpPr>
            <p:spPr>
              <a:xfrm>
                <a:off x="5982800" y="3312525"/>
                <a:ext cx="26150" cy="33875"/>
              </a:xfrm>
              <a:custGeom>
                <a:avLst/>
                <a:gdLst/>
                <a:ahLst/>
                <a:cxnLst/>
                <a:rect l="l" t="t" r="r" b="b"/>
                <a:pathLst>
                  <a:path w="1046" h="1355" extrusionOk="0">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63" name="Google Shape;9763;p61"/>
              <p:cNvSpPr/>
              <p:nvPr/>
            </p:nvSpPr>
            <p:spPr>
              <a:xfrm>
                <a:off x="6092250" y="3665425"/>
                <a:ext cx="85125" cy="242725"/>
              </a:xfrm>
              <a:custGeom>
                <a:avLst/>
                <a:gdLst/>
                <a:ahLst/>
                <a:cxnLst/>
                <a:rect l="l" t="t" r="r" b="b"/>
                <a:pathLst>
                  <a:path w="3405" h="9709" extrusionOk="0">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64" name="Google Shape;9764;p61"/>
              <p:cNvSpPr/>
              <p:nvPr/>
            </p:nvSpPr>
            <p:spPr>
              <a:xfrm>
                <a:off x="6120175" y="3674325"/>
                <a:ext cx="71325" cy="317875"/>
              </a:xfrm>
              <a:custGeom>
                <a:avLst/>
                <a:gdLst/>
                <a:ahLst/>
                <a:cxnLst/>
                <a:rect l="l" t="t" r="r" b="b"/>
                <a:pathLst>
                  <a:path w="2853" h="12715" extrusionOk="0">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65" name="Google Shape;9765;p61"/>
              <p:cNvSpPr/>
              <p:nvPr/>
            </p:nvSpPr>
            <p:spPr>
              <a:xfrm>
                <a:off x="6132625" y="4010450"/>
                <a:ext cx="52575" cy="241400"/>
              </a:xfrm>
              <a:custGeom>
                <a:avLst/>
                <a:gdLst/>
                <a:ahLst/>
                <a:cxnLst/>
                <a:rect l="l" t="t" r="r" b="b"/>
                <a:pathLst>
                  <a:path w="2103" h="9656" extrusionOk="0">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66" name="Google Shape;9766;p61"/>
              <p:cNvSpPr/>
              <p:nvPr/>
            </p:nvSpPr>
            <p:spPr>
              <a:xfrm>
                <a:off x="6119050" y="4010450"/>
                <a:ext cx="37625" cy="158800"/>
              </a:xfrm>
              <a:custGeom>
                <a:avLst/>
                <a:gdLst/>
                <a:ahLst/>
                <a:cxnLst/>
                <a:rect l="l" t="t" r="r" b="b"/>
                <a:pathLst>
                  <a:path w="1505" h="6352" extrusionOk="0">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67" name="Google Shape;9767;p61"/>
              <p:cNvSpPr/>
              <p:nvPr/>
            </p:nvSpPr>
            <p:spPr>
              <a:xfrm>
                <a:off x="6086225" y="3419325"/>
                <a:ext cx="94625" cy="272775"/>
              </a:xfrm>
              <a:custGeom>
                <a:avLst/>
                <a:gdLst/>
                <a:ahLst/>
                <a:cxnLst/>
                <a:rect l="l" t="t" r="r" b="b"/>
                <a:pathLst>
                  <a:path w="3785" h="10911" extrusionOk="0">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68" name="Google Shape;9768;p61"/>
              <p:cNvSpPr/>
              <p:nvPr/>
            </p:nvSpPr>
            <p:spPr>
              <a:xfrm>
                <a:off x="6084225" y="3583950"/>
                <a:ext cx="54875" cy="84475"/>
              </a:xfrm>
              <a:custGeom>
                <a:avLst/>
                <a:gdLst/>
                <a:ahLst/>
                <a:cxnLst/>
                <a:rect l="l" t="t" r="r" b="b"/>
                <a:pathLst>
                  <a:path w="2195" h="3379" extrusionOk="0">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69" name="Google Shape;9769;p61"/>
              <p:cNvSpPr/>
              <p:nvPr/>
            </p:nvSpPr>
            <p:spPr>
              <a:xfrm>
                <a:off x="6086825" y="3530650"/>
                <a:ext cx="48750" cy="64700"/>
              </a:xfrm>
              <a:custGeom>
                <a:avLst/>
                <a:gdLst/>
                <a:ahLst/>
                <a:cxnLst/>
                <a:rect l="l" t="t" r="r" b="b"/>
                <a:pathLst>
                  <a:path w="1950" h="2588" extrusionOk="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70" name="Google Shape;9770;p61"/>
              <p:cNvSpPr/>
              <p:nvPr/>
            </p:nvSpPr>
            <p:spPr>
              <a:xfrm>
                <a:off x="6085750" y="3313675"/>
                <a:ext cx="92075" cy="113100"/>
              </a:xfrm>
              <a:custGeom>
                <a:avLst/>
                <a:gdLst/>
                <a:ahLst/>
                <a:cxnLst/>
                <a:rect l="l" t="t" r="r" b="b"/>
                <a:pathLst>
                  <a:path w="3683" h="4524" extrusionOk="0">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71" name="Google Shape;9771;p61"/>
              <p:cNvSpPr/>
              <p:nvPr/>
            </p:nvSpPr>
            <p:spPr>
              <a:xfrm>
                <a:off x="6088525" y="3486250"/>
                <a:ext cx="42750" cy="43250"/>
              </a:xfrm>
              <a:custGeom>
                <a:avLst/>
                <a:gdLst/>
                <a:ahLst/>
                <a:cxnLst/>
                <a:rect l="l" t="t" r="r" b="b"/>
                <a:pathLst>
                  <a:path w="1710" h="1730" extrusionOk="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72" name="Google Shape;9772;p61"/>
              <p:cNvSpPr/>
              <p:nvPr/>
            </p:nvSpPr>
            <p:spPr>
              <a:xfrm>
                <a:off x="6091450" y="3448550"/>
                <a:ext cx="36450" cy="32550"/>
              </a:xfrm>
              <a:custGeom>
                <a:avLst/>
                <a:gdLst/>
                <a:ahLst/>
                <a:cxnLst/>
                <a:rect l="l" t="t" r="r" b="b"/>
                <a:pathLst>
                  <a:path w="1458" h="1302" extrusionOk="0">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73" name="Google Shape;9773;p61"/>
              <p:cNvSpPr/>
              <p:nvPr/>
            </p:nvSpPr>
            <p:spPr>
              <a:xfrm>
                <a:off x="6081775" y="3248250"/>
                <a:ext cx="152625" cy="51500"/>
              </a:xfrm>
              <a:custGeom>
                <a:avLst/>
                <a:gdLst/>
                <a:ahLst/>
                <a:cxnLst/>
                <a:rect l="l" t="t" r="r" b="b"/>
                <a:pathLst>
                  <a:path w="6105" h="2060" extrusionOk="0">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74" name="Google Shape;9774;p61"/>
              <p:cNvSpPr/>
              <p:nvPr/>
            </p:nvSpPr>
            <p:spPr>
              <a:xfrm>
                <a:off x="6142550" y="3281725"/>
                <a:ext cx="104750" cy="142325"/>
              </a:xfrm>
              <a:custGeom>
                <a:avLst/>
                <a:gdLst/>
                <a:ahLst/>
                <a:cxnLst/>
                <a:rect l="l" t="t" r="r" b="b"/>
                <a:pathLst>
                  <a:path w="4190" h="5693" extrusionOk="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75" name="Google Shape;9775;p61"/>
              <p:cNvSpPr/>
              <p:nvPr/>
            </p:nvSpPr>
            <p:spPr>
              <a:xfrm>
                <a:off x="6187125" y="3331225"/>
                <a:ext cx="95625" cy="159800"/>
              </a:xfrm>
              <a:custGeom>
                <a:avLst/>
                <a:gdLst/>
                <a:ahLst/>
                <a:cxnLst/>
                <a:rect l="l" t="t" r="r" b="b"/>
                <a:pathLst>
                  <a:path w="3825" h="6392" extrusionOk="0">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76" name="Google Shape;9776;p61"/>
              <p:cNvSpPr/>
              <p:nvPr/>
            </p:nvSpPr>
            <p:spPr>
              <a:xfrm>
                <a:off x="6219000" y="3498075"/>
                <a:ext cx="42900" cy="145300"/>
              </a:xfrm>
              <a:custGeom>
                <a:avLst/>
                <a:gdLst/>
                <a:ahLst/>
                <a:cxnLst/>
                <a:rect l="l" t="t" r="r" b="b"/>
                <a:pathLst>
                  <a:path w="1716" h="5812" extrusionOk="0">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77" name="Google Shape;9777;p61"/>
              <p:cNvSpPr/>
              <p:nvPr/>
            </p:nvSpPr>
            <p:spPr>
              <a:xfrm>
                <a:off x="6247275" y="3493300"/>
                <a:ext cx="24600" cy="148325"/>
              </a:xfrm>
              <a:custGeom>
                <a:avLst/>
                <a:gdLst/>
                <a:ahLst/>
                <a:cxnLst/>
                <a:rect l="l" t="t" r="r" b="b"/>
                <a:pathLst>
                  <a:path w="984" h="5933" extrusionOk="0">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78" name="Google Shape;9778;p61"/>
              <p:cNvSpPr/>
              <p:nvPr/>
            </p:nvSpPr>
            <p:spPr>
              <a:xfrm>
                <a:off x="6248650" y="3646700"/>
                <a:ext cx="37200" cy="53575"/>
              </a:xfrm>
              <a:custGeom>
                <a:avLst/>
                <a:gdLst/>
                <a:ahLst/>
                <a:cxnLst/>
                <a:rect l="l" t="t" r="r" b="b"/>
                <a:pathLst>
                  <a:path w="1488" h="2143" extrusionOk="0">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79" name="Google Shape;9779;p61"/>
              <p:cNvSpPr/>
              <p:nvPr/>
            </p:nvSpPr>
            <p:spPr>
              <a:xfrm>
                <a:off x="6258225" y="3707225"/>
                <a:ext cx="28550" cy="47100"/>
              </a:xfrm>
              <a:custGeom>
                <a:avLst/>
                <a:gdLst/>
                <a:ahLst/>
                <a:cxnLst/>
                <a:rect l="l" t="t" r="r" b="b"/>
                <a:pathLst>
                  <a:path w="1142" h="1884" extrusionOk="0">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80" name="Google Shape;9780;p61"/>
              <p:cNvSpPr/>
              <p:nvPr/>
            </p:nvSpPr>
            <p:spPr>
              <a:xfrm>
                <a:off x="6245975" y="3694050"/>
                <a:ext cx="13250" cy="26100"/>
              </a:xfrm>
              <a:custGeom>
                <a:avLst/>
                <a:gdLst/>
                <a:ahLst/>
                <a:cxnLst/>
                <a:rect l="l" t="t" r="r" b="b"/>
                <a:pathLst>
                  <a:path w="530" h="1044" extrusionOk="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81" name="Google Shape;9781;p61"/>
              <p:cNvSpPr/>
              <p:nvPr/>
            </p:nvSpPr>
            <p:spPr>
              <a:xfrm>
                <a:off x="6083000" y="3219600"/>
                <a:ext cx="41200" cy="26700"/>
              </a:xfrm>
              <a:custGeom>
                <a:avLst/>
                <a:gdLst/>
                <a:ahLst/>
                <a:cxnLst/>
                <a:rect l="l" t="t" r="r" b="b"/>
                <a:pathLst>
                  <a:path w="1648" h="1068" extrusionOk="0">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82" name="Google Shape;9782;p61"/>
              <p:cNvSpPr/>
              <p:nvPr/>
            </p:nvSpPr>
            <p:spPr>
              <a:xfrm>
                <a:off x="6077450" y="3233525"/>
                <a:ext cx="58850" cy="35050"/>
              </a:xfrm>
              <a:custGeom>
                <a:avLst/>
                <a:gdLst/>
                <a:ahLst/>
                <a:cxnLst/>
                <a:rect l="l" t="t" r="r" b="b"/>
                <a:pathLst>
                  <a:path w="2354" h="1402" extrusionOk="0">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83" name="Google Shape;9783;p61"/>
              <p:cNvSpPr/>
              <p:nvPr/>
            </p:nvSpPr>
            <p:spPr>
              <a:xfrm>
                <a:off x="6127700" y="4254425"/>
                <a:ext cx="33225" cy="22050"/>
              </a:xfrm>
              <a:custGeom>
                <a:avLst/>
                <a:gdLst/>
                <a:ahLst/>
                <a:cxnLst/>
                <a:rect l="l" t="t" r="r" b="b"/>
                <a:pathLst>
                  <a:path w="1329" h="882" extrusionOk="0">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84" name="Google Shape;9784;p61"/>
              <p:cNvSpPr/>
              <p:nvPr/>
            </p:nvSpPr>
            <p:spPr>
              <a:xfrm>
                <a:off x="6121100" y="4268200"/>
                <a:ext cx="12725" cy="66575"/>
              </a:xfrm>
              <a:custGeom>
                <a:avLst/>
                <a:gdLst/>
                <a:ahLst/>
                <a:cxnLst/>
                <a:rect l="l" t="t" r="r" b="b"/>
                <a:pathLst>
                  <a:path w="509" h="2663" extrusionOk="0">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85" name="Google Shape;9785;p61"/>
              <p:cNvSpPr/>
              <p:nvPr/>
            </p:nvSpPr>
            <p:spPr>
              <a:xfrm>
                <a:off x="6130950" y="4278425"/>
                <a:ext cx="11225" cy="67050"/>
              </a:xfrm>
              <a:custGeom>
                <a:avLst/>
                <a:gdLst/>
                <a:ahLst/>
                <a:cxnLst/>
                <a:rect l="l" t="t" r="r" b="b"/>
                <a:pathLst>
                  <a:path w="449" h="2682" extrusionOk="0">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86" name="Google Shape;9786;p61"/>
              <p:cNvSpPr/>
              <p:nvPr/>
            </p:nvSpPr>
            <p:spPr>
              <a:xfrm>
                <a:off x="6138150" y="4282925"/>
                <a:ext cx="11875" cy="69550"/>
              </a:xfrm>
              <a:custGeom>
                <a:avLst/>
                <a:gdLst/>
                <a:ahLst/>
                <a:cxnLst/>
                <a:rect l="l" t="t" r="r" b="b"/>
                <a:pathLst>
                  <a:path w="475" h="2782" extrusionOk="0">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87" name="Google Shape;9787;p61"/>
              <p:cNvSpPr/>
              <p:nvPr/>
            </p:nvSpPr>
            <p:spPr>
              <a:xfrm>
                <a:off x="6152334" y="4291675"/>
                <a:ext cx="10650" cy="62125"/>
              </a:xfrm>
              <a:custGeom>
                <a:avLst/>
                <a:gdLst/>
                <a:ahLst/>
                <a:cxnLst/>
                <a:rect l="l" t="t" r="r" b="b"/>
                <a:pathLst>
                  <a:path w="426" h="2485" extrusionOk="0">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88" name="Google Shape;9788;p61"/>
              <p:cNvSpPr/>
              <p:nvPr/>
            </p:nvSpPr>
            <p:spPr>
              <a:xfrm>
                <a:off x="6161684" y="4304925"/>
                <a:ext cx="6900" cy="35750"/>
              </a:xfrm>
              <a:custGeom>
                <a:avLst/>
                <a:gdLst/>
                <a:ahLst/>
                <a:cxnLst/>
                <a:rect l="l" t="t" r="r" b="b"/>
                <a:pathLst>
                  <a:path w="276" h="1430" extrusionOk="0">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89" name="Google Shape;9789;p61"/>
              <p:cNvSpPr/>
              <p:nvPr/>
            </p:nvSpPr>
            <p:spPr>
              <a:xfrm>
                <a:off x="6157225" y="3312525"/>
                <a:ext cx="26150" cy="33875"/>
              </a:xfrm>
              <a:custGeom>
                <a:avLst/>
                <a:gdLst/>
                <a:ahLst/>
                <a:cxnLst/>
                <a:rect l="l" t="t" r="r" b="b"/>
                <a:pathLst>
                  <a:path w="1046" h="1355" extrusionOk="0">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90" name="Google Shape;9790;p61"/>
              <p:cNvSpPr/>
              <p:nvPr/>
            </p:nvSpPr>
            <p:spPr>
              <a:xfrm>
                <a:off x="6019075" y="3075750"/>
                <a:ext cx="67025" cy="78050"/>
              </a:xfrm>
              <a:custGeom>
                <a:avLst/>
                <a:gdLst/>
                <a:ahLst/>
                <a:cxnLst/>
                <a:rect l="l" t="t" r="r" b="b"/>
                <a:pathLst>
                  <a:path w="2681" h="3122" extrusionOk="0">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91" name="Google Shape;9791;p61"/>
              <p:cNvSpPr/>
              <p:nvPr/>
            </p:nvSpPr>
            <p:spPr>
              <a:xfrm>
                <a:off x="6027475" y="3108350"/>
                <a:ext cx="51250" cy="39925"/>
              </a:xfrm>
              <a:custGeom>
                <a:avLst/>
                <a:gdLst/>
                <a:ahLst/>
                <a:cxnLst/>
                <a:rect l="l" t="t" r="r" b="b"/>
                <a:pathLst>
                  <a:path w="2050" h="1597" extrusionOk="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92" name="Google Shape;9792;p61"/>
              <p:cNvSpPr/>
              <p:nvPr/>
            </p:nvSpPr>
            <p:spPr>
              <a:xfrm>
                <a:off x="6031050" y="3148425"/>
                <a:ext cx="35625" cy="32475"/>
              </a:xfrm>
              <a:custGeom>
                <a:avLst/>
                <a:gdLst/>
                <a:ahLst/>
                <a:cxnLst/>
                <a:rect l="l" t="t" r="r" b="b"/>
                <a:pathLst>
                  <a:path w="1425" h="1299" extrusionOk="0">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93" name="Google Shape;9793;p61"/>
              <p:cNvSpPr/>
              <p:nvPr/>
            </p:nvSpPr>
            <p:spPr>
              <a:xfrm>
                <a:off x="6081450" y="3075750"/>
                <a:ext cx="67025" cy="78050"/>
              </a:xfrm>
              <a:custGeom>
                <a:avLst/>
                <a:gdLst/>
                <a:ahLst/>
                <a:cxnLst/>
                <a:rect l="l" t="t" r="r" b="b"/>
                <a:pathLst>
                  <a:path w="2681" h="3122" extrusionOk="0">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94" name="Google Shape;9794;p61"/>
              <p:cNvSpPr/>
              <p:nvPr/>
            </p:nvSpPr>
            <p:spPr>
              <a:xfrm>
                <a:off x="6088975" y="3108350"/>
                <a:ext cx="51100" cy="39925"/>
              </a:xfrm>
              <a:custGeom>
                <a:avLst/>
                <a:gdLst/>
                <a:ahLst/>
                <a:cxnLst/>
                <a:rect l="l" t="t" r="r" b="b"/>
                <a:pathLst>
                  <a:path w="2044" h="1597" extrusionOk="0">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95" name="Google Shape;9795;p61"/>
              <p:cNvSpPr/>
              <p:nvPr/>
            </p:nvSpPr>
            <p:spPr>
              <a:xfrm>
                <a:off x="6101000" y="3148425"/>
                <a:ext cx="35500" cy="32475"/>
              </a:xfrm>
              <a:custGeom>
                <a:avLst/>
                <a:gdLst/>
                <a:ahLst/>
                <a:cxnLst/>
                <a:rect l="l" t="t" r="r" b="b"/>
                <a:pathLst>
                  <a:path w="1420" h="1299" extrusionOk="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796" name="Google Shape;9796;p61"/>
              <p:cNvSpPr/>
              <p:nvPr/>
            </p:nvSpPr>
            <p:spPr>
              <a:xfrm>
                <a:off x="6053175" y="3161925"/>
                <a:ext cx="59650" cy="45200"/>
              </a:xfrm>
              <a:custGeom>
                <a:avLst/>
                <a:gdLst/>
                <a:ahLst/>
                <a:cxnLst/>
                <a:rect l="l" t="t" r="r" b="b"/>
                <a:pathLst>
                  <a:path w="2386" h="1808" extrusionOk="0">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797" name="Google Shape;9797;p61"/>
            <p:cNvSpPr/>
            <p:nvPr/>
          </p:nvSpPr>
          <p:spPr>
            <a:xfrm>
              <a:off x="6000725" y="2992450"/>
              <a:ext cx="201725" cy="156325"/>
            </a:xfrm>
            <a:custGeom>
              <a:avLst/>
              <a:gdLst/>
              <a:ahLst/>
              <a:cxnLst/>
              <a:rect l="l" t="t" r="r" b="b"/>
              <a:pathLst>
                <a:path w="8069" h="6253" extrusionOk="0">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798" name="Google Shape;9798;p61"/>
          <p:cNvGrpSpPr/>
          <p:nvPr/>
        </p:nvGrpSpPr>
        <p:grpSpPr>
          <a:xfrm>
            <a:off x="6634500" y="3022588"/>
            <a:ext cx="435225" cy="1370250"/>
            <a:chOff x="6634500" y="2992450"/>
            <a:chExt cx="435225" cy="1370250"/>
          </a:xfrm>
        </p:grpSpPr>
        <p:sp>
          <p:nvSpPr>
            <p:cNvPr id="9799" name="Google Shape;9799;p61"/>
            <p:cNvSpPr/>
            <p:nvPr/>
          </p:nvSpPr>
          <p:spPr>
            <a:xfrm>
              <a:off x="6634500" y="3172825"/>
              <a:ext cx="435225" cy="1189875"/>
            </a:xfrm>
            <a:custGeom>
              <a:avLst/>
              <a:gdLst/>
              <a:ahLst/>
              <a:cxnLst/>
              <a:rect l="l" t="t" r="r" b="b"/>
              <a:pathLst>
                <a:path w="17409" h="47595" extrusionOk="0">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00" name="Google Shape;9800;p61"/>
            <p:cNvSpPr/>
            <p:nvPr/>
          </p:nvSpPr>
          <p:spPr>
            <a:xfrm>
              <a:off x="6776950" y="3018075"/>
              <a:ext cx="150475" cy="201175"/>
            </a:xfrm>
            <a:custGeom>
              <a:avLst/>
              <a:gdLst/>
              <a:ahLst/>
              <a:cxnLst/>
              <a:rect l="l" t="t" r="r" b="b"/>
              <a:pathLst>
                <a:path w="6019" h="8047" extrusionOk="0">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01" name="Google Shape;9801;p61"/>
            <p:cNvSpPr/>
            <p:nvPr/>
          </p:nvSpPr>
          <p:spPr>
            <a:xfrm>
              <a:off x="6768450" y="2992450"/>
              <a:ext cx="201575" cy="156325"/>
            </a:xfrm>
            <a:custGeom>
              <a:avLst/>
              <a:gdLst/>
              <a:ahLst/>
              <a:cxnLst/>
              <a:rect l="l" t="t" r="r" b="b"/>
              <a:pathLst>
                <a:path w="8063" h="6253" extrusionOk="0">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802" name="Google Shape;9802;p61"/>
          <p:cNvSpPr/>
          <p:nvPr/>
        </p:nvSpPr>
        <p:spPr>
          <a:xfrm>
            <a:off x="6624825" y="3676288"/>
            <a:ext cx="53450" cy="104650"/>
          </a:xfrm>
          <a:custGeom>
            <a:avLst/>
            <a:gdLst/>
            <a:ahLst/>
            <a:cxnLst/>
            <a:rect l="l" t="t" r="r" b="b"/>
            <a:pathLst>
              <a:path w="2138" h="4186" extrusionOk="0">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03" name="Google Shape;9803;p61"/>
          <p:cNvSpPr/>
          <p:nvPr/>
        </p:nvSpPr>
        <p:spPr>
          <a:xfrm>
            <a:off x="7030350" y="3650688"/>
            <a:ext cx="41225" cy="132550"/>
          </a:xfrm>
          <a:custGeom>
            <a:avLst/>
            <a:gdLst/>
            <a:ahLst/>
            <a:cxnLst/>
            <a:rect l="l" t="t" r="r" b="b"/>
            <a:pathLst>
              <a:path w="1649" h="5302" extrusionOk="0">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04" name="Google Shape;9804;p61"/>
          <p:cNvSpPr/>
          <p:nvPr/>
        </p:nvSpPr>
        <p:spPr>
          <a:xfrm>
            <a:off x="6642500" y="3681138"/>
            <a:ext cx="29675" cy="86725"/>
          </a:xfrm>
          <a:custGeom>
            <a:avLst/>
            <a:gdLst/>
            <a:ahLst/>
            <a:cxnLst/>
            <a:rect l="l" t="t" r="r" b="b"/>
            <a:pathLst>
              <a:path w="1187" h="3469" extrusionOk="0">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05" name="Google Shape;9805;p61"/>
          <p:cNvSpPr/>
          <p:nvPr/>
        </p:nvSpPr>
        <p:spPr>
          <a:xfrm>
            <a:off x="7028650" y="3675338"/>
            <a:ext cx="35850" cy="94850"/>
          </a:xfrm>
          <a:custGeom>
            <a:avLst/>
            <a:gdLst/>
            <a:ahLst/>
            <a:cxnLst/>
            <a:rect l="l" t="t" r="r" b="b"/>
            <a:pathLst>
              <a:path w="1434" h="3794" extrusionOk="0">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06" name="Google Shape;9806;p61"/>
          <p:cNvSpPr/>
          <p:nvPr/>
        </p:nvSpPr>
        <p:spPr>
          <a:xfrm>
            <a:off x="6772875" y="4044738"/>
            <a:ext cx="32550" cy="313550"/>
          </a:xfrm>
          <a:custGeom>
            <a:avLst/>
            <a:gdLst/>
            <a:ahLst/>
            <a:cxnLst/>
            <a:rect l="l" t="t" r="r" b="b"/>
            <a:pathLst>
              <a:path w="1302" h="12542" extrusionOk="0">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07" name="Google Shape;9807;p61"/>
          <p:cNvSpPr/>
          <p:nvPr/>
        </p:nvSpPr>
        <p:spPr>
          <a:xfrm>
            <a:off x="6771275" y="4240900"/>
            <a:ext cx="29350" cy="92000"/>
          </a:xfrm>
          <a:custGeom>
            <a:avLst/>
            <a:gdLst/>
            <a:ahLst/>
            <a:cxnLst/>
            <a:rect l="l" t="t" r="r" b="b"/>
            <a:pathLst>
              <a:path w="1174" h="3680" extrusionOk="0">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08" name="Google Shape;9808;p61"/>
          <p:cNvSpPr/>
          <p:nvPr/>
        </p:nvSpPr>
        <p:spPr>
          <a:xfrm>
            <a:off x="6901125" y="4051238"/>
            <a:ext cx="27300" cy="305500"/>
          </a:xfrm>
          <a:custGeom>
            <a:avLst/>
            <a:gdLst/>
            <a:ahLst/>
            <a:cxnLst/>
            <a:rect l="l" t="t" r="r" b="b"/>
            <a:pathLst>
              <a:path w="1092" h="12220" extrusionOk="0">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09" name="Google Shape;9809;p61"/>
          <p:cNvSpPr/>
          <p:nvPr/>
        </p:nvSpPr>
        <p:spPr>
          <a:xfrm>
            <a:off x="6904000" y="4244325"/>
            <a:ext cx="29275" cy="80725"/>
          </a:xfrm>
          <a:custGeom>
            <a:avLst/>
            <a:gdLst/>
            <a:ahLst/>
            <a:cxnLst/>
            <a:rect l="l" t="t" r="r" b="b"/>
            <a:pathLst>
              <a:path w="1171" h="3229" extrusionOk="0">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810" name="Google Shape;9810;p61"/>
          <p:cNvGrpSpPr/>
          <p:nvPr/>
        </p:nvGrpSpPr>
        <p:grpSpPr>
          <a:xfrm>
            <a:off x="6658800" y="3128663"/>
            <a:ext cx="382500" cy="1243900"/>
            <a:chOff x="6658800" y="3098525"/>
            <a:chExt cx="382500" cy="1243900"/>
          </a:xfrm>
        </p:grpSpPr>
        <p:grpSp>
          <p:nvGrpSpPr>
            <p:cNvPr id="9811" name="Google Shape;9811;p61"/>
            <p:cNvGrpSpPr/>
            <p:nvPr/>
          </p:nvGrpSpPr>
          <p:grpSpPr>
            <a:xfrm>
              <a:off x="6750375" y="3274500"/>
              <a:ext cx="203475" cy="165800"/>
              <a:chOff x="6750375" y="3274500"/>
              <a:chExt cx="203475" cy="165800"/>
            </a:xfrm>
          </p:grpSpPr>
          <p:sp>
            <p:nvSpPr>
              <p:cNvPr id="9812" name="Google Shape;9812;p61"/>
              <p:cNvSpPr/>
              <p:nvPr/>
            </p:nvSpPr>
            <p:spPr>
              <a:xfrm>
                <a:off x="6750375" y="3274500"/>
                <a:ext cx="101600" cy="165800"/>
              </a:xfrm>
              <a:custGeom>
                <a:avLst/>
                <a:gdLst/>
                <a:ahLst/>
                <a:cxnLst/>
                <a:rect l="l" t="t" r="r" b="b"/>
                <a:pathLst>
                  <a:path w="4064" h="6632" extrusionOk="0">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13" name="Google Shape;9813;p61"/>
              <p:cNvSpPr/>
              <p:nvPr/>
            </p:nvSpPr>
            <p:spPr>
              <a:xfrm>
                <a:off x="6777425" y="3290125"/>
                <a:ext cx="74550" cy="130550"/>
              </a:xfrm>
              <a:custGeom>
                <a:avLst/>
                <a:gdLst/>
                <a:ahLst/>
                <a:cxnLst/>
                <a:rect l="l" t="t" r="r" b="b"/>
                <a:pathLst>
                  <a:path w="2982" h="5222" extrusionOk="0">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14" name="Google Shape;9814;p61"/>
              <p:cNvSpPr/>
              <p:nvPr/>
            </p:nvSpPr>
            <p:spPr>
              <a:xfrm>
                <a:off x="6852250" y="3274500"/>
                <a:ext cx="101600" cy="165800"/>
              </a:xfrm>
              <a:custGeom>
                <a:avLst/>
                <a:gdLst/>
                <a:ahLst/>
                <a:cxnLst/>
                <a:rect l="l" t="t" r="r" b="b"/>
                <a:pathLst>
                  <a:path w="4064" h="6632" extrusionOk="0">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15" name="Google Shape;9815;p61"/>
              <p:cNvSpPr/>
              <p:nvPr/>
            </p:nvSpPr>
            <p:spPr>
              <a:xfrm>
                <a:off x="6852250" y="3290125"/>
                <a:ext cx="74575" cy="130550"/>
              </a:xfrm>
              <a:custGeom>
                <a:avLst/>
                <a:gdLst/>
                <a:ahLst/>
                <a:cxnLst/>
                <a:rect l="l" t="t" r="r" b="b"/>
                <a:pathLst>
                  <a:path w="2983" h="5222" extrusionOk="0">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816" name="Google Shape;9816;p61"/>
            <p:cNvSpPr/>
            <p:nvPr/>
          </p:nvSpPr>
          <p:spPr>
            <a:xfrm>
              <a:off x="6836900" y="3295900"/>
              <a:ext cx="109700" cy="84400"/>
            </a:xfrm>
            <a:custGeom>
              <a:avLst/>
              <a:gdLst/>
              <a:ahLst/>
              <a:cxnLst/>
              <a:rect l="l" t="t" r="r" b="b"/>
              <a:pathLst>
                <a:path w="4388" h="3376" extrusionOk="0">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17" name="Google Shape;9817;p61"/>
            <p:cNvSpPr/>
            <p:nvPr/>
          </p:nvSpPr>
          <p:spPr>
            <a:xfrm>
              <a:off x="6794950" y="3118325"/>
              <a:ext cx="73775" cy="202350"/>
            </a:xfrm>
            <a:custGeom>
              <a:avLst/>
              <a:gdLst/>
              <a:ahLst/>
              <a:cxnLst/>
              <a:rect l="l" t="t" r="r" b="b"/>
              <a:pathLst>
                <a:path w="2951" h="8094" extrusionOk="0">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18" name="Google Shape;9818;p61"/>
            <p:cNvSpPr/>
            <p:nvPr/>
          </p:nvSpPr>
          <p:spPr>
            <a:xfrm>
              <a:off x="6855025" y="3111325"/>
              <a:ext cx="48750" cy="212125"/>
            </a:xfrm>
            <a:custGeom>
              <a:avLst/>
              <a:gdLst/>
              <a:ahLst/>
              <a:cxnLst/>
              <a:rect l="l" t="t" r="r" b="b"/>
              <a:pathLst>
                <a:path w="1950" h="8485" extrusionOk="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19" name="Google Shape;9819;p61"/>
            <p:cNvSpPr/>
            <p:nvPr/>
          </p:nvSpPr>
          <p:spPr>
            <a:xfrm>
              <a:off x="6793100" y="3103025"/>
              <a:ext cx="79475" cy="219650"/>
            </a:xfrm>
            <a:custGeom>
              <a:avLst/>
              <a:gdLst/>
              <a:ahLst/>
              <a:cxnLst/>
              <a:rect l="l" t="t" r="r" b="b"/>
              <a:pathLst>
                <a:path w="3179" h="8786" extrusionOk="0">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20" name="Google Shape;9820;p61"/>
            <p:cNvSpPr/>
            <p:nvPr/>
          </p:nvSpPr>
          <p:spPr>
            <a:xfrm>
              <a:off x="6855800" y="3098525"/>
              <a:ext cx="47500" cy="226600"/>
            </a:xfrm>
            <a:custGeom>
              <a:avLst/>
              <a:gdLst/>
              <a:ahLst/>
              <a:cxnLst/>
              <a:rect l="l" t="t" r="r" b="b"/>
              <a:pathLst>
                <a:path w="1900" h="9064" extrusionOk="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21" name="Google Shape;9821;p61"/>
            <p:cNvSpPr/>
            <p:nvPr/>
          </p:nvSpPr>
          <p:spPr>
            <a:xfrm>
              <a:off x="6668175" y="3255650"/>
              <a:ext cx="198250" cy="461950"/>
            </a:xfrm>
            <a:custGeom>
              <a:avLst/>
              <a:gdLst/>
              <a:ahLst/>
              <a:cxnLst/>
              <a:rect l="l" t="t" r="r" b="b"/>
              <a:pathLst>
                <a:path w="7930" h="18478" extrusionOk="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22" name="Google Shape;9822;p61"/>
            <p:cNvSpPr/>
            <p:nvPr/>
          </p:nvSpPr>
          <p:spPr>
            <a:xfrm>
              <a:off x="6870600" y="3259125"/>
              <a:ext cx="170700" cy="456625"/>
            </a:xfrm>
            <a:custGeom>
              <a:avLst/>
              <a:gdLst/>
              <a:ahLst/>
              <a:cxnLst/>
              <a:rect l="l" t="t" r="r" b="b"/>
              <a:pathLst>
                <a:path w="6828" h="18265" extrusionOk="0">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23" name="Google Shape;9823;p61"/>
            <p:cNvSpPr/>
            <p:nvPr/>
          </p:nvSpPr>
          <p:spPr>
            <a:xfrm>
              <a:off x="6746700" y="3356150"/>
              <a:ext cx="130475" cy="983200"/>
            </a:xfrm>
            <a:custGeom>
              <a:avLst/>
              <a:gdLst/>
              <a:ahLst/>
              <a:cxnLst/>
              <a:rect l="l" t="t" r="r" b="b"/>
              <a:pathLst>
                <a:path w="5219" h="39328" extrusionOk="0">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24" name="Google Shape;9824;p61"/>
            <p:cNvSpPr/>
            <p:nvPr/>
          </p:nvSpPr>
          <p:spPr>
            <a:xfrm>
              <a:off x="6854725" y="3355225"/>
              <a:ext cx="106350" cy="987200"/>
            </a:xfrm>
            <a:custGeom>
              <a:avLst/>
              <a:gdLst/>
              <a:ahLst/>
              <a:cxnLst/>
              <a:rect l="l" t="t" r="r" b="b"/>
              <a:pathLst>
                <a:path w="4254" h="39488" extrusionOk="0">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25" name="Google Shape;9825;p61"/>
            <p:cNvSpPr/>
            <p:nvPr/>
          </p:nvSpPr>
          <p:spPr>
            <a:xfrm>
              <a:off x="6658800" y="3262225"/>
              <a:ext cx="210225" cy="446150"/>
            </a:xfrm>
            <a:custGeom>
              <a:avLst/>
              <a:gdLst/>
              <a:ahLst/>
              <a:cxnLst/>
              <a:rect l="l" t="t" r="r" b="b"/>
              <a:pathLst>
                <a:path w="8409" h="17846" extrusionOk="0">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26" name="Google Shape;9826;p61"/>
            <p:cNvSpPr/>
            <p:nvPr/>
          </p:nvSpPr>
          <p:spPr>
            <a:xfrm>
              <a:off x="6869550" y="3274050"/>
              <a:ext cx="167750" cy="433875"/>
            </a:xfrm>
            <a:custGeom>
              <a:avLst/>
              <a:gdLst/>
              <a:ahLst/>
              <a:cxnLst/>
              <a:rect l="l" t="t" r="r" b="b"/>
              <a:pathLst>
                <a:path w="6710" h="17355" extrusionOk="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27" name="Google Shape;9827;p61"/>
            <p:cNvSpPr/>
            <p:nvPr/>
          </p:nvSpPr>
          <p:spPr>
            <a:xfrm>
              <a:off x="6756825" y="3367250"/>
              <a:ext cx="130500" cy="756650"/>
            </a:xfrm>
            <a:custGeom>
              <a:avLst/>
              <a:gdLst/>
              <a:ahLst/>
              <a:cxnLst/>
              <a:rect l="l" t="t" r="r" b="b"/>
              <a:pathLst>
                <a:path w="5220" h="30266" extrusionOk="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28" name="Google Shape;9828;p61"/>
            <p:cNvSpPr/>
            <p:nvPr/>
          </p:nvSpPr>
          <p:spPr>
            <a:xfrm>
              <a:off x="6836750" y="3361175"/>
              <a:ext cx="115100" cy="758125"/>
            </a:xfrm>
            <a:custGeom>
              <a:avLst/>
              <a:gdLst/>
              <a:ahLst/>
              <a:cxnLst/>
              <a:rect l="l" t="t" r="r" b="b"/>
              <a:pathLst>
                <a:path w="4604" h="30325" extrusionOk="0">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29" name="Google Shape;9829;p61"/>
            <p:cNvSpPr/>
            <p:nvPr/>
          </p:nvSpPr>
          <p:spPr>
            <a:xfrm>
              <a:off x="6821225" y="3301900"/>
              <a:ext cx="109750" cy="84400"/>
            </a:xfrm>
            <a:custGeom>
              <a:avLst/>
              <a:gdLst/>
              <a:ahLst/>
              <a:cxnLst/>
              <a:rect l="l" t="t" r="r" b="b"/>
              <a:pathLst>
                <a:path w="4390" h="3376" extrusionOk="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830" name="Google Shape;9830;p61"/>
          <p:cNvGrpSpPr/>
          <p:nvPr/>
        </p:nvGrpSpPr>
        <p:grpSpPr>
          <a:xfrm>
            <a:off x="2881219" y="1559619"/>
            <a:ext cx="1182076" cy="1120100"/>
            <a:chOff x="2834338" y="1606500"/>
            <a:chExt cx="1182076" cy="1120100"/>
          </a:xfrm>
        </p:grpSpPr>
        <p:grpSp>
          <p:nvGrpSpPr>
            <p:cNvPr id="9831" name="Google Shape;9831;p61"/>
            <p:cNvGrpSpPr/>
            <p:nvPr/>
          </p:nvGrpSpPr>
          <p:grpSpPr>
            <a:xfrm>
              <a:off x="3260010" y="1885839"/>
              <a:ext cx="756404" cy="756404"/>
              <a:chOff x="5681300" y="2527788"/>
              <a:chExt cx="805800" cy="805800"/>
            </a:xfrm>
          </p:grpSpPr>
          <p:sp>
            <p:nvSpPr>
              <p:cNvPr id="9832" name="Google Shape;9832;p61"/>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33" name="Google Shape;9833;p6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834" name="Google Shape;9834;p61"/>
            <p:cNvGrpSpPr/>
            <p:nvPr/>
          </p:nvGrpSpPr>
          <p:grpSpPr>
            <a:xfrm>
              <a:off x="2834338" y="1606500"/>
              <a:ext cx="904525" cy="1120100"/>
              <a:chOff x="2834338" y="1606500"/>
              <a:chExt cx="904525" cy="1120100"/>
            </a:xfrm>
          </p:grpSpPr>
          <p:sp>
            <p:nvSpPr>
              <p:cNvPr id="9835" name="Google Shape;9835;p61"/>
              <p:cNvSpPr/>
              <p:nvPr/>
            </p:nvSpPr>
            <p:spPr>
              <a:xfrm>
                <a:off x="2834338" y="1617250"/>
                <a:ext cx="456425" cy="436900"/>
              </a:xfrm>
              <a:custGeom>
                <a:avLst/>
                <a:gdLst/>
                <a:ahLst/>
                <a:cxnLst/>
                <a:rect l="l" t="t" r="r" b="b"/>
                <a:pathLst>
                  <a:path w="18257" h="17476" extrusionOk="0">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36" name="Google Shape;9836;p61"/>
              <p:cNvSpPr/>
              <p:nvPr/>
            </p:nvSpPr>
            <p:spPr>
              <a:xfrm>
                <a:off x="3525238" y="2159375"/>
                <a:ext cx="213625" cy="205575"/>
              </a:xfrm>
              <a:custGeom>
                <a:avLst/>
                <a:gdLst/>
                <a:ahLst/>
                <a:cxnLst/>
                <a:rect l="l" t="t" r="r" b="b"/>
                <a:pathLst>
                  <a:path w="8545" h="8223" extrusionOk="0">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37" name="Google Shape;9837;p61"/>
              <p:cNvSpPr/>
              <p:nvPr/>
            </p:nvSpPr>
            <p:spPr>
              <a:xfrm>
                <a:off x="3048238" y="2039825"/>
                <a:ext cx="602250" cy="686775"/>
              </a:xfrm>
              <a:custGeom>
                <a:avLst/>
                <a:gdLst/>
                <a:ahLst/>
                <a:cxnLst/>
                <a:rect l="l" t="t" r="r" b="b"/>
                <a:pathLst>
                  <a:path w="24090" h="27471" extrusionOk="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38" name="Google Shape;9838;p61"/>
              <p:cNvSpPr/>
              <p:nvPr/>
            </p:nvSpPr>
            <p:spPr>
              <a:xfrm>
                <a:off x="3559813" y="2191500"/>
                <a:ext cx="146925" cy="141400"/>
              </a:xfrm>
              <a:custGeom>
                <a:avLst/>
                <a:gdLst/>
                <a:ahLst/>
                <a:cxnLst/>
                <a:rect l="l" t="t" r="r" b="b"/>
                <a:pathLst>
                  <a:path w="5877" h="5656" extrusionOk="0">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39" name="Google Shape;9839;p61"/>
              <p:cNvSpPr/>
              <p:nvPr/>
            </p:nvSpPr>
            <p:spPr>
              <a:xfrm>
                <a:off x="3589613" y="2228525"/>
                <a:ext cx="81175" cy="69575"/>
              </a:xfrm>
              <a:custGeom>
                <a:avLst/>
                <a:gdLst/>
                <a:ahLst/>
                <a:cxnLst/>
                <a:rect l="l" t="t" r="r" b="b"/>
                <a:pathLst>
                  <a:path w="3247" h="2783" extrusionOk="0">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40" name="Google Shape;9840;p61"/>
              <p:cNvSpPr/>
              <p:nvPr/>
            </p:nvSpPr>
            <p:spPr>
              <a:xfrm>
                <a:off x="3019663" y="2014625"/>
                <a:ext cx="85775" cy="50275"/>
              </a:xfrm>
              <a:custGeom>
                <a:avLst/>
                <a:gdLst/>
                <a:ahLst/>
                <a:cxnLst/>
                <a:rect l="l" t="t" r="r" b="b"/>
                <a:pathLst>
                  <a:path w="3431" h="2011" extrusionOk="0">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41" name="Google Shape;9841;p61"/>
              <p:cNvSpPr/>
              <p:nvPr/>
            </p:nvSpPr>
            <p:spPr>
              <a:xfrm>
                <a:off x="2891963" y="1606500"/>
                <a:ext cx="85775" cy="50425"/>
              </a:xfrm>
              <a:custGeom>
                <a:avLst/>
                <a:gdLst/>
                <a:ahLst/>
                <a:cxnLst/>
                <a:rect l="l" t="t" r="r" b="b"/>
                <a:pathLst>
                  <a:path w="3431" h="2017" extrusionOk="0">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42" name="Google Shape;9842;p61"/>
              <p:cNvSpPr/>
              <p:nvPr/>
            </p:nvSpPr>
            <p:spPr>
              <a:xfrm>
                <a:off x="3147513" y="1606500"/>
                <a:ext cx="85775" cy="50425"/>
              </a:xfrm>
              <a:custGeom>
                <a:avLst/>
                <a:gdLst/>
                <a:ahLst/>
                <a:cxnLst/>
                <a:rect l="l" t="t" r="r" b="b"/>
                <a:pathLst>
                  <a:path w="3431" h="2017" extrusionOk="0">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9843" name="Google Shape;9843;p61"/>
          <p:cNvGrpSpPr/>
          <p:nvPr/>
        </p:nvGrpSpPr>
        <p:grpSpPr>
          <a:xfrm>
            <a:off x="3082819" y="2817700"/>
            <a:ext cx="1013175" cy="1561450"/>
            <a:chOff x="3035938" y="2817700"/>
            <a:chExt cx="1013175" cy="1561450"/>
          </a:xfrm>
        </p:grpSpPr>
        <p:grpSp>
          <p:nvGrpSpPr>
            <p:cNvPr id="9844" name="Google Shape;9844;p61"/>
            <p:cNvGrpSpPr/>
            <p:nvPr/>
          </p:nvGrpSpPr>
          <p:grpSpPr>
            <a:xfrm>
              <a:off x="3035938" y="2817700"/>
              <a:ext cx="1013175" cy="1561450"/>
              <a:chOff x="3035938" y="2817700"/>
              <a:chExt cx="1013175" cy="1561450"/>
            </a:xfrm>
          </p:grpSpPr>
          <p:sp>
            <p:nvSpPr>
              <p:cNvPr id="9845" name="Google Shape;9845;p61"/>
              <p:cNvSpPr/>
              <p:nvPr/>
            </p:nvSpPr>
            <p:spPr>
              <a:xfrm>
                <a:off x="3035938" y="2817700"/>
                <a:ext cx="1013175" cy="1561450"/>
              </a:xfrm>
              <a:custGeom>
                <a:avLst/>
                <a:gdLst/>
                <a:ahLst/>
                <a:cxnLst/>
                <a:rect l="l" t="t" r="r" b="b"/>
                <a:pathLst>
                  <a:path w="40527" h="62458" extrusionOk="0">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846" name="Google Shape;9846;p61"/>
              <p:cNvGrpSpPr/>
              <p:nvPr/>
            </p:nvGrpSpPr>
            <p:grpSpPr>
              <a:xfrm>
                <a:off x="3196388" y="2817700"/>
                <a:ext cx="681075" cy="1561450"/>
                <a:chOff x="3196388" y="2817700"/>
                <a:chExt cx="681075" cy="1561450"/>
              </a:xfrm>
            </p:grpSpPr>
            <p:sp>
              <p:nvSpPr>
                <p:cNvPr id="9847" name="Google Shape;9847;p61"/>
                <p:cNvSpPr/>
                <p:nvPr/>
              </p:nvSpPr>
              <p:spPr>
                <a:xfrm>
                  <a:off x="3526163" y="2870875"/>
                  <a:ext cx="32750" cy="1471075"/>
                </a:xfrm>
                <a:custGeom>
                  <a:avLst/>
                  <a:gdLst/>
                  <a:ahLst/>
                  <a:cxnLst/>
                  <a:rect l="l" t="t" r="r" b="b"/>
                  <a:pathLst>
                    <a:path w="1310" h="58843" extrusionOk="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48" name="Google Shape;9848;p61"/>
                <p:cNvSpPr/>
                <p:nvPr/>
              </p:nvSpPr>
              <p:spPr>
                <a:xfrm>
                  <a:off x="3196388" y="4351925"/>
                  <a:ext cx="27825" cy="27225"/>
                </a:xfrm>
                <a:custGeom>
                  <a:avLst/>
                  <a:gdLst/>
                  <a:ahLst/>
                  <a:cxnLst/>
                  <a:rect l="l" t="t" r="r" b="b"/>
                  <a:pathLst>
                    <a:path w="1113" h="1089" extrusionOk="0">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49" name="Google Shape;9849;p61"/>
                <p:cNvSpPr/>
                <p:nvPr/>
              </p:nvSpPr>
              <p:spPr>
                <a:xfrm>
                  <a:off x="3261838" y="4352375"/>
                  <a:ext cx="27375" cy="26775"/>
                </a:xfrm>
                <a:custGeom>
                  <a:avLst/>
                  <a:gdLst/>
                  <a:ahLst/>
                  <a:cxnLst/>
                  <a:rect l="l" t="t" r="r" b="b"/>
                  <a:pathLst>
                    <a:path w="1095" h="1071" extrusionOk="0">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50" name="Google Shape;9850;p61"/>
                <p:cNvSpPr/>
                <p:nvPr/>
              </p:nvSpPr>
              <p:spPr>
                <a:xfrm>
                  <a:off x="3327313" y="4352375"/>
                  <a:ext cx="27375" cy="26775"/>
                </a:xfrm>
                <a:custGeom>
                  <a:avLst/>
                  <a:gdLst/>
                  <a:ahLst/>
                  <a:cxnLst/>
                  <a:rect l="l" t="t" r="r" b="b"/>
                  <a:pathLst>
                    <a:path w="1095" h="1071" extrusionOk="0">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51" name="Google Shape;9851;p61"/>
                <p:cNvSpPr/>
                <p:nvPr/>
              </p:nvSpPr>
              <p:spPr>
                <a:xfrm>
                  <a:off x="3392463" y="4351925"/>
                  <a:ext cx="27825" cy="27225"/>
                </a:xfrm>
                <a:custGeom>
                  <a:avLst/>
                  <a:gdLst/>
                  <a:ahLst/>
                  <a:cxnLst/>
                  <a:rect l="l" t="t" r="r" b="b"/>
                  <a:pathLst>
                    <a:path w="1113" h="1089" extrusionOk="0">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52" name="Google Shape;9852;p61"/>
                <p:cNvSpPr/>
                <p:nvPr/>
              </p:nvSpPr>
              <p:spPr>
                <a:xfrm>
                  <a:off x="3458063" y="4352375"/>
                  <a:ext cx="27225" cy="26775"/>
                </a:xfrm>
                <a:custGeom>
                  <a:avLst/>
                  <a:gdLst/>
                  <a:ahLst/>
                  <a:cxnLst/>
                  <a:rect l="l" t="t" r="r" b="b"/>
                  <a:pathLst>
                    <a:path w="1089" h="1071" extrusionOk="0">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53" name="Google Shape;9853;p61"/>
                <p:cNvSpPr/>
                <p:nvPr/>
              </p:nvSpPr>
              <p:spPr>
                <a:xfrm>
                  <a:off x="3523388" y="4352375"/>
                  <a:ext cx="27375" cy="26775"/>
                </a:xfrm>
                <a:custGeom>
                  <a:avLst/>
                  <a:gdLst/>
                  <a:ahLst/>
                  <a:cxnLst/>
                  <a:rect l="l" t="t" r="r" b="b"/>
                  <a:pathLst>
                    <a:path w="1095" h="1071" extrusionOk="0">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54" name="Google Shape;9854;p61"/>
                <p:cNvSpPr/>
                <p:nvPr/>
              </p:nvSpPr>
              <p:spPr>
                <a:xfrm>
                  <a:off x="3588538" y="4351925"/>
                  <a:ext cx="27850" cy="27225"/>
                </a:xfrm>
                <a:custGeom>
                  <a:avLst/>
                  <a:gdLst/>
                  <a:ahLst/>
                  <a:cxnLst/>
                  <a:rect l="l" t="t" r="r" b="b"/>
                  <a:pathLst>
                    <a:path w="1114" h="1089" extrusionOk="0">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55" name="Google Shape;9855;p61"/>
                <p:cNvSpPr/>
                <p:nvPr/>
              </p:nvSpPr>
              <p:spPr>
                <a:xfrm>
                  <a:off x="3654163" y="4352375"/>
                  <a:ext cx="27225" cy="26775"/>
                </a:xfrm>
                <a:custGeom>
                  <a:avLst/>
                  <a:gdLst/>
                  <a:ahLst/>
                  <a:cxnLst/>
                  <a:rect l="l" t="t" r="r" b="b"/>
                  <a:pathLst>
                    <a:path w="1089" h="1071" extrusionOk="0">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56" name="Google Shape;9856;p61"/>
                <p:cNvSpPr/>
                <p:nvPr/>
              </p:nvSpPr>
              <p:spPr>
                <a:xfrm>
                  <a:off x="3719463" y="4352375"/>
                  <a:ext cx="27375" cy="26775"/>
                </a:xfrm>
                <a:custGeom>
                  <a:avLst/>
                  <a:gdLst/>
                  <a:ahLst/>
                  <a:cxnLst/>
                  <a:rect l="l" t="t" r="r" b="b"/>
                  <a:pathLst>
                    <a:path w="1095" h="1071" extrusionOk="0">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57" name="Google Shape;9857;p61"/>
                <p:cNvSpPr/>
                <p:nvPr/>
              </p:nvSpPr>
              <p:spPr>
                <a:xfrm>
                  <a:off x="3784938" y="4352375"/>
                  <a:ext cx="27225" cy="26775"/>
                </a:xfrm>
                <a:custGeom>
                  <a:avLst/>
                  <a:gdLst/>
                  <a:ahLst/>
                  <a:cxnLst/>
                  <a:rect l="l" t="t" r="r" b="b"/>
                  <a:pathLst>
                    <a:path w="1089" h="1071" extrusionOk="0">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58" name="Google Shape;9858;p61"/>
                <p:cNvSpPr/>
                <p:nvPr/>
              </p:nvSpPr>
              <p:spPr>
                <a:xfrm>
                  <a:off x="3850238" y="4352375"/>
                  <a:ext cx="27225" cy="26775"/>
                </a:xfrm>
                <a:custGeom>
                  <a:avLst/>
                  <a:gdLst/>
                  <a:ahLst/>
                  <a:cxnLst/>
                  <a:rect l="l" t="t" r="r" b="b"/>
                  <a:pathLst>
                    <a:path w="1089" h="1071" extrusionOk="0">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59" name="Google Shape;9859;p61"/>
                <p:cNvSpPr/>
                <p:nvPr/>
              </p:nvSpPr>
              <p:spPr>
                <a:xfrm>
                  <a:off x="3196388" y="2817700"/>
                  <a:ext cx="27825" cy="26450"/>
                </a:xfrm>
                <a:custGeom>
                  <a:avLst/>
                  <a:gdLst/>
                  <a:ahLst/>
                  <a:cxnLst/>
                  <a:rect l="l" t="t" r="r" b="b"/>
                  <a:pathLst>
                    <a:path w="1113" h="1058" extrusionOk="0">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60" name="Google Shape;9860;p61"/>
                <p:cNvSpPr/>
                <p:nvPr/>
              </p:nvSpPr>
              <p:spPr>
                <a:xfrm>
                  <a:off x="3261988" y="2817700"/>
                  <a:ext cx="27225" cy="26000"/>
                </a:xfrm>
                <a:custGeom>
                  <a:avLst/>
                  <a:gdLst/>
                  <a:ahLst/>
                  <a:cxnLst/>
                  <a:rect l="l" t="t" r="r" b="b"/>
                  <a:pathLst>
                    <a:path w="1089" h="1040" extrusionOk="0">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61" name="Google Shape;9861;p61"/>
                <p:cNvSpPr/>
                <p:nvPr/>
              </p:nvSpPr>
              <p:spPr>
                <a:xfrm>
                  <a:off x="3327313" y="2817700"/>
                  <a:ext cx="27375" cy="26000"/>
                </a:xfrm>
                <a:custGeom>
                  <a:avLst/>
                  <a:gdLst/>
                  <a:ahLst/>
                  <a:cxnLst/>
                  <a:rect l="l" t="t" r="r" b="b"/>
                  <a:pathLst>
                    <a:path w="1095" h="1040" extrusionOk="0">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62" name="Google Shape;9862;p61"/>
                <p:cNvSpPr/>
                <p:nvPr/>
              </p:nvSpPr>
              <p:spPr>
                <a:xfrm>
                  <a:off x="3392463" y="2817700"/>
                  <a:ext cx="27825" cy="26450"/>
                </a:xfrm>
                <a:custGeom>
                  <a:avLst/>
                  <a:gdLst/>
                  <a:ahLst/>
                  <a:cxnLst/>
                  <a:rect l="l" t="t" r="r" b="b"/>
                  <a:pathLst>
                    <a:path w="1113" h="1058" extrusionOk="0">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63" name="Google Shape;9863;p61"/>
                <p:cNvSpPr/>
                <p:nvPr/>
              </p:nvSpPr>
              <p:spPr>
                <a:xfrm>
                  <a:off x="3458063" y="2817700"/>
                  <a:ext cx="27225" cy="26000"/>
                </a:xfrm>
                <a:custGeom>
                  <a:avLst/>
                  <a:gdLst/>
                  <a:ahLst/>
                  <a:cxnLst/>
                  <a:rect l="l" t="t" r="r" b="b"/>
                  <a:pathLst>
                    <a:path w="1089" h="1040" extrusionOk="0">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64" name="Google Shape;9864;p61"/>
                <p:cNvSpPr/>
                <p:nvPr/>
              </p:nvSpPr>
              <p:spPr>
                <a:xfrm>
                  <a:off x="3523388" y="2817700"/>
                  <a:ext cx="27375" cy="26000"/>
                </a:xfrm>
                <a:custGeom>
                  <a:avLst/>
                  <a:gdLst/>
                  <a:ahLst/>
                  <a:cxnLst/>
                  <a:rect l="l" t="t" r="r" b="b"/>
                  <a:pathLst>
                    <a:path w="1095" h="1040" extrusionOk="0">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65" name="Google Shape;9865;p61"/>
                <p:cNvSpPr/>
                <p:nvPr/>
              </p:nvSpPr>
              <p:spPr>
                <a:xfrm>
                  <a:off x="3588538" y="2817700"/>
                  <a:ext cx="27850" cy="26450"/>
                </a:xfrm>
                <a:custGeom>
                  <a:avLst/>
                  <a:gdLst/>
                  <a:ahLst/>
                  <a:cxnLst/>
                  <a:rect l="l" t="t" r="r" b="b"/>
                  <a:pathLst>
                    <a:path w="1114" h="1058" extrusionOk="0">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66" name="Google Shape;9866;p61"/>
                <p:cNvSpPr/>
                <p:nvPr/>
              </p:nvSpPr>
              <p:spPr>
                <a:xfrm>
                  <a:off x="3654163" y="2817700"/>
                  <a:ext cx="27225" cy="26000"/>
                </a:xfrm>
                <a:custGeom>
                  <a:avLst/>
                  <a:gdLst/>
                  <a:ahLst/>
                  <a:cxnLst/>
                  <a:rect l="l" t="t" r="r" b="b"/>
                  <a:pathLst>
                    <a:path w="1089" h="1040" extrusionOk="0">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67" name="Google Shape;9867;p61"/>
                <p:cNvSpPr/>
                <p:nvPr/>
              </p:nvSpPr>
              <p:spPr>
                <a:xfrm>
                  <a:off x="3719463" y="2817700"/>
                  <a:ext cx="27375" cy="26000"/>
                </a:xfrm>
                <a:custGeom>
                  <a:avLst/>
                  <a:gdLst/>
                  <a:ahLst/>
                  <a:cxnLst/>
                  <a:rect l="l" t="t" r="r" b="b"/>
                  <a:pathLst>
                    <a:path w="1095" h="1040" extrusionOk="0">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68" name="Google Shape;9868;p61"/>
                <p:cNvSpPr/>
                <p:nvPr/>
              </p:nvSpPr>
              <p:spPr>
                <a:xfrm>
                  <a:off x="3784938" y="2817700"/>
                  <a:ext cx="27225" cy="26000"/>
                </a:xfrm>
                <a:custGeom>
                  <a:avLst/>
                  <a:gdLst/>
                  <a:ahLst/>
                  <a:cxnLst/>
                  <a:rect l="l" t="t" r="r" b="b"/>
                  <a:pathLst>
                    <a:path w="1089" h="1040" extrusionOk="0">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69" name="Google Shape;9869;p61"/>
                <p:cNvSpPr/>
                <p:nvPr/>
              </p:nvSpPr>
              <p:spPr>
                <a:xfrm>
                  <a:off x="3850238" y="2817700"/>
                  <a:ext cx="27225" cy="26000"/>
                </a:xfrm>
                <a:custGeom>
                  <a:avLst/>
                  <a:gdLst/>
                  <a:ahLst/>
                  <a:cxnLst/>
                  <a:rect l="l" t="t" r="r" b="b"/>
                  <a:pathLst>
                    <a:path w="1089" h="1040" extrusionOk="0">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9870" name="Google Shape;9870;p61"/>
            <p:cNvGrpSpPr/>
            <p:nvPr/>
          </p:nvGrpSpPr>
          <p:grpSpPr>
            <a:xfrm>
              <a:off x="3090338" y="2927425"/>
              <a:ext cx="389575" cy="1365675"/>
              <a:chOff x="3090338" y="2927425"/>
              <a:chExt cx="389575" cy="1365675"/>
            </a:xfrm>
          </p:grpSpPr>
          <p:grpSp>
            <p:nvGrpSpPr>
              <p:cNvPr id="9871" name="Google Shape;9871;p61"/>
              <p:cNvGrpSpPr/>
              <p:nvPr/>
            </p:nvGrpSpPr>
            <p:grpSpPr>
              <a:xfrm>
                <a:off x="3090338" y="2927425"/>
                <a:ext cx="389575" cy="202550"/>
                <a:chOff x="3090338" y="2927425"/>
                <a:chExt cx="389575" cy="202550"/>
              </a:xfrm>
            </p:grpSpPr>
            <p:sp>
              <p:nvSpPr>
                <p:cNvPr id="9872" name="Google Shape;9872;p61"/>
                <p:cNvSpPr/>
                <p:nvPr/>
              </p:nvSpPr>
              <p:spPr>
                <a:xfrm>
                  <a:off x="3090338" y="2927425"/>
                  <a:ext cx="389575" cy="202550"/>
                </a:xfrm>
                <a:custGeom>
                  <a:avLst/>
                  <a:gdLst/>
                  <a:ahLst/>
                  <a:cxnLst/>
                  <a:rect l="l" t="t" r="r" b="b"/>
                  <a:pathLst>
                    <a:path w="15583" h="8102" extrusionOk="0">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73" name="Google Shape;9873;p61"/>
                <p:cNvSpPr/>
                <p:nvPr/>
              </p:nvSpPr>
              <p:spPr>
                <a:xfrm>
                  <a:off x="3102338" y="2950925"/>
                  <a:ext cx="359300" cy="155850"/>
                </a:xfrm>
                <a:custGeom>
                  <a:avLst/>
                  <a:gdLst/>
                  <a:ahLst/>
                  <a:cxnLst/>
                  <a:rect l="l" t="t" r="r" b="b"/>
                  <a:pathLst>
                    <a:path w="14372" h="6234" extrusionOk="0">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874" name="Google Shape;9874;p61"/>
              <p:cNvGrpSpPr/>
              <p:nvPr/>
            </p:nvGrpSpPr>
            <p:grpSpPr>
              <a:xfrm>
                <a:off x="3090338" y="3218150"/>
                <a:ext cx="389575" cy="202575"/>
                <a:chOff x="3090338" y="3218150"/>
                <a:chExt cx="389575" cy="202575"/>
              </a:xfrm>
            </p:grpSpPr>
            <p:sp>
              <p:nvSpPr>
                <p:cNvPr id="9875" name="Google Shape;9875;p61"/>
                <p:cNvSpPr/>
                <p:nvPr/>
              </p:nvSpPr>
              <p:spPr>
                <a:xfrm>
                  <a:off x="3090338" y="3218150"/>
                  <a:ext cx="389575" cy="202575"/>
                </a:xfrm>
                <a:custGeom>
                  <a:avLst/>
                  <a:gdLst/>
                  <a:ahLst/>
                  <a:cxnLst/>
                  <a:rect l="l" t="t" r="r" b="b"/>
                  <a:pathLst>
                    <a:path w="15583" h="8103" extrusionOk="0">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76" name="Google Shape;9876;p61"/>
                <p:cNvSpPr/>
                <p:nvPr/>
              </p:nvSpPr>
              <p:spPr>
                <a:xfrm>
                  <a:off x="3102488" y="3241525"/>
                  <a:ext cx="359150" cy="155825"/>
                </a:xfrm>
                <a:custGeom>
                  <a:avLst/>
                  <a:gdLst/>
                  <a:ahLst/>
                  <a:cxnLst/>
                  <a:rect l="l" t="t" r="r" b="b"/>
                  <a:pathLst>
                    <a:path w="14366" h="6233" extrusionOk="0">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877" name="Google Shape;9877;p61"/>
              <p:cNvGrpSpPr/>
              <p:nvPr/>
            </p:nvGrpSpPr>
            <p:grpSpPr>
              <a:xfrm>
                <a:off x="3090338" y="3509050"/>
                <a:ext cx="389575" cy="202550"/>
                <a:chOff x="3090338" y="3509050"/>
                <a:chExt cx="389575" cy="202550"/>
              </a:xfrm>
            </p:grpSpPr>
            <p:sp>
              <p:nvSpPr>
                <p:cNvPr id="9878" name="Google Shape;9878;p61"/>
                <p:cNvSpPr/>
                <p:nvPr/>
              </p:nvSpPr>
              <p:spPr>
                <a:xfrm>
                  <a:off x="3090338" y="3509050"/>
                  <a:ext cx="389575" cy="202550"/>
                </a:xfrm>
                <a:custGeom>
                  <a:avLst/>
                  <a:gdLst/>
                  <a:ahLst/>
                  <a:cxnLst/>
                  <a:rect l="l" t="t" r="r" b="b"/>
                  <a:pathLst>
                    <a:path w="15583" h="8102" extrusionOk="0">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79" name="Google Shape;9879;p61"/>
                <p:cNvSpPr/>
                <p:nvPr/>
              </p:nvSpPr>
              <p:spPr>
                <a:xfrm>
                  <a:off x="3102488" y="3532400"/>
                  <a:ext cx="359150" cy="155850"/>
                </a:xfrm>
                <a:custGeom>
                  <a:avLst/>
                  <a:gdLst/>
                  <a:ahLst/>
                  <a:cxnLst/>
                  <a:rect l="l" t="t" r="r" b="b"/>
                  <a:pathLst>
                    <a:path w="14366" h="6234" extrusionOk="0">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880" name="Google Shape;9880;p61"/>
              <p:cNvGrpSpPr/>
              <p:nvPr/>
            </p:nvGrpSpPr>
            <p:grpSpPr>
              <a:xfrm>
                <a:off x="3090338" y="3799800"/>
                <a:ext cx="389575" cy="202550"/>
                <a:chOff x="3090338" y="3799800"/>
                <a:chExt cx="389575" cy="202550"/>
              </a:xfrm>
            </p:grpSpPr>
            <p:sp>
              <p:nvSpPr>
                <p:cNvPr id="9881" name="Google Shape;9881;p61"/>
                <p:cNvSpPr/>
                <p:nvPr/>
              </p:nvSpPr>
              <p:spPr>
                <a:xfrm>
                  <a:off x="3090338" y="3799800"/>
                  <a:ext cx="389575" cy="202550"/>
                </a:xfrm>
                <a:custGeom>
                  <a:avLst/>
                  <a:gdLst/>
                  <a:ahLst/>
                  <a:cxnLst/>
                  <a:rect l="l" t="t" r="r" b="b"/>
                  <a:pathLst>
                    <a:path w="15583" h="8102" extrusionOk="0">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82" name="Google Shape;9882;p61"/>
                <p:cNvSpPr/>
                <p:nvPr/>
              </p:nvSpPr>
              <p:spPr>
                <a:xfrm>
                  <a:off x="3102488" y="3823150"/>
                  <a:ext cx="359150" cy="155850"/>
                </a:xfrm>
                <a:custGeom>
                  <a:avLst/>
                  <a:gdLst/>
                  <a:ahLst/>
                  <a:cxnLst/>
                  <a:rect l="l" t="t" r="r" b="b"/>
                  <a:pathLst>
                    <a:path w="14366" h="6234" extrusionOk="0">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883" name="Google Shape;9883;p61"/>
              <p:cNvGrpSpPr/>
              <p:nvPr/>
            </p:nvGrpSpPr>
            <p:grpSpPr>
              <a:xfrm>
                <a:off x="3090338" y="4090525"/>
                <a:ext cx="389575" cy="202575"/>
                <a:chOff x="3090338" y="4090525"/>
                <a:chExt cx="389575" cy="202575"/>
              </a:xfrm>
            </p:grpSpPr>
            <p:sp>
              <p:nvSpPr>
                <p:cNvPr id="9884" name="Google Shape;9884;p61"/>
                <p:cNvSpPr/>
                <p:nvPr/>
              </p:nvSpPr>
              <p:spPr>
                <a:xfrm>
                  <a:off x="3090338" y="4090525"/>
                  <a:ext cx="389575" cy="202575"/>
                </a:xfrm>
                <a:custGeom>
                  <a:avLst/>
                  <a:gdLst/>
                  <a:ahLst/>
                  <a:cxnLst/>
                  <a:rect l="l" t="t" r="r" b="b"/>
                  <a:pathLst>
                    <a:path w="15583" h="8103" extrusionOk="0">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85" name="Google Shape;9885;p61"/>
                <p:cNvSpPr/>
                <p:nvPr/>
              </p:nvSpPr>
              <p:spPr>
                <a:xfrm>
                  <a:off x="3102488" y="4113875"/>
                  <a:ext cx="359150" cy="155850"/>
                </a:xfrm>
                <a:custGeom>
                  <a:avLst/>
                  <a:gdLst/>
                  <a:ahLst/>
                  <a:cxnLst/>
                  <a:rect l="l" t="t" r="r" b="b"/>
                  <a:pathLst>
                    <a:path w="14366" h="6234" extrusionOk="0">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9886" name="Google Shape;9886;p61"/>
            <p:cNvGrpSpPr/>
            <p:nvPr/>
          </p:nvGrpSpPr>
          <p:grpSpPr>
            <a:xfrm>
              <a:off x="3602363" y="2927425"/>
              <a:ext cx="389575" cy="1365675"/>
              <a:chOff x="3602363" y="2927425"/>
              <a:chExt cx="389575" cy="1365675"/>
            </a:xfrm>
          </p:grpSpPr>
          <p:grpSp>
            <p:nvGrpSpPr>
              <p:cNvPr id="9887" name="Google Shape;9887;p61"/>
              <p:cNvGrpSpPr/>
              <p:nvPr/>
            </p:nvGrpSpPr>
            <p:grpSpPr>
              <a:xfrm>
                <a:off x="3602363" y="2927425"/>
                <a:ext cx="389575" cy="202550"/>
                <a:chOff x="3602363" y="2927425"/>
                <a:chExt cx="389575" cy="202550"/>
              </a:xfrm>
            </p:grpSpPr>
            <p:sp>
              <p:nvSpPr>
                <p:cNvPr id="9888" name="Google Shape;9888;p61"/>
                <p:cNvSpPr/>
                <p:nvPr/>
              </p:nvSpPr>
              <p:spPr>
                <a:xfrm>
                  <a:off x="3602363" y="2927425"/>
                  <a:ext cx="389575" cy="202550"/>
                </a:xfrm>
                <a:custGeom>
                  <a:avLst/>
                  <a:gdLst/>
                  <a:ahLst/>
                  <a:cxnLst/>
                  <a:rect l="l" t="t" r="r" b="b"/>
                  <a:pathLst>
                    <a:path w="15583" h="8102" extrusionOk="0">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89" name="Google Shape;9889;p61"/>
                <p:cNvSpPr/>
                <p:nvPr/>
              </p:nvSpPr>
              <p:spPr>
                <a:xfrm>
                  <a:off x="3614363" y="2950925"/>
                  <a:ext cx="359300" cy="155850"/>
                </a:xfrm>
                <a:custGeom>
                  <a:avLst/>
                  <a:gdLst/>
                  <a:ahLst/>
                  <a:cxnLst/>
                  <a:rect l="l" t="t" r="r" b="b"/>
                  <a:pathLst>
                    <a:path w="14372" h="6234" extrusionOk="0">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890" name="Google Shape;9890;p61"/>
              <p:cNvGrpSpPr/>
              <p:nvPr/>
            </p:nvGrpSpPr>
            <p:grpSpPr>
              <a:xfrm>
                <a:off x="3602363" y="3218150"/>
                <a:ext cx="389575" cy="202575"/>
                <a:chOff x="3602363" y="3218150"/>
                <a:chExt cx="389575" cy="202575"/>
              </a:xfrm>
            </p:grpSpPr>
            <p:sp>
              <p:nvSpPr>
                <p:cNvPr id="9891" name="Google Shape;9891;p61"/>
                <p:cNvSpPr/>
                <p:nvPr/>
              </p:nvSpPr>
              <p:spPr>
                <a:xfrm>
                  <a:off x="3602363" y="3218150"/>
                  <a:ext cx="389575" cy="202575"/>
                </a:xfrm>
                <a:custGeom>
                  <a:avLst/>
                  <a:gdLst/>
                  <a:ahLst/>
                  <a:cxnLst/>
                  <a:rect l="l" t="t" r="r" b="b"/>
                  <a:pathLst>
                    <a:path w="15583" h="8103" extrusionOk="0">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92" name="Google Shape;9892;p61"/>
                <p:cNvSpPr/>
                <p:nvPr/>
              </p:nvSpPr>
              <p:spPr>
                <a:xfrm>
                  <a:off x="3614513" y="3241525"/>
                  <a:ext cx="359150" cy="155825"/>
                </a:xfrm>
                <a:custGeom>
                  <a:avLst/>
                  <a:gdLst/>
                  <a:ahLst/>
                  <a:cxnLst/>
                  <a:rect l="l" t="t" r="r" b="b"/>
                  <a:pathLst>
                    <a:path w="14366" h="6233" extrusionOk="0">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893" name="Google Shape;9893;p61"/>
              <p:cNvGrpSpPr/>
              <p:nvPr/>
            </p:nvGrpSpPr>
            <p:grpSpPr>
              <a:xfrm>
                <a:off x="3602363" y="3509050"/>
                <a:ext cx="389575" cy="202550"/>
                <a:chOff x="3602363" y="3509050"/>
                <a:chExt cx="389575" cy="202550"/>
              </a:xfrm>
            </p:grpSpPr>
            <p:sp>
              <p:nvSpPr>
                <p:cNvPr id="9894" name="Google Shape;9894;p61"/>
                <p:cNvSpPr/>
                <p:nvPr/>
              </p:nvSpPr>
              <p:spPr>
                <a:xfrm>
                  <a:off x="3602363" y="3509050"/>
                  <a:ext cx="389575" cy="202550"/>
                </a:xfrm>
                <a:custGeom>
                  <a:avLst/>
                  <a:gdLst/>
                  <a:ahLst/>
                  <a:cxnLst/>
                  <a:rect l="l" t="t" r="r" b="b"/>
                  <a:pathLst>
                    <a:path w="15583" h="8102" extrusionOk="0">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95" name="Google Shape;9895;p61"/>
                <p:cNvSpPr/>
                <p:nvPr/>
              </p:nvSpPr>
              <p:spPr>
                <a:xfrm>
                  <a:off x="3614513" y="3532400"/>
                  <a:ext cx="359150" cy="155850"/>
                </a:xfrm>
                <a:custGeom>
                  <a:avLst/>
                  <a:gdLst/>
                  <a:ahLst/>
                  <a:cxnLst/>
                  <a:rect l="l" t="t" r="r" b="b"/>
                  <a:pathLst>
                    <a:path w="14366" h="6234" extrusionOk="0">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896" name="Google Shape;9896;p61"/>
              <p:cNvGrpSpPr/>
              <p:nvPr/>
            </p:nvGrpSpPr>
            <p:grpSpPr>
              <a:xfrm>
                <a:off x="3602363" y="3799800"/>
                <a:ext cx="389575" cy="202550"/>
                <a:chOff x="3602363" y="3799800"/>
                <a:chExt cx="389575" cy="202550"/>
              </a:xfrm>
            </p:grpSpPr>
            <p:sp>
              <p:nvSpPr>
                <p:cNvPr id="9897" name="Google Shape;9897;p61"/>
                <p:cNvSpPr/>
                <p:nvPr/>
              </p:nvSpPr>
              <p:spPr>
                <a:xfrm>
                  <a:off x="3602363" y="3799800"/>
                  <a:ext cx="389575" cy="202550"/>
                </a:xfrm>
                <a:custGeom>
                  <a:avLst/>
                  <a:gdLst/>
                  <a:ahLst/>
                  <a:cxnLst/>
                  <a:rect l="l" t="t" r="r" b="b"/>
                  <a:pathLst>
                    <a:path w="15583" h="8102" extrusionOk="0">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898" name="Google Shape;9898;p61"/>
                <p:cNvSpPr/>
                <p:nvPr/>
              </p:nvSpPr>
              <p:spPr>
                <a:xfrm>
                  <a:off x="3614513" y="3823150"/>
                  <a:ext cx="359150" cy="155850"/>
                </a:xfrm>
                <a:custGeom>
                  <a:avLst/>
                  <a:gdLst/>
                  <a:ahLst/>
                  <a:cxnLst/>
                  <a:rect l="l" t="t" r="r" b="b"/>
                  <a:pathLst>
                    <a:path w="14366" h="6234" extrusionOk="0">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899" name="Google Shape;9899;p61"/>
              <p:cNvGrpSpPr/>
              <p:nvPr/>
            </p:nvGrpSpPr>
            <p:grpSpPr>
              <a:xfrm>
                <a:off x="3602363" y="4090525"/>
                <a:ext cx="389575" cy="202575"/>
                <a:chOff x="3602363" y="4090525"/>
                <a:chExt cx="389575" cy="202575"/>
              </a:xfrm>
            </p:grpSpPr>
            <p:sp>
              <p:nvSpPr>
                <p:cNvPr id="9900" name="Google Shape;9900;p61"/>
                <p:cNvSpPr/>
                <p:nvPr/>
              </p:nvSpPr>
              <p:spPr>
                <a:xfrm>
                  <a:off x="3602363" y="4090525"/>
                  <a:ext cx="389575" cy="202575"/>
                </a:xfrm>
                <a:custGeom>
                  <a:avLst/>
                  <a:gdLst/>
                  <a:ahLst/>
                  <a:cxnLst/>
                  <a:rect l="l" t="t" r="r" b="b"/>
                  <a:pathLst>
                    <a:path w="15583" h="8103" extrusionOk="0">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01" name="Google Shape;9901;p61"/>
                <p:cNvSpPr/>
                <p:nvPr/>
              </p:nvSpPr>
              <p:spPr>
                <a:xfrm>
                  <a:off x="3614513" y="4113875"/>
                  <a:ext cx="359150" cy="155850"/>
                </a:xfrm>
                <a:custGeom>
                  <a:avLst/>
                  <a:gdLst/>
                  <a:ahLst/>
                  <a:cxnLst/>
                  <a:rect l="l" t="t" r="r" b="b"/>
                  <a:pathLst>
                    <a:path w="14366" h="6234" extrusionOk="0">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9902" name="Google Shape;9902;p61"/>
          <p:cNvGrpSpPr/>
          <p:nvPr/>
        </p:nvGrpSpPr>
        <p:grpSpPr>
          <a:xfrm>
            <a:off x="4358525" y="1562650"/>
            <a:ext cx="381425" cy="1329000"/>
            <a:chOff x="4358525" y="1562650"/>
            <a:chExt cx="381425" cy="1329000"/>
          </a:xfrm>
        </p:grpSpPr>
        <p:grpSp>
          <p:nvGrpSpPr>
            <p:cNvPr id="9903" name="Google Shape;9903;p61"/>
            <p:cNvGrpSpPr/>
            <p:nvPr/>
          </p:nvGrpSpPr>
          <p:grpSpPr>
            <a:xfrm>
              <a:off x="4358525" y="1562650"/>
              <a:ext cx="381425" cy="1329000"/>
              <a:chOff x="4358525" y="1562650"/>
              <a:chExt cx="381425" cy="1329000"/>
            </a:xfrm>
          </p:grpSpPr>
          <p:sp>
            <p:nvSpPr>
              <p:cNvPr id="9904" name="Google Shape;9904;p61"/>
              <p:cNvSpPr/>
              <p:nvPr/>
            </p:nvSpPr>
            <p:spPr>
              <a:xfrm>
                <a:off x="4458550" y="1632600"/>
                <a:ext cx="175225" cy="167075"/>
              </a:xfrm>
              <a:custGeom>
                <a:avLst/>
                <a:gdLst/>
                <a:ahLst/>
                <a:cxnLst/>
                <a:rect l="l" t="t" r="r" b="b"/>
                <a:pathLst>
                  <a:path w="7009" h="6683" extrusionOk="0">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905" name="Google Shape;9905;p61"/>
              <p:cNvGrpSpPr/>
              <p:nvPr/>
            </p:nvGrpSpPr>
            <p:grpSpPr>
              <a:xfrm>
                <a:off x="4358525" y="1619100"/>
                <a:ext cx="381425" cy="1272550"/>
                <a:chOff x="4358525" y="1619100"/>
                <a:chExt cx="381425" cy="1272550"/>
              </a:xfrm>
            </p:grpSpPr>
            <p:sp>
              <p:nvSpPr>
                <p:cNvPr id="9906" name="Google Shape;9906;p61"/>
                <p:cNvSpPr/>
                <p:nvPr/>
              </p:nvSpPr>
              <p:spPr>
                <a:xfrm>
                  <a:off x="4358525" y="1732025"/>
                  <a:ext cx="381425" cy="1159625"/>
                </a:xfrm>
                <a:custGeom>
                  <a:avLst/>
                  <a:gdLst/>
                  <a:ahLst/>
                  <a:cxnLst/>
                  <a:rect l="l" t="t" r="r" b="b"/>
                  <a:pathLst>
                    <a:path w="15257" h="46385" extrusionOk="0">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07" name="Google Shape;9907;p61"/>
                <p:cNvSpPr/>
                <p:nvPr/>
              </p:nvSpPr>
              <p:spPr>
                <a:xfrm>
                  <a:off x="4510350" y="1731875"/>
                  <a:ext cx="77775" cy="60725"/>
                </a:xfrm>
                <a:custGeom>
                  <a:avLst/>
                  <a:gdLst/>
                  <a:ahLst/>
                  <a:cxnLst/>
                  <a:rect l="l" t="t" r="r" b="b"/>
                  <a:pathLst>
                    <a:path w="3111" h="2429" extrusionOk="0">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08" name="Google Shape;9908;p61"/>
                <p:cNvSpPr/>
                <p:nvPr/>
              </p:nvSpPr>
              <p:spPr>
                <a:xfrm>
                  <a:off x="4485925" y="1619100"/>
                  <a:ext cx="126650" cy="162275"/>
                </a:xfrm>
                <a:custGeom>
                  <a:avLst/>
                  <a:gdLst/>
                  <a:ahLst/>
                  <a:cxnLst/>
                  <a:rect l="l" t="t" r="r" b="b"/>
                  <a:pathLst>
                    <a:path w="5066" h="6491" extrusionOk="0">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909" name="Google Shape;9909;p61"/>
              <p:cNvSpPr/>
              <p:nvPr/>
            </p:nvSpPr>
            <p:spPr>
              <a:xfrm>
                <a:off x="4445650" y="1562650"/>
                <a:ext cx="190125" cy="218425"/>
              </a:xfrm>
              <a:custGeom>
                <a:avLst/>
                <a:gdLst/>
                <a:ahLst/>
                <a:cxnLst/>
                <a:rect l="l" t="t" r="r" b="b"/>
                <a:pathLst>
                  <a:path w="7605" h="8737" extrusionOk="0">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910" name="Google Shape;9910;p61"/>
            <p:cNvSpPr/>
            <p:nvPr/>
          </p:nvSpPr>
          <p:spPr>
            <a:xfrm>
              <a:off x="4646675" y="1802575"/>
              <a:ext cx="1075" cy="16775"/>
            </a:xfrm>
            <a:custGeom>
              <a:avLst/>
              <a:gdLst/>
              <a:ahLst/>
              <a:cxnLst/>
              <a:rect l="l" t="t" r="r" b="b"/>
              <a:pathLst>
                <a:path w="43" h="671" extrusionOk="0">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11" name="Google Shape;9911;p61"/>
            <p:cNvSpPr/>
            <p:nvPr/>
          </p:nvSpPr>
          <p:spPr>
            <a:xfrm>
              <a:off x="4450725" y="1802575"/>
              <a:ext cx="950" cy="16775"/>
            </a:xfrm>
            <a:custGeom>
              <a:avLst/>
              <a:gdLst/>
              <a:ahLst/>
              <a:cxnLst/>
              <a:rect l="l" t="t" r="r" b="b"/>
              <a:pathLst>
                <a:path w="38" h="671" extrusionOk="0">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912" name="Google Shape;9912;p61"/>
            <p:cNvGrpSpPr/>
            <p:nvPr/>
          </p:nvGrpSpPr>
          <p:grpSpPr>
            <a:xfrm>
              <a:off x="4434425" y="1799150"/>
              <a:ext cx="229625" cy="176600"/>
              <a:chOff x="4434425" y="1799150"/>
              <a:chExt cx="229625" cy="176600"/>
            </a:xfrm>
          </p:grpSpPr>
          <p:sp>
            <p:nvSpPr>
              <p:cNvPr id="9913" name="Google Shape;9913;p61"/>
              <p:cNvSpPr/>
              <p:nvPr/>
            </p:nvSpPr>
            <p:spPr>
              <a:xfrm>
                <a:off x="4437500" y="1805750"/>
                <a:ext cx="223475" cy="170000"/>
              </a:xfrm>
              <a:custGeom>
                <a:avLst/>
                <a:gdLst/>
                <a:ahLst/>
                <a:cxnLst/>
                <a:rect l="l" t="t" r="r" b="b"/>
                <a:pathLst>
                  <a:path w="8939" h="6800" extrusionOk="0">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14" name="Google Shape;9914;p61"/>
              <p:cNvSpPr/>
              <p:nvPr/>
            </p:nvSpPr>
            <p:spPr>
              <a:xfrm>
                <a:off x="4434425" y="1799150"/>
                <a:ext cx="229625" cy="170050"/>
              </a:xfrm>
              <a:custGeom>
                <a:avLst/>
                <a:gdLst/>
                <a:ahLst/>
                <a:cxnLst/>
                <a:rect l="l" t="t" r="r" b="b"/>
                <a:pathLst>
                  <a:path w="9185" h="6802" extrusionOk="0">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15" name="Google Shape;9915;p61"/>
              <p:cNvSpPr/>
              <p:nvPr/>
            </p:nvSpPr>
            <p:spPr>
              <a:xfrm>
                <a:off x="4440425" y="1912450"/>
                <a:ext cx="217625" cy="56675"/>
              </a:xfrm>
              <a:custGeom>
                <a:avLst/>
                <a:gdLst/>
                <a:ahLst/>
                <a:cxnLst/>
                <a:rect l="l" t="t" r="r" b="b"/>
                <a:pathLst>
                  <a:path w="8705" h="2267" extrusionOk="0">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916" name="Google Shape;9916;p61"/>
            <p:cNvGrpSpPr/>
            <p:nvPr/>
          </p:nvGrpSpPr>
          <p:grpSpPr>
            <a:xfrm>
              <a:off x="4427975" y="2144625"/>
              <a:ext cx="241150" cy="131875"/>
              <a:chOff x="4427975" y="2144625"/>
              <a:chExt cx="241150" cy="131875"/>
            </a:xfrm>
          </p:grpSpPr>
          <p:sp>
            <p:nvSpPr>
              <p:cNvPr id="9917" name="Google Shape;9917;p61"/>
              <p:cNvSpPr/>
              <p:nvPr/>
            </p:nvSpPr>
            <p:spPr>
              <a:xfrm>
                <a:off x="4427975" y="2154475"/>
                <a:ext cx="241150" cy="122025"/>
              </a:xfrm>
              <a:custGeom>
                <a:avLst/>
                <a:gdLst/>
                <a:ahLst/>
                <a:cxnLst/>
                <a:rect l="l" t="t" r="r" b="b"/>
                <a:pathLst>
                  <a:path w="9646" h="4881" extrusionOk="0">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18" name="Google Shape;9918;p61"/>
              <p:cNvSpPr/>
              <p:nvPr/>
            </p:nvSpPr>
            <p:spPr>
              <a:xfrm>
                <a:off x="4427975" y="2144625"/>
                <a:ext cx="241150" cy="122050"/>
              </a:xfrm>
              <a:custGeom>
                <a:avLst/>
                <a:gdLst/>
                <a:ahLst/>
                <a:cxnLst/>
                <a:rect l="l" t="t" r="r" b="b"/>
                <a:pathLst>
                  <a:path w="9646" h="4882" extrusionOk="0">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19" name="Google Shape;9919;p61"/>
              <p:cNvSpPr/>
              <p:nvPr/>
            </p:nvSpPr>
            <p:spPr>
              <a:xfrm>
                <a:off x="4427975" y="2178600"/>
                <a:ext cx="240975" cy="88075"/>
              </a:xfrm>
              <a:custGeom>
                <a:avLst/>
                <a:gdLst/>
                <a:ahLst/>
                <a:cxnLst/>
                <a:rect l="l" t="t" r="r" b="b"/>
                <a:pathLst>
                  <a:path w="9639" h="3523" extrusionOk="0">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9920" name="Google Shape;9920;p61"/>
          <p:cNvGrpSpPr/>
          <p:nvPr/>
        </p:nvGrpSpPr>
        <p:grpSpPr>
          <a:xfrm>
            <a:off x="4331625" y="3022588"/>
            <a:ext cx="435225" cy="1370250"/>
            <a:chOff x="4331625" y="2992450"/>
            <a:chExt cx="435225" cy="1370250"/>
          </a:xfrm>
        </p:grpSpPr>
        <p:grpSp>
          <p:nvGrpSpPr>
            <p:cNvPr id="9921" name="Google Shape;9921;p61"/>
            <p:cNvGrpSpPr/>
            <p:nvPr/>
          </p:nvGrpSpPr>
          <p:grpSpPr>
            <a:xfrm>
              <a:off x="4331625" y="2992450"/>
              <a:ext cx="435225" cy="1370250"/>
              <a:chOff x="4331625" y="2992450"/>
              <a:chExt cx="435225" cy="1370250"/>
            </a:xfrm>
          </p:grpSpPr>
          <p:sp>
            <p:nvSpPr>
              <p:cNvPr id="9922" name="Google Shape;9922;p61"/>
              <p:cNvSpPr/>
              <p:nvPr/>
            </p:nvSpPr>
            <p:spPr>
              <a:xfrm>
                <a:off x="4331625" y="3172825"/>
                <a:ext cx="435225" cy="1189875"/>
              </a:xfrm>
              <a:custGeom>
                <a:avLst/>
                <a:gdLst/>
                <a:ahLst/>
                <a:cxnLst/>
                <a:rect l="l" t="t" r="r" b="b"/>
                <a:pathLst>
                  <a:path w="17409" h="47595" extrusionOk="0">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23" name="Google Shape;9923;p61"/>
              <p:cNvSpPr/>
              <p:nvPr/>
            </p:nvSpPr>
            <p:spPr>
              <a:xfrm>
                <a:off x="4473925" y="3018075"/>
                <a:ext cx="150475" cy="201175"/>
              </a:xfrm>
              <a:custGeom>
                <a:avLst/>
                <a:gdLst/>
                <a:ahLst/>
                <a:cxnLst/>
                <a:rect l="l" t="t" r="r" b="b"/>
                <a:pathLst>
                  <a:path w="6019" h="8047" extrusionOk="0">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24" name="Google Shape;9924;p61"/>
              <p:cNvSpPr/>
              <p:nvPr/>
            </p:nvSpPr>
            <p:spPr>
              <a:xfrm>
                <a:off x="4505900" y="3192950"/>
                <a:ext cx="86525" cy="38750"/>
              </a:xfrm>
              <a:custGeom>
                <a:avLst/>
                <a:gdLst/>
                <a:ahLst/>
                <a:cxnLst/>
                <a:rect l="l" t="t" r="r" b="b"/>
                <a:pathLst>
                  <a:path w="3461" h="1550" extrusionOk="0">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25" name="Google Shape;9925;p61"/>
              <p:cNvSpPr/>
              <p:nvPr/>
            </p:nvSpPr>
            <p:spPr>
              <a:xfrm>
                <a:off x="4465425" y="2992450"/>
                <a:ext cx="201850" cy="156325"/>
              </a:xfrm>
              <a:custGeom>
                <a:avLst/>
                <a:gdLst/>
                <a:ahLst/>
                <a:cxnLst/>
                <a:rect l="l" t="t" r="r" b="b"/>
                <a:pathLst>
                  <a:path w="8074" h="6253" extrusionOk="0">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926" name="Google Shape;9926;p61"/>
            <p:cNvGrpSpPr/>
            <p:nvPr/>
          </p:nvGrpSpPr>
          <p:grpSpPr>
            <a:xfrm>
              <a:off x="4415850" y="3599250"/>
              <a:ext cx="266625" cy="293850"/>
              <a:chOff x="4415850" y="3599250"/>
              <a:chExt cx="266625" cy="293850"/>
            </a:xfrm>
          </p:grpSpPr>
          <p:sp>
            <p:nvSpPr>
              <p:cNvPr id="9927" name="Google Shape;9927;p61"/>
              <p:cNvSpPr/>
              <p:nvPr/>
            </p:nvSpPr>
            <p:spPr>
              <a:xfrm>
                <a:off x="4423375" y="3863550"/>
                <a:ext cx="108500" cy="29550"/>
              </a:xfrm>
              <a:custGeom>
                <a:avLst/>
                <a:gdLst/>
                <a:ahLst/>
                <a:cxnLst/>
                <a:rect l="l" t="t" r="r" b="b"/>
                <a:pathLst>
                  <a:path w="4340" h="1182" extrusionOk="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28" name="Google Shape;9928;p61"/>
              <p:cNvSpPr/>
              <p:nvPr/>
            </p:nvSpPr>
            <p:spPr>
              <a:xfrm>
                <a:off x="4566425" y="3863550"/>
                <a:ext cx="108525" cy="29550"/>
              </a:xfrm>
              <a:custGeom>
                <a:avLst/>
                <a:gdLst/>
                <a:ahLst/>
                <a:cxnLst/>
                <a:rect l="l" t="t" r="r" b="b"/>
                <a:pathLst>
                  <a:path w="4341" h="1182" extrusionOk="0">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29" name="Google Shape;9929;p61"/>
              <p:cNvSpPr/>
              <p:nvPr/>
            </p:nvSpPr>
            <p:spPr>
              <a:xfrm>
                <a:off x="4415850" y="3617700"/>
                <a:ext cx="133400" cy="269700"/>
              </a:xfrm>
              <a:custGeom>
                <a:avLst/>
                <a:gdLst/>
                <a:ahLst/>
                <a:cxnLst/>
                <a:rect l="l" t="t" r="r" b="b"/>
                <a:pathLst>
                  <a:path w="5336" h="10788" extrusionOk="0">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30" name="Google Shape;9930;p61"/>
              <p:cNvSpPr/>
              <p:nvPr/>
            </p:nvSpPr>
            <p:spPr>
              <a:xfrm>
                <a:off x="4428900" y="3599250"/>
                <a:ext cx="120350" cy="36600"/>
              </a:xfrm>
              <a:custGeom>
                <a:avLst/>
                <a:gdLst/>
                <a:ahLst/>
                <a:cxnLst/>
                <a:rect l="l" t="t" r="r" b="b"/>
                <a:pathLst>
                  <a:path w="4814" h="1464" extrusionOk="0">
                    <a:moveTo>
                      <a:pt x="529" y="1"/>
                    </a:moveTo>
                    <a:cubicBezTo>
                      <a:pt x="1" y="1"/>
                      <a:pt x="81" y="1464"/>
                      <a:pt x="443" y="1464"/>
                    </a:cubicBezTo>
                    <a:lnTo>
                      <a:pt x="4814" y="1464"/>
                    </a:lnTo>
                    <a:lnTo>
                      <a:pt x="48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31" name="Google Shape;9931;p61"/>
              <p:cNvSpPr/>
              <p:nvPr/>
            </p:nvSpPr>
            <p:spPr>
              <a:xfrm>
                <a:off x="4416000" y="3857575"/>
                <a:ext cx="124950" cy="29525"/>
              </a:xfrm>
              <a:custGeom>
                <a:avLst/>
                <a:gdLst/>
                <a:ahLst/>
                <a:cxnLst/>
                <a:rect l="l" t="t" r="r" b="b"/>
                <a:pathLst>
                  <a:path w="4998" h="1181" extrusionOk="0">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32" name="Google Shape;9932;p61"/>
              <p:cNvSpPr/>
              <p:nvPr/>
            </p:nvSpPr>
            <p:spPr>
              <a:xfrm>
                <a:off x="4549225" y="3617700"/>
                <a:ext cx="133250" cy="269700"/>
              </a:xfrm>
              <a:custGeom>
                <a:avLst/>
                <a:gdLst/>
                <a:ahLst/>
                <a:cxnLst/>
                <a:rect l="l" t="t" r="r" b="b"/>
                <a:pathLst>
                  <a:path w="5330" h="10788" extrusionOk="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33" name="Google Shape;9933;p61"/>
              <p:cNvSpPr/>
              <p:nvPr/>
            </p:nvSpPr>
            <p:spPr>
              <a:xfrm>
                <a:off x="4549225" y="3599250"/>
                <a:ext cx="120200" cy="36600"/>
              </a:xfrm>
              <a:custGeom>
                <a:avLst/>
                <a:gdLst/>
                <a:ahLst/>
                <a:cxnLst/>
                <a:rect l="l" t="t" r="r" b="b"/>
                <a:pathLst>
                  <a:path w="4808" h="1464" extrusionOk="0">
                    <a:moveTo>
                      <a:pt x="1" y="1"/>
                    </a:moveTo>
                    <a:lnTo>
                      <a:pt x="1" y="1464"/>
                    </a:lnTo>
                    <a:lnTo>
                      <a:pt x="4365" y="1464"/>
                    </a:lnTo>
                    <a:cubicBezTo>
                      <a:pt x="4727" y="1464"/>
                      <a:pt x="4807" y="1"/>
                      <a:pt x="428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34" name="Google Shape;9934;p61"/>
              <p:cNvSpPr/>
              <p:nvPr/>
            </p:nvSpPr>
            <p:spPr>
              <a:xfrm>
                <a:off x="4557375" y="3857575"/>
                <a:ext cx="125100" cy="29525"/>
              </a:xfrm>
              <a:custGeom>
                <a:avLst/>
                <a:gdLst/>
                <a:ahLst/>
                <a:cxnLst/>
                <a:rect l="l" t="t" r="r" b="b"/>
                <a:pathLst>
                  <a:path w="5004" h="1181" extrusionOk="0">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35" name="Google Shape;9935;p61"/>
              <p:cNvSpPr/>
              <p:nvPr/>
            </p:nvSpPr>
            <p:spPr>
              <a:xfrm>
                <a:off x="4416000" y="3857575"/>
                <a:ext cx="266475" cy="29525"/>
              </a:xfrm>
              <a:custGeom>
                <a:avLst/>
                <a:gdLst/>
                <a:ahLst/>
                <a:cxnLst/>
                <a:rect l="l" t="t" r="r" b="b"/>
                <a:pathLst>
                  <a:path w="10659" h="1181" extrusionOk="0">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9936" name="Google Shape;9936;p61"/>
          <p:cNvGrpSpPr/>
          <p:nvPr/>
        </p:nvGrpSpPr>
        <p:grpSpPr>
          <a:xfrm>
            <a:off x="998276" y="1542725"/>
            <a:ext cx="1785800" cy="2843650"/>
            <a:chOff x="998276" y="1542725"/>
            <a:chExt cx="1785800" cy="2843650"/>
          </a:xfrm>
        </p:grpSpPr>
        <p:sp>
          <p:nvSpPr>
            <p:cNvPr id="9937" name="Google Shape;9937;p61"/>
            <p:cNvSpPr/>
            <p:nvPr/>
          </p:nvSpPr>
          <p:spPr>
            <a:xfrm>
              <a:off x="998276" y="1542725"/>
              <a:ext cx="1785800" cy="2843650"/>
            </a:xfrm>
            <a:custGeom>
              <a:avLst/>
              <a:gdLst/>
              <a:ahLst/>
              <a:cxnLst/>
              <a:rect l="l" t="t" r="r" b="b"/>
              <a:pathLst>
                <a:path w="71432" h="113746" extrusionOk="0">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938" name="Google Shape;9938;p61"/>
            <p:cNvGrpSpPr/>
            <p:nvPr/>
          </p:nvGrpSpPr>
          <p:grpSpPr>
            <a:xfrm>
              <a:off x="1459126" y="1614025"/>
              <a:ext cx="848725" cy="2691675"/>
              <a:chOff x="1459126" y="1614025"/>
              <a:chExt cx="848725" cy="2691675"/>
            </a:xfrm>
          </p:grpSpPr>
          <p:sp>
            <p:nvSpPr>
              <p:cNvPr id="9939" name="Google Shape;9939;p61"/>
              <p:cNvSpPr/>
              <p:nvPr/>
            </p:nvSpPr>
            <p:spPr>
              <a:xfrm>
                <a:off x="1577901" y="1614025"/>
                <a:ext cx="587050" cy="514500"/>
              </a:xfrm>
              <a:custGeom>
                <a:avLst/>
                <a:gdLst/>
                <a:ahLst/>
                <a:cxnLst/>
                <a:rect l="l" t="t" r="r" b="b"/>
                <a:pathLst>
                  <a:path w="23482" h="20580" extrusionOk="0">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940" name="Google Shape;9940;p61"/>
              <p:cNvGrpSpPr/>
              <p:nvPr/>
            </p:nvGrpSpPr>
            <p:grpSpPr>
              <a:xfrm>
                <a:off x="1459126" y="2549075"/>
                <a:ext cx="848725" cy="608875"/>
                <a:chOff x="1459126" y="2549075"/>
                <a:chExt cx="848725" cy="608875"/>
              </a:xfrm>
            </p:grpSpPr>
            <p:sp>
              <p:nvSpPr>
                <p:cNvPr id="9941" name="Google Shape;9941;p61"/>
                <p:cNvSpPr/>
                <p:nvPr/>
              </p:nvSpPr>
              <p:spPr>
                <a:xfrm>
                  <a:off x="1912751" y="2564925"/>
                  <a:ext cx="395100" cy="593025"/>
                </a:xfrm>
                <a:custGeom>
                  <a:avLst/>
                  <a:gdLst/>
                  <a:ahLst/>
                  <a:cxnLst/>
                  <a:rect l="l" t="t" r="r" b="b"/>
                  <a:pathLst>
                    <a:path w="15804" h="23721" extrusionOk="0">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42" name="Google Shape;9942;p61"/>
                <p:cNvSpPr/>
                <p:nvPr/>
              </p:nvSpPr>
              <p:spPr>
                <a:xfrm>
                  <a:off x="1459126" y="2549075"/>
                  <a:ext cx="395550" cy="593200"/>
                </a:xfrm>
                <a:custGeom>
                  <a:avLst/>
                  <a:gdLst/>
                  <a:ahLst/>
                  <a:cxnLst/>
                  <a:rect l="l" t="t" r="r" b="b"/>
                  <a:pathLst>
                    <a:path w="15822" h="23728" extrusionOk="0">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943" name="Google Shape;9943;p61"/>
              <p:cNvSpPr/>
              <p:nvPr/>
            </p:nvSpPr>
            <p:spPr>
              <a:xfrm>
                <a:off x="1834226" y="2227925"/>
                <a:ext cx="114650" cy="514800"/>
              </a:xfrm>
              <a:custGeom>
                <a:avLst/>
                <a:gdLst/>
                <a:ahLst/>
                <a:cxnLst/>
                <a:rect l="l" t="t" r="r" b="b"/>
                <a:pathLst>
                  <a:path w="4586" h="20592" extrusionOk="0">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44" name="Google Shape;9944;p61"/>
              <p:cNvSpPr/>
              <p:nvPr/>
            </p:nvSpPr>
            <p:spPr>
              <a:xfrm>
                <a:off x="1625226" y="3065100"/>
                <a:ext cx="639600" cy="411550"/>
              </a:xfrm>
              <a:custGeom>
                <a:avLst/>
                <a:gdLst/>
                <a:ahLst/>
                <a:cxnLst/>
                <a:rect l="l" t="t" r="r" b="b"/>
                <a:pathLst>
                  <a:path w="25584" h="16462" extrusionOk="0">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45" name="Google Shape;9945;p61"/>
              <p:cNvSpPr/>
              <p:nvPr/>
            </p:nvSpPr>
            <p:spPr>
              <a:xfrm>
                <a:off x="1524726" y="3048050"/>
                <a:ext cx="355325" cy="574750"/>
              </a:xfrm>
              <a:custGeom>
                <a:avLst/>
                <a:gdLst/>
                <a:ahLst/>
                <a:cxnLst/>
                <a:rect l="l" t="t" r="r" b="b"/>
                <a:pathLst>
                  <a:path w="14213" h="22990" extrusionOk="0">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946" name="Google Shape;9946;p61"/>
              <p:cNvGrpSpPr/>
              <p:nvPr/>
            </p:nvGrpSpPr>
            <p:grpSpPr>
              <a:xfrm>
                <a:off x="1674701" y="3317900"/>
                <a:ext cx="433525" cy="379725"/>
                <a:chOff x="1674701" y="3317900"/>
                <a:chExt cx="433525" cy="379725"/>
              </a:xfrm>
            </p:grpSpPr>
            <p:sp>
              <p:nvSpPr>
                <p:cNvPr id="9947" name="Google Shape;9947;p61"/>
                <p:cNvSpPr/>
                <p:nvPr/>
              </p:nvSpPr>
              <p:spPr>
                <a:xfrm>
                  <a:off x="1946101" y="3390425"/>
                  <a:ext cx="162125" cy="232050"/>
                </a:xfrm>
                <a:custGeom>
                  <a:avLst/>
                  <a:gdLst/>
                  <a:ahLst/>
                  <a:cxnLst/>
                  <a:rect l="l" t="t" r="r" b="b"/>
                  <a:pathLst>
                    <a:path w="6485" h="9282" extrusionOk="0">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48" name="Google Shape;9948;p61"/>
                <p:cNvSpPr/>
                <p:nvPr/>
              </p:nvSpPr>
              <p:spPr>
                <a:xfrm>
                  <a:off x="1674701" y="3385650"/>
                  <a:ext cx="162300" cy="232075"/>
                </a:xfrm>
                <a:custGeom>
                  <a:avLst/>
                  <a:gdLst/>
                  <a:ahLst/>
                  <a:cxnLst/>
                  <a:rect l="l" t="t" r="r" b="b"/>
                  <a:pathLst>
                    <a:path w="6492" h="9283" extrusionOk="0">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49" name="Google Shape;9949;p61"/>
                <p:cNvSpPr/>
                <p:nvPr/>
              </p:nvSpPr>
              <p:spPr>
                <a:xfrm>
                  <a:off x="1792726" y="3317900"/>
                  <a:ext cx="197650" cy="379725"/>
                </a:xfrm>
                <a:custGeom>
                  <a:avLst/>
                  <a:gdLst/>
                  <a:ahLst/>
                  <a:cxnLst/>
                  <a:rect l="l" t="t" r="r" b="b"/>
                  <a:pathLst>
                    <a:path w="7906" h="15189" extrusionOk="0">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9950" name="Google Shape;9950;p61"/>
              <p:cNvSpPr/>
              <p:nvPr/>
            </p:nvSpPr>
            <p:spPr>
              <a:xfrm>
                <a:off x="1513051" y="3450200"/>
                <a:ext cx="724875" cy="855500"/>
              </a:xfrm>
              <a:custGeom>
                <a:avLst/>
                <a:gdLst/>
                <a:ahLst/>
                <a:cxnLst/>
                <a:rect l="l" t="t" r="r" b="b"/>
                <a:pathLst>
                  <a:path w="28995" h="34220" extrusionOk="0">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51" name="Google Shape;9951;p61"/>
              <p:cNvSpPr/>
              <p:nvPr/>
            </p:nvSpPr>
            <p:spPr>
              <a:xfrm>
                <a:off x="1726651" y="2627300"/>
                <a:ext cx="281400" cy="432450"/>
              </a:xfrm>
              <a:custGeom>
                <a:avLst/>
                <a:gdLst/>
                <a:ahLst/>
                <a:cxnLst/>
                <a:rect l="l" t="t" r="r" b="b"/>
                <a:pathLst>
                  <a:path w="11256" h="17298" extrusionOk="0">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9952" name="Google Shape;9952;p61"/>
          <p:cNvGrpSpPr/>
          <p:nvPr/>
        </p:nvGrpSpPr>
        <p:grpSpPr>
          <a:xfrm>
            <a:off x="1234609" y="2417569"/>
            <a:ext cx="224507" cy="215983"/>
            <a:chOff x="2648935" y="1948120"/>
            <a:chExt cx="233594" cy="224748"/>
          </a:xfrm>
        </p:grpSpPr>
        <p:sp>
          <p:nvSpPr>
            <p:cNvPr id="9953" name="Google Shape;9953;p61"/>
            <p:cNvSpPr/>
            <p:nvPr/>
          </p:nvSpPr>
          <p:spPr>
            <a:xfrm>
              <a:off x="2648935" y="1948120"/>
              <a:ext cx="233594" cy="224748"/>
            </a:xfrm>
            <a:custGeom>
              <a:avLst/>
              <a:gdLst/>
              <a:ahLst/>
              <a:cxnLst/>
              <a:rect l="l" t="t" r="r" b="b"/>
              <a:pathLst>
                <a:path w="9243" h="8893" extrusionOk="0">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54" name="Google Shape;9954;p61"/>
            <p:cNvSpPr/>
            <p:nvPr/>
          </p:nvSpPr>
          <p:spPr>
            <a:xfrm>
              <a:off x="2733370" y="2023735"/>
              <a:ext cx="73695" cy="73568"/>
            </a:xfrm>
            <a:custGeom>
              <a:avLst/>
              <a:gdLst/>
              <a:ahLst/>
              <a:cxnLst/>
              <a:rect l="l" t="t" r="r" b="b"/>
              <a:pathLst>
                <a:path w="2916" h="2911" extrusionOk="0">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955" name="Google Shape;9955;p61"/>
          <p:cNvGrpSpPr/>
          <p:nvPr/>
        </p:nvGrpSpPr>
        <p:grpSpPr>
          <a:xfrm>
            <a:off x="2463611" y="3301566"/>
            <a:ext cx="330071" cy="317580"/>
            <a:chOff x="3628558" y="2776198"/>
            <a:chExt cx="257045" cy="247375"/>
          </a:xfrm>
        </p:grpSpPr>
        <p:sp>
          <p:nvSpPr>
            <p:cNvPr id="9956" name="Google Shape;9956;p61"/>
            <p:cNvSpPr/>
            <p:nvPr/>
          </p:nvSpPr>
          <p:spPr>
            <a:xfrm>
              <a:off x="3686627" y="2843457"/>
              <a:ext cx="131842" cy="112806"/>
            </a:xfrm>
            <a:custGeom>
              <a:avLst/>
              <a:gdLst/>
              <a:ahLst/>
              <a:cxnLst/>
              <a:rect l="l" t="t" r="r" b="b"/>
              <a:pathLst>
                <a:path w="5222" h="4468" extrusionOk="0">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57" name="Google Shape;9957;p61"/>
            <p:cNvSpPr/>
            <p:nvPr/>
          </p:nvSpPr>
          <p:spPr>
            <a:xfrm>
              <a:off x="3663097" y="2808237"/>
              <a:ext cx="190593" cy="183398"/>
            </a:xfrm>
            <a:custGeom>
              <a:avLst/>
              <a:gdLst/>
              <a:ahLst/>
              <a:cxnLst/>
              <a:rect l="l" t="t" r="r" b="b"/>
              <a:pathLst>
                <a:path w="7549" h="7264" extrusionOk="0">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58" name="Google Shape;9958;p61"/>
            <p:cNvSpPr/>
            <p:nvPr/>
          </p:nvSpPr>
          <p:spPr>
            <a:xfrm>
              <a:off x="3628558" y="2776198"/>
              <a:ext cx="257045" cy="247375"/>
            </a:xfrm>
            <a:custGeom>
              <a:avLst/>
              <a:gdLst/>
              <a:ahLst/>
              <a:cxnLst/>
              <a:rect l="l" t="t" r="r" b="b"/>
              <a:pathLst>
                <a:path w="10181" h="9798" extrusionOk="0">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959" name="Google Shape;9959;p61"/>
          <p:cNvGrpSpPr/>
          <p:nvPr/>
        </p:nvGrpSpPr>
        <p:grpSpPr>
          <a:xfrm>
            <a:off x="5117800" y="1548900"/>
            <a:ext cx="389275" cy="1356725"/>
            <a:chOff x="5117800" y="1548900"/>
            <a:chExt cx="389275" cy="1356725"/>
          </a:xfrm>
        </p:grpSpPr>
        <p:sp>
          <p:nvSpPr>
            <p:cNvPr id="9960" name="Google Shape;9960;p61"/>
            <p:cNvSpPr/>
            <p:nvPr/>
          </p:nvSpPr>
          <p:spPr>
            <a:xfrm>
              <a:off x="5220000" y="1620325"/>
              <a:ext cx="178725" cy="170600"/>
            </a:xfrm>
            <a:custGeom>
              <a:avLst/>
              <a:gdLst/>
              <a:ahLst/>
              <a:cxnLst/>
              <a:rect l="l" t="t" r="r" b="b"/>
              <a:pathLst>
                <a:path w="7149" h="6824" extrusionOk="0">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9961" name="Google Shape;9961;p61"/>
            <p:cNvGrpSpPr/>
            <p:nvPr/>
          </p:nvGrpSpPr>
          <p:grpSpPr>
            <a:xfrm>
              <a:off x="5117800" y="1606500"/>
              <a:ext cx="389275" cy="1299125"/>
              <a:chOff x="5117800" y="1606500"/>
              <a:chExt cx="389275" cy="1299125"/>
            </a:xfrm>
          </p:grpSpPr>
          <p:grpSp>
            <p:nvGrpSpPr>
              <p:cNvPr id="9962" name="Google Shape;9962;p61"/>
              <p:cNvGrpSpPr/>
              <p:nvPr/>
            </p:nvGrpSpPr>
            <p:grpSpPr>
              <a:xfrm>
                <a:off x="5117800" y="1606500"/>
                <a:ext cx="389275" cy="1299125"/>
                <a:chOff x="5117800" y="1606500"/>
                <a:chExt cx="389275" cy="1299125"/>
              </a:xfrm>
            </p:grpSpPr>
            <p:sp>
              <p:nvSpPr>
                <p:cNvPr id="9963" name="Google Shape;9963;p61"/>
                <p:cNvSpPr/>
                <p:nvPr/>
              </p:nvSpPr>
              <p:spPr>
                <a:xfrm>
                  <a:off x="5117800" y="1721575"/>
                  <a:ext cx="389275" cy="1184050"/>
                </a:xfrm>
                <a:custGeom>
                  <a:avLst/>
                  <a:gdLst/>
                  <a:ahLst/>
                  <a:cxnLst/>
                  <a:rect l="l" t="t" r="r" b="b"/>
                  <a:pathLst>
                    <a:path w="15571" h="47362" extrusionOk="0">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64" name="Google Shape;9964;p61"/>
                <p:cNvSpPr/>
                <p:nvPr/>
              </p:nvSpPr>
              <p:spPr>
                <a:xfrm>
                  <a:off x="5247800" y="1606500"/>
                  <a:ext cx="129275" cy="165675"/>
                </a:xfrm>
                <a:custGeom>
                  <a:avLst/>
                  <a:gdLst/>
                  <a:ahLst/>
                  <a:cxnLst/>
                  <a:rect l="l" t="t" r="r" b="b"/>
                  <a:pathLst>
                    <a:path w="5171" h="6627" extrusionOk="0">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9965" name="Google Shape;9965;p61"/>
              <p:cNvGrpSpPr/>
              <p:nvPr/>
            </p:nvGrpSpPr>
            <p:grpSpPr>
              <a:xfrm>
                <a:off x="5125650" y="1613550"/>
                <a:ext cx="373725" cy="1286875"/>
                <a:chOff x="5125650" y="1613550"/>
                <a:chExt cx="373725" cy="1286875"/>
              </a:xfrm>
            </p:grpSpPr>
            <p:sp>
              <p:nvSpPr>
                <p:cNvPr id="9966" name="Google Shape;9966;p61"/>
                <p:cNvSpPr/>
                <p:nvPr/>
              </p:nvSpPr>
              <p:spPr>
                <a:xfrm>
                  <a:off x="5221075" y="2221050"/>
                  <a:ext cx="53950" cy="335175"/>
                </a:xfrm>
                <a:custGeom>
                  <a:avLst/>
                  <a:gdLst/>
                  <a:ahLst/>
                  <a:cxnLst/>
                  <a:rect l="l" t="t" r="r" b="b"/>
                  <a:pathLst>
                    <a:path w="2158" h="13407" extrusionOk="0">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67" name="Google Shape;9967;p61"/>
                <p:cNvSpPr/>
                <p:nvPr/>
              </p:nvSpPr>
              <p:spPr>
                <a:xfrm>
                  <a:off x="5216150" y="2586575"/>
                  <a:ext cx="49800" cy="223800"/>
                </a:xfrm>
                <a:custGeom>
                  <a:avLst/>
                  <a:gdLst/>
                  <a:ahLst/>
                  <a:cxnLst/>
                  <a:rect l="l" t="t" r="r" b="b"/>
                  <a:pathLst>
                    <a:path w="1992" h="8952" extrusionOk="0">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68" name="Google Shape;9968;p61"/>
                <p:cNvSpPr/>
                <p:nvPr/>
              </p:nvSpPr>
              <p:spPr>
                <a:xfrm>
                  <a:off x="5236950" y="2807700"/>
                  <a:ext cx="32400" cy="24975"/>
                </a:xfrm>
                <a:custGeom>
                  <a:avLst/>
                  <a:gdLst/>
                  <a:ahLst/>
                  <a:cxnLst/>
                  <a:rect l="l" t="t" r="r" b="b"/>
                  <a:pathLst>
                    <a:path w="1296" h="999" extrusionOk="0">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69" name="Google Shape;9969;p61"/>
                <p:cNvSpPr/>
                <p:nvPr/>
              </p:nvSpPr>
              <p:spPr>
                <a:xfrm>
                  <a:off x="5259175" y="2830450"/>
                  <a:ext cx="11700" cy="28625"/>
                </a:xfrm>
                <a:custGeom>
                  <a:avLst/>
                  <a:gdLst/>
                  <a:ahLst/>
                  <a:cxnLst/>
                  <a:rect l="l" t="t" r="r" b="b"/>
                  <a:pathLst>
                    <a:path w="468" h="1145" extrusionOk="0">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70" name="Google Shape;9970;p61"/>
                <p:cNvSpPr/>
                <p:nvPr/>
              </p:nvSpPr>
              <p:spPr>
                <a:xfrm>
                  <a:off x="5252725" y="2831550"/>
                  <a:ext cx="8775" cy="28775"/>
                </a:xfrm>
                <a:custGeom>
                  <a:avLst/>
                  <a:gdLst/>
                  <a:ahLst/>
                  <a:cxnLst/>
                  <a:rect l="l" t="t" r="r" b="b"/>
                  <a:pathLst>
                    <a:path w="351" h="1151" extrusionOk="0">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71" name="Google Shape;9971;p61"/>
                <p:cNvSpPr/>
                <p:nvPr/>
              </p:nvSpPr>
              <p:spPr>
                <a:xfrm>
                  <a:off x="5244575" y="2833525"/>
                  <a:ext cx="7550" cy="27075"/>
                </a:xfrm>
                <a:custGeom>
                  <a:avLst/>
                  <a:gdLst/>
                  <a:ahLst/>
                  <a:cxnLst/>
                  <a:rect l="l" t="t" r="r" b="b"/>
                  <a:pathLst>
                    <a:path w="302" h="1083" extrusionOk="0">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72" name="Google Shape;9972;p61"/>
                <p:cNvSpPr/>
                <p:nvPr/>
              </p:nvSpPr>
              <p:spPr>
                <a:xfrm>
                  <a:off x="5263475" y="2882075"/>
                  <a:ext cx="8150" cy="10475"/>
                </a:xfrm>
                <a:custGeom>
                  <a:avLst/>
                  <a:gdLst/>
                  <a:ahLst/>
                  <a:cxnLst/>
                  <a:rect l="l" t="t" r="r" b="b"/>
                  <a:pathLst>
                    <a:path w="326" h="419" extrusionOk="0">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73" name="Google Shape;9973;p61"/>
                <p:cNvSpPr/>
                <p:nvPr/>
              </p:nvSpPr>
              <p:spPr>
                <a:xfrm>
                  <a:off x="5252725" y="2885275"/>
                  <a:ext cx="8475" cy="12900"/>
                </a:xfrm>
                <a:custGeom>
                  <a:avLst/>
                  <a:gdLst/>
                  <a:ahLst/>
                  <a:cxnLst/>
                  <a:rect l="l" t="t" r="r" b="b"/>
                  <a:pathLst>
                    <a:path w="339" h="516" extrusionOk="0">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74" name="Google Shape;9974;p61"/>
                <p:cNvSpPr/>
                <p:nvPr/>
              </p:nvSpPr>
              <p:spPr>
                <a:xfrm>
                  <a:off x="5242875" y="2886450"/>
                  <a:ext cx="7575" cy="13975"/>
                </a:xfrm>
                <a:custGeom>
                  <a:avLst/>
                  <a:gdLst/>
                  <a:ahLst/>
                  <a:cxnLst/>
                  <a:rect l="l" t="t" r="r" b="b"/>
                  <a:pathLst>
                    <a:path w="303" h="559" extrusionOk="0">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75" name="Google Shape;9975;p61"/>
                <p:cNvSpPr/>
                <p:nvPr/>
              </p:nvSpPr>
              <p:spPr>
                <a:xfrm>
                  <a:off x="5233350" y="2885150"/>
                  <a:ext cx="7400" cy="12900"/>
                </a:xfrm>
                <a:custGeom>
                  <a:avLst/>
                  <a:gdLst/>
                  <a:ahLst/>
                  <a:cxnLst/>
                  <a:rect l="l" t="t" r="r" b="b"/>
                  <a:pathLst>
                    <a:path w="296" h="516" extrusionOk="0">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76" name="Google Shape;9976;p61"/>
                <p:cNvSpPr/>
                <p:nvPr/>
              </p:nvSpPr>
              <p:spPr>
                <a:xfrm>
                  <a:off x="5227075" y="2881775"/>
                  <a:ext cx="6400" cy="9250"/>
                </a:xfrm>
                <a:custGeom>
                  <a:avLst/>
                  <a:gdLst/>
                  <a:ahLst/>
                  <a:cxnLst/>
                  <a:rect l="l" t="t" r="r" b="b"/>
                  <a:pathLst>
                    <a:path w="256" h="370" extrusionOk="0">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77" name="Google Shape;9977;p61"/>
                <p:cNvSpPr/>
                <p:nvPr/>
              </p:nvSpPr>
              <p:spPr>
                <a:xfrm>
                  <a:off x="5238425" y="2836575"/>
                  <a:ext cx="8475" cy="23350"/>
                </a:xfrm>
                <a:custGeom>
                  <a:avLst/>
                  <a:gdLst/>
                  <a:ahLst/>
                  <a:cxnLst/>
                  <a:rect l="l" t="t" r="r" b="b"/>
                  <a:pathLst>
                    <a:path w="339" h="934" extrusionOk="0">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78" name="Google Shape;9978;p61"/>
                <p:cNvSpPr/>
                <p:nvPr/>
              </p:nvSpPr>
              <p:spPr>
                <a:xfrm>
                  <a:off x="5232050" y="2840700"/>
                  <a:ext cx="9625" cy="17500"/>
                </a:xfrm>
                <a:custGeom>
                  <a:avLst/>
                  <a:gdLst/>
                  <a:ahLst/>
                  <a:cxnLst/>
                  <a:rect l="l" t="t" r="r" b="b"/>
                  <a:pathLst>
                    <a:path w="385" h="700" extrusionOk="0">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79" name="Google Shape;9979;p61"/>
                <p:cNvSpPr/>
                <p:nvPr/>
              </p:nvSpPr>
              <p:spPr>
                <a:xfrm>
                  <a:off x="5263025" y="2860375"/>
                  <a:ext cx="9400" cy="20600"/>
                </a:xfrm>
                <a:custGeom>
                  <a:avLst/>
                  <a:gdLst/>
                  <a:ahLst/>
                  <a:cxnLst/>
                  <a:rect l="l" t="t" r="r" b="b"/>
                  <a:pathLst>
                    <a:path w="376" h="824" extrusionOk="0">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80" name="Google Shape;9980;p61"/>
                <p:cNvSpPr/>
                <p:nvPr/>
              </p:nvSpPr>
              <p:spPr>
                <a:xfrm>
                  <a:off x="5253025" y="2862075"/>
                  <a:ext cx="7550" cy="21350"/>
                </a:xfrm>
                <a:custGeom>
                  <a:avLst/>
                  <a:gdLst/>
                  <a:ahLst/>
                  <a:cxnLst/>
                  <a:rect l="l" t="t" r="r" b="b"/>
                  <a:pathLst>
                    <a:path w="302" h="854" extrusionOk="0">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81" name="Google Shape;9981;p61"/>
                <p:cNvSpPr/>
                <p:nvPr/>
              </p:nvSpPr>
              <p:spPr>
                <a:xfrm>
                  <a:off x="5244425" y="2863800"/>
                  <a:ext cx="6175" cy="19550"/>
                </a:xfrm>
                <a:custGeom>
                  <a:avLst/>
                  <a:gdLst/>
                  <a:ahLst/>
                  <a:cxnLst/>
                  <a:rect l="l" t="t" r="r" b="b"/>
                  <a:pathLst>
                    <a:path w="247" h="782" extrusionOk="0">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82" name="Google Shape;9982;p61"/>
                <p:cNvSpPr/>
                <p:nvPr/>
              </p:nvSpPr>
              <p:spPr>
                <a:xfrm>
                  <a:off x="5235675" y="2863500"/>
                  <a:ext cx="5850" cy="18775"/>
                </a:xfrm>
                <a:custGeom>
                  <a:avLst/>
                  <a:gdLst/>
                  <a:ahLst/>
                  <a:cxnLst/>
                  <a:rect l="l" t="t" r="r" b="b"/>
                  <a:pathLst>
                    <a:path w="234" h="751" extrusionOk="0">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83" name="Google Shape;9983;p61"/>
                <p:cNvSpPr/>
                <p:nvPr/>
              </p:nvSpPr>
              <p:spPr>
                <a:xfrm>
                  <a:off x="5227825" y="2862850"/>
                  <a:ext cx="6800" cy="16400"/>
                </a:xfrm>
                <a:custGeom>
                  <a:avLst/>
                  <a:gdLst/>
                  <a:ahLst/>
                  <a:cxnLst/>
                  <a:rect l="l" t="t" r="r" b="b"/>
                  <a:pathLst>
                    <a:path w="272" h="656" extrusionOk="0">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84" name="Google Shape;9984;p61"/>
                <p:cNvSpPr/>
                <p:nvPr/>
              </p:nvSpPr>
              <p:spPr>
                <a:xfrm>
                  <a:off x="5219375" y="2559325"/>
                  <a:ext cx="41050" cy="33625"/>
                </a:xfrm>
                <a:custGeom>
                  <a:avLst/>
                  <a:gdLst/>
                  <a:ahLst/>
                  <a:cxnLst/>
                  <a:rect l="l" t="t" r="r" b="b"/>
                  <a:pathLst>
                    <a:path w="1642" h="1345" extrusionOk="0">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85" name="Google Shape;9985;p61"/>
                <p:cNvSpPr/>
                <p:nvPr/>
              </p:nvSpPr>
              <p:spPr>
                <a:xfrm>
                  <a:off x="5208475" y="2128425"/>
                  <a:ext cx="208075" cy="116600"/>
                </a:xfrm>
                <a:custGeom>
                  <a:avLst/>
                  <a:gdLst/>
                  <a:ahLst/>
                  <a:cxnLst/>
                  <a:rect l="l" t="t" r="r" b="b"/>
                  <a:pathLst>
                    <a:path w="8323" h="4664" extrusionOk="0">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86" name="Google Shape;9986;p61"/>
                <p:cNvSpPr/>
                <p:nvPr/>
              </p:nvSpPr>
              <p:spPr>
                <a:xfrm>
                  <a:off x="5166825" y="1818475"/>
                  <a:ext cx="53800" cy="203850"/>
                </a:xfrm>
                <a:custGeom>
                  <a:avLst/>
                  <a:gdLst/>
                  <a:ahLst/>
                  <a:cxnLst/>
                  <a:rect l="l" t="t" r="r" b="b"/>
                  <a:pathLst>
                    <a:path w="2152" h="8154" extrusionOk="0">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87" name="Google Shape;9987;p61"/>
                <p:cNvSpPr/>
                <p:nvPr/>
              </p:nvSpPr>
              <p:spPr>
                <a:xfrm>
                  <a:off x="5132400" y="2022800"/>
                  <a:ext cx="67125" cy="185725"/>
                </a:xfrm>
                <a:custGeom>
                  <a:avLst/>
                  <a:gdLst/>
                  <a:ahLst/>
                  <a:cxnLst/>
                  <a:rect l="l" t="t" r="r" b="b"/>
                  <a:pathLst>
                    <a:path w="2685" h="7429" extrusionOk="0">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88" name="Google Shape;9988;p61"/>
                <p:cNvSpPr/>
                <p:nvPr/>
              </p:nvSpPr>
              <p:spPr>
                <a:xfrm>
                  <a:off x="5144375" y="2212375"/>
                  <a:ext cx="15100" cy="37250"/>
                </a:xfrm>
                <a:custGeom>
                  <a:avLst/>
                  <a:gdLst/>
                  <a:ahLst/>
                  <a:cxnLst/>
                  <a:rect l="l" t="t" r="r" b="b"/>
                  <a:pathLst>
                    <a:path w="604" h="1490" extrusionOk="0">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89" name="Google Shape;9989;p61"/>
                <p:cNvSpPr/>
                <p:nvPr/>
              </p:nvSpPr>
              <p:spPr>
                <a:xfrm>
                  <a:off x="5149150" y="2254150"/>
                  <a:ext cx="10000" cy="15600"/>
                </a:xfrm>
                <a:custGeom>
                  <a:avLst/>
                  <a:gdLst/>
                  <a:ahLst/>
                  <a:cxnLst/>
                  <a:rect l="l" t="t" r="r" b="b"/>
                  <a:pathLst>
                    <a:path w="400" h="624" extrusionOk="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90" name="Google Shape;9990;p61"/>
                <p:cNvSpPr/>
                <p:nvPr/>
              </p:nvSpPr>
              <p:spPr>
                <a:xfrm>
                  <a:off x="5152825" y="2275925"/>
                  <a:ext cx="5875" cy="10425"/>
                </a:xfrm>
                <a:custGeom>
                  <a:avLst/>
                  <a:gdLst/>
                  <a:ahLst/>
                  <a:cxnLst/>
                  <a:rect l="l" t="t" r="r" b="b"/>
                  <a:pathLst>
                    <a:path w="235" h="417" extrusionOk="0">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91" name="Google Shape;9991;p61"/>
                <p:cNvSpPr/>
                <p:nvPr/>
              </p:nvSpPr>
              <p:spPr>
                <a:xfrm>
                  <a:off x="5128250" y="2216675"/>
                  <a:ext cx="13550" cy="37100"/>
                </a:xfrm>
                <a:custGeom>
                  <a:avLst/>
                  <a:gdLst/>
                  <a:ahLst/>
                  <a:cxnLst/>
                  <a:rect l="l" t="t" r="r" b="b"/>
                  <a:pathLst>
                    <a:path w="542" h="1484" extrusionOk="0">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92" name="Google Shape;9992;p61"/>
                <p:cNvSpPr/>
                <p:nvPr/>
              </p:nvSpPr>
              <p:spPr>
                <a:xfrm>
                  <a:off x="5125650" y="2258950"/>
                  <a:ext cx="10000" cy="22800"/>
                </a:xfrm>
                <a:custGeom>
                  <a:avLst/>
                  <a:gdLst/>
                  <a:ahLst/>
                  <a:cxnLst/>
                  <a:rect l="l" t="t" r="r" b="b"/>
                  <a:pathLst>
                    <a:path w="400" h="912" extrusionOk="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93" name="Google Shape;9993;p61"/>
                <p:cNvSpPr/>
                <p:nvPr/>
              </p:nvSpPr>
              <p:spPr>
                <a:xfrm>
                  <a:off x="5130875" y="2286450"/>
                  <a:ext cx="11225" cy="17200"/>
                </a:xfrm>
                <a:custGeom>
                  <a:avLst/>
                  <a:gdLst/>
                  <a:ahLst/>
                  <a:cxnLst/>
                  <a:rect l="l" t="t" r="r" b="b"/>
                  <a:pathLst>
                    <a:path w="449" h="688" extrusionOk="0">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94" name="Google Shape;9994;p61"/>
                <p:cNvSpPr/>
                <p:nvPr/>
              </p:nvSpPr>
              <p:spPr>
                <a:xfrm>
                  <a:off x="5141625" y="2306150"/>
                  <a:ext cx="5250" cy="8000"/>
                </a:xfrm>
                <a:custGeom>
                  <a:avLst/>
                  <a:gdLst/>
                  <a:ahLst/>
                  <a:cxnLst/>
                  <a:rect l="l" t="t" r="r" b="b"/>
                  <a:pathLst>
                    <a:path w="210" h="320" extrusionOk="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95" name="Google Shape;9995;p61"/>
                <p:cNvSpPr/>
                <p:nvPr/>
              </p:nvSpPr>
              <p:spPr>
                <a:xfrm>
                  <a:off x="5229575" y="1823150"/>
                  <a:ext cx="82950" cy="196300"/>
                </a:xfrm>
                <a:custGeom>
                  <a:avLst/>
                  <a:gdLst/>
                  <a:ahLst/>
                  <a:cxnLst/>
                  <a:rect l="l" t="t" r="r" b="b"/>
                  <a:pathLst>
                    <a:path w="3318" h="7852" extrusionOk="0">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96" name="Google Shape;9996;p61"/>
                <p:cNvSpPr/>
                <p:nvPr/>
              </p:nvSpPr>
              <p:spPr>
                <a:xfrm>
                  <a:off x="5231925" y="1823375"/>
                  <a:ext cx="68775" cy="13925"/>
                </a:xfrm>
                <a:custGeom>
                  <a:avLst/>
                  <a:gdLst/>
                  <a:ahLst/>
                  <a:cxnLst/>
                  <a:rect l="l" t="t" r="r" b="b"/>
                  <a:pathLst>
                    <a:path w="2751" h="557" extrusionOk="0">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97" name="Google Shape;9997;p61"/>
                <p:cNvSpPr/>
                <p:nvPr/>
              </p:nvSpPr>
              <p:spPr>
                <a:xfrm>
                  <a:off x="5273175" y="1794500"/>
                  <a:ext cx="35050" cy="10050"/>
                </a:xfrm>
                <a:custGeom>
                  <a:avLst/>
                  <a:gdLst/>
                  <a:ahLst/>
                  <a:cxnLst/>
                  <a:rect l="l" t="t" r="r" b="b"/>
                  <a:pathLst>
                    <a:path w="1402" h="402" extrusionOk="0">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98" name="Google Shape;9998;p61"/>
                <p:cNvSpPr/>
                <p:nvPr/>
              </p:nvSpPr>
              <p:spPr>
                <a:xfrm>
                  <a:off x="5284975" y="1779250"/>
                  <a:ext cx="27250" cy="9250"/>
                </a:xfrm>
                <a:custGeom>
                  <a:avLst/>
                  <a:gdLst/>
                  <a:ahLst/>
                  <a:cxnLst/>
                  <a:rect l="l" t="t" r="r" b="b"/>
                  <a:pathLst>
                    <a:path w="1090" h="370" extrusionOk="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9999" name="Google Shape;9999;p61"/>
                <p:cNvSpPr/>
                <p:nvPr/>
              </p:nvSpPr>
              <p:spPr>
                <a:xfrm>
                  <a:off x="5284950" y="1973650"/>
                  <a:ext cx="25275" cy="8500"/>
                </a:xfrm>
                <a:custGeom>
                  <a:avLst/>
                  <a:gdLst/>
                  <a:ahLst/>
                  <a:cxnLst/>
                  <a:rect l="l" t="t" r="r" b="b"/>
                  <a:pathLst>
                    <a:path w="1011" h="340" extrusionOk="0">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00" name="Google Shape;10000;p61"/>
                <p:cNvSpPr/>
                <p:nvPr/>
              </p:nvSpPr>
              <p:spPr>
                <a:xfrm>
                  <a:off x="5284925" y="1991775"/>
                  <a:ext cx="25300" cy="8500"/>
                </a:xfrm>
                <a:custGeom>
                  <a:avLst/>
                  <a:gdLst/>
                  <a:ahLst/>
                  <a:cxnLst/>
                  <a:rect l="l" t="t" r="r" b="b"/>
                  <a:pathLst>
                    <a:path w="1012" h="340" extrusionOk="0">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01" name="Google Shape;10001;p61"/>
                <p:cNvSpPr/>
                <p:nvPr/>
              </p:nvSpPr>
              <p:spPr>
                <a:xfrm>
                  <a:off x="5284800" y="2009925"/>
                  <a:ext cx="25425" cy="8525"/>
                </a:xfrm>
                <a:custGeom>
                  <a:avLst/>
                  <a:gdLst/>
                  <a:ahLst/>
                  <a:cxnLst/>
                  <a:rect l="l" t="t" r="r" b="b"/>
                  <a:pathLst>
                    <a:path w="1017" h="341" extrusionOk="0">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02" name="Google Shape;10002;p61"/>
                <p:cNvSpPr/>
                <p:nvPr/>
              </p:nvSpPr>
              <p:spPr>
                <a:xfrm>
                  <a:off x="5284800" y="2028050"/>
                  <a:ext cx="25425" cy="8650"/>
                </a:xfrm>
                <a:custGeom>
                  <a:avLst/>
                  <a:gdLst/>
                  <a:ahLst/>
                  <a:cxnLst/>
                  <a:rect l="l" t="t" r="r" b="b"/>
                  <a:pathLst>
                    <a:path w="1017" h="346" extrusionOk="0">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03" name="Google Shape;10003;p61"/>
                <p:cNvSpPr/>
                <p:nvPr/>
              </p:nvSpPr>
              <p:spPr>
                <a:xfrm>
                  <a:off x="5284800" y="2046175"/>
                  <a:ext cx="25425" cy="8650"/>
                </a:xfrm>
                <a:custGeom>
                  <a:avLst/>
                  <a:gdLst/>
                  <a:ahLst/>
                  <a:cxnLst/>
                  <a:rect l="l" t="t" r="r" b="b"/>
                  <a:pathLst>
                    <a:path w="1017" h="346" extrusionOk="0">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04" name="Google Shape;10004;p61"/>
                <p:cNvSpPr/>
                <p:nvPr/>
              </p:nvSpPr>
              <p:spPr>
                <a:xfrm>
                  <a:off x="5284825" y="2064425"/>
                  <a:ext cx="25400" cy="8550"/>
                </a:xfrm>
                <a:custGeom>
                  <a:avLst/>
                  <a:gdLst/>
                  <a:ahLst/>
                  <a:cxnLst/>
                  <a:rect l="l" t="t" r="r" b="b"/>
                  <a:pathLst>
                    <a:path w="1016" h="342" extrusionOk="0">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05" name="Google Shape;10005;p61"/>
                <p:cNvSpPr/>
                <p:nvPr/>
              </p:nvSpPr>
              <p:spPr>
                <a:xfrm>
                  <a:off x="5284800" y="2082600"/>
                  <a:ext cx="25425" cy="8500"/>
                </a:xfrm>
                <a:custGeom>
                  <a:avLst/>
                  <a:gdLst/>
                  <a:ahLst/>
                  <a:cxnLst/>
                  <a:rect l="l" t="t" r="r" b="b"/>
                  <a:pathLst>
                    <a:path w="1017" h="340" extrusionOk="0">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06" name="Google Shape;10006;p61"/>
                <p:cNvSpPr/>
                <p:nvPr/>
              </p:nvSpPr>
              <p:spPr>
                <a:xfrm>
                  <a:off x="5284825" y="2100700"/>
                  <a:ext cx="25400" cy="8525"/>
                </a:xfrm>
                <a:custGeom>
                  <a:avLst/>
                  <a:gdLst/>
                  <a:ahLst/>
                  <a:cxnLst/>
                  <a:rect l="l" t="t" r="r" b="b"/>
                  <a:pathLst>
                    <a:path w="1016" h="341" extrusionOk="0">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07" name="Google Shape;10007;p61"/>
                <p:cNvSpPr/>
                <p:nvPr/>
              </p:nvSpPr>
              <p:spPr>
                <a:xfrm>
                  <a:off x="5284800" y="2118875"/>
                  <a:ext cx="25425" cy="8500"/>
                </a:xfrm>
                <a:custGeom>
                  <a:avLst/>
                  <a:gdLst/>
                  <a:ahLst/>
                  <a:cxnLst/>
                  <a:rect l="l" t="t" r="r" b="b"/>
                  <a:pathLst>
                    <a:path w="1017" h="340" extrusionOk="0">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08" name="Google Shape;10008;p61"/>
                <p:cNvSpPr/>
                <p:nvPr/>
              </p:nvSpPr>
              <p:spPr>
                <a:xfrm>
                  <a:off x="5218350" y="1840700"/>
                  <a:ext cx="83100" cy="17425"/>
                </a:xfrm>
                <a:custGeom>
                  <a:avLst/>
                  <a:gdLst/>
                  <a:ahLst/>
                  <a:cxnLst/>
                  <a:rect l="l" t="t" r="r" b="b"/>
                  <a:pathLst>
                    <a:path w="3324" h="697" extrusionOk="0">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09" name="Google Shape;10009;p61"/>
                <p:cNvSpPr/>
                <p:nvPr/>
              </p:nvSpPr>
              <p:spPr>
                <a:xfrm>
                  <a:off x="5208600" y="1889900"/>
                  <a:ext cx="93475" cy="14250"/>
                </a:xfrm>
                <a:custGeom>
                  <a:avLst/>
                  <a:gdLst/>
                  <a:ahLst/>
                  <a:cxnLst/>
                  <a:rect l="l" t="t" r="r" b="b"/>
                  <a:pathLst>
                    <a:path w="3739" h="570" extrusionOk="0">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10" name="Google Shape;10010;p61"/>
                <p:cNvSpPr/>
                <p:nvPr/>
              </p:nvSpPr>
              <p:spPr>
                <a:xfrm>
                  <a:off x="5210350" y="1863550"/>
                  <a:ext cx="94025" cy="19475"/>
                </a:xfrm>
                <a:custGeom>
                  <a:avLst/>
                  <a:gdLst/>
                  <a:ahLst/>
                  <a:cxnLst/>
                  <a:rect l="l" t="t" r="r" b="b"/>
                  <a:pathLst>
                    <a:path w="3761" h="779" extrusionOk="0">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11" name="Google Shape;10011;p61"/>
                <p:cNvSpPr/>
                <p:nvPr/>
              </p:nvSpPr>
              <p:spPr>
                <a:xfrm>
                  <a:off x="5213750" y="1912125"/>
                  <a:ext cx="91550" cy="14400"/>
                </a:xfrm>
                <a:custGeom>
                  <a:avLst/>
                  <a:gdLst/>
                  <a:ahLst/>
                  <a:cxnLst/>
                  <a:rect l="l" t="t" r="r" b="b"/>
                  <a:pathLst>
                    <a:path w="3662" h="576" extrusionOk="0">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12" name="Google Shape;10012;p61"/>
                <p:cNvSpPr/>
                <p:nvPr/>
              </p:nvSpPr>
              <p:spPr>
                <a:xfrm>
                  <a:off x="5219325" y="1931650"/>
                  <a:ext cx="89675" cy="15550"/>
                </a:xfrm>
                <a:custGeom>
                  <a:avLst/>
                  <a:gdLst/>
                  <a:ahLst/>
                  <a:cxnLst/>
                  <a:rect l="l" t="t" r="r" b="b"/>
                  <a:pathLst>
                    <a:path w="3587" h="622" extrusionOk="0">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13" name="Google Shape;10013;p61"/>
                <p:cNvSpPr/>
                <p:nvPr/>
              </p:nvSpPr>
              <p:spPr>
                <a:xfrm>
                  <a:off x="5221775" y="1955325"/>
                  <a:ext cx="63850" cy="12850"/>
                </a:xfrm>
                <a:custGeom>
                  <a:avLst/>
                  <a:gdLst/>
                  <a:ahLst/>
                  <a:cxnLst/>
                  <a:rect l="l" t="t" r="r" b="b"/>
                  <a:pathLst>
                    <a:path w="2554" h="514" extrusionOk="0">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14" name="Google Shape;10014;p61"/>
                <p:cNvSpPr/>
                <p:nvPr/>
              </p:nvSpPr>
              <p:spPr>
                <a:xfrm>
                  <a:off x="5229500" y="1975750"/>
                  <a:ext cx="42925" cy="10700"/>
                </a:xfrm>
                <a:custGeom>
                  <a:avLst/>
                  <a:gdLst/>
                  <a:ahLst/>
                  <a:cxnLst/>
                  <a:rect l="l" t="t" r="r" b="b"/>
                  <a:pathLst>
                    <a:path w="1717" h="428" extrusionOk="0">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15" name="Google Shape;10015;p61"/>
                <p:cNvSpPr/>
                <p:nvPr/>
              </p:nvSpPr>
              <p:spPr>
                <a:xfrm>
                  <a:off x="5296675" y="1774600"/>
                  <a:ext cx="15850" cy="49825"/>
                </a:xfrm>
                <a:custGeom>
                  <a:avLst/>
                  <a:gdLst/>
                  <a:ahLst/>
                  <a:cxnLst/>
                  <a:rect l="l" t="t" r="r" b="b"/>
                  <a:pathLst>
                    <a:path w="634" h="1993" extrusionOk="0">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16" name="Google Shape;10016;p61"/>
                <p:cNvSpPr/>
                <p:nvPr/>
              </p:nvSpPr>
              <p:spPr>
                <a:xfrm>
                  <a:off x="5194025" y="1804725"/>
                  <a:ext cx="29825" cy="15700"/>
                </a:xfrm>
                <a:custGeom>
                  <a:avLst/>
                  <a:gdLst/>
                  <a:ahLst/>
                  <a:cxnLst/>
                  <a:rect l="l" t="t" r="r" b="b"/>
                  <a:pathLst>
                    <a:path w="1193" h="628" extrusionOk="0">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17" name="Google Shape;10017;p61"/>
                <p:cNvSpPr/>
                <p:nvPr/>
              </p:nvSpPr>
              <p:spPr>
                <a:xfrm>
                  <a:off x="5219825" y="1800025"/>
                  <a:ext cx="83475" cy="18850"/>
                </a:xfrm>
                <a:custGeom>
                  <a:avLst/>
                  <a:gdLst/>
                  <a:ahLst/>
                  <a:cxnLst/>
                  <a:rect l="l" t="t" r="r" b="b"/>
                  <a:pathLst>
                    <a:path w="3339" h="754" extrusionOk="0">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18" name="Google Shape;10018;p61"/>
                <p:cNvSpPr/>
                <p:nvPr/>
              </p:nvSpPr>
              <p:spPr>
                <a:xfrm>
                  <a:off x="5299425" y="1955325"/>
                  <a:ext cx="13100" cy="176425"/>
                </a:xfrm>
                <a:custGeom>
                  <a:avLst/>
                  <a:gdLst/>
                  <a:ahLst/>
                  <a:cxnLst/>
                  <a:rect l="l" t="t" r="r" b="b"/>
                  <a:pathLst>
                    <a:path w="524" h="7057" extrusionOk="0">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19" name="Google Shape;10019;p61"/>
                <p:cNvSpPr/>
                <p:nvPr/>
              </p:nvSpPr>
              <p:spPr>
                <a:xfrm>
                  <a:off x="5350000" y="2221050"/>
                  <a:ext cx="53950" cy="335175"/>
                </a:xfrm>
                <a:custGeom>
                  <a:avLst/>
                  <a:gdLst/>
                  <a:ahLst/>
                  <a:cxnLst/>
                  <a:rect l="l" t="t" r="r" b="b"/>
                  <a:pathLst>
                    <a:path w="2158" h="13407" extrusionOk="0">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20" name="Google Shape;10020;p61"/>
                <p:cNvSpPr/>
                <p:nvPr/>
              </p:nvSpPr>
              <p:spPr>
                <a:xfrm>
                  <a:off x="5358900" y="2586575"/>
                  <a:ext cx="49825" cy="223850"/>
                </a:xfrm>
                <a:custGeom>
                  <a:avLst/>
                  <a:gdLst/>
                  <a:ahLst/>
                  <a:cxnLst/>
                  <a:rect l="l" t="t" r="r" b="b"/>
                  <a:pathLst>
                    <a:path w="1993" h="8954" extrusionOk="0">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21" name="Google Shape;10021;p61"/>
                <p:cNvSpPr/>
                <p:nvPr/>
              </p:nvSpPr>
              <p:spPr>
                <a:xfrm>
                  <a:off x="5355675" y="2807700"/>
                  <a:ext cx="32250" cy="24975"/>
                </a:xfrm>
                <a:custGeom>
                  <a:avLst/>
                  <a:gdLst/>
                  <a:ahLst/>
                  <a:cxnLst/>
                  <a:rect l="l" t="t" r="r" b="b"/>
                  <a:pathLst>
                    <a:path w="1290" h="999" extrusionOk="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22" name="Google Shape;10022;p61"/>
                <p:cNvSpPr/>
                <p:nvPr/>
              </p:nvSpPr>
              <p:spPr>
                <a:xfrm>
                  <a:off x="5354150" y="2830450"/>
                  <a:ext cx="11550" cy="28625"/>
                </a:xfrm>
                <a:custGeom>
                  <a:avLst/>
                  <a:gdLst/>
                  <a:ahLst/>
                  <a:cxnLst/>
                  <a:rect l="l" t="t" r="r" b="b"/>
                  <a:pathLst>
                    <a:path w="462" h="1145" extrusionOk="0">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23" name="Google Shape;10023;p61"/>
                <p:cNvSpPr/>
                <p:nvPr/>
              </p:nvSpPr>
              <p:spPr>
                <a:xfrm>
                  <a:off x="5363375" y="2831550"/>
                  <a:ext cx="8925" cy="28775"/>
                </a:xfrm>
                <a:custGeom>
                  <a:avLst/>
                  <a:gdLst/>
                  <a:ahLst/>
                  <a:cxnLst/>
                  <a:rect l="l" t="t" r="r" b="b"/>
                  <a:pathLst>
                    <a:path w="357" h="1151" extrusionOk="0">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24" name="Google Shape;10024;p61"/>
                <p:cNvSpPr/>
                <p:nvPr/>
              </p:nvSpPr>
              <p:spPr>
                <a:xfrm>
                  <a:off x="5372725" y="2833525"/>
                  <a:ext cx="7725" cy="27075"/>
                </a:xfrm>
                <a:custGeom>
                  <a:avLst/>
                  <a:gdLst/>
                  <a:ahLst/>
                  <a:cxnLst/>
                  <a:rect l="l" t="t" r="r" b="b"/>
                  <a:pathLst>
                    <a:path w="309" h="1083" extrusionOk="0">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25" name="Google Shape;10025;p61"/>
                <p:cNvSpPr/>
                <p:nvPr/>
              </p:nvSpPr>
              <p:spPr>
                <a:xfrm>
                  <a:off x="5353400" y="2882075"/>
                  <a:ext cx="8150" cy="10475"/>
                </a:xfrm>
                <a:custGeom>
                  <a:avLst/>
                  <a:gdLst/>
                  <a:ahLst/>
                  <a:cxnLst/>
                  <a:rect l="l" t="t" r="r" b="b"/>
                  <a:pathLst>
                    <a:path w="326" h="419" extrusionOk="0">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26" name="Google Shape;10026;p61"/>
                <p:cNvSpPr/>
                <p:nvPr/>
              </p:nvSpPr>
              <p:spPr>
                <a:xfrm>
                  <a:off x="5363675" y="2885275"/>
                  <a:ext cx="8625" cy="12900"/>
                </a:xfrm>
                <a:custGeom>
                  <a:avLst/>
                  <a:gdLst/>
                  <a:ahLst/>
                  <a:cxnLst/>
                  <a:rect l="l" t="t" r="r" b="b"/>
                  <a:pathLst>
                    <a:path w="345" h="516" extrusionOk="0">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27" name="Google Shape;10027;p61"/>
                <p:cNvSpPr/>
                <p:nvPr/>
              </p:nvSpPr>
              <p:spPr>
                <a:xfrm>
                  <a:off x="5374575" y="2886525"/>
                  <a:ext cx="7400" cy="13900"/>
                </a:xfrm>
                <a:custGeom>
                  <a:avLst/>
                  <a:gdLst/>
                  <a:ahLst/>
                  <a:cxnLst/>
                  <a:rect l="l" t="t" r="r" b="b"/>
                  <a:pathLst>
                    <a:path w="296" h="556" extrusionOk="0">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28" name="Google Shape;10028;p61"/>
                <p:cNvSpPr/>
                <p:nvPr/>
              </p:nvSpPr>
              <p:spPr>
                <a:xfrm>
                  <a:off x="5384250" y="2885150"/>
                  <a:ext cx="7425" cy="12900"/>
                </a:xfrm>
                <a:custGeom>
                  <a:avLst/>
                  <a:gdLst/>
                  <a:ahLst/>
                  <a:cxnLst/>
                  <a:rect l="l" t="t" r="r" b="b"/>
                  <a:pathLst>
                    <a:path w="297" h="516" extrusionOk="0">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29" name="Google Shape;10029;p61"/>
                <p:cNvSpPr/>
                <p:nvPr/>
              </p:nvSpPr>
              <p:spPr>
                <a:xfrm>
                  <a:off x="5391375" y="2881775"/>
                  <a:ext cx="6550" cy="9250"/>
                </a:xfrm>
                <a:custGeom>
                  <a:avLst/>
                  <a:gdLst/>
                  <a:ahLst/>
                  <a:cxnLst/>
                  <a:rect l="l" t="t" r="r" b="b"/>
                  <a:pathLst>
                    <a:path w="262" h="370" extrusionOk="0">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30" name="Google Shape;10030;p61"/>
                <p:cNvSpPr/>
                <p:nvPr/>
              </p:nvSpPr>
              <p:spPr>
                <a:xfrm>
                  <a:off x="5377950" y="2836575"/>
                  <a:ext cx="8500" cy="23350"/>
                </a:xfrm>
                <a:custGeom>
                  <a:avLst/>
                  <a:gdLst/>
                  <a:ahLst/>
                  <a:cxnLst/>
                  <a:rect l="l" t="t" r="r" b="b"/>
                  <a:pathLst>
                    <a:path w="340" h="934" extrusionOk="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31" name="Google Shape;10031;p61"/>
                <p:cNvSpPr/>
                <p:nvPr/>
              </p:nvSpPr>
              <p:spPr>
                <a:xfrm>
                  <a:off x="5383350" y="2840700"/>
                  <a:ext cx="9475" cy="17500"/>
                </a:xfrm>
                <a:custGeom>
                  <a:avLst/>
                  <a:gdLst/>
                  <a:ahLst/>
                  <a:cxnLst/>
                  <a:rect l="l" t="t" r="r" b="b"/>
                  <a:pathLst>
                    <a:path w="379" h="700" extrusionOk="0">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32" name="Google Shape;10032;p61"/>
                <p:cNvSpPr/>
                <p:nvPr/>
              </p:nvSpPr>
              <p:spPr>
                <a:xfrm>
                  <a:off x="5352600" y="2860375"/>
                  <a:ext cx="9400" cy="20600"/>
                </a:xfrm>
                <a:custGeom>
                  <a:avLst/>
                  <a:gdLst/>
                  <a:ahLst/>
                  <a:cxnLst/>
                  <a:rect l="l" t="t" r="r" b="b"/>
                  <a:pathLst>
                    <a:path w="376" h="824" extrusionOk="0">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33" name="Google Shape;10033;p61"/>
                <p:cNvSpPr/>
                <p:nvPr/>
              </p:nvSpPr>
              <p:spPr>
                <a:xfrm>
                  <a:off x="5364450" y="2862075"/>
                  <a:ext cx="7700" cy="21350"/>
                </a:xfrm>
                <a:custGeom>
                  <a:avLst/>
                  <a:gdLst/>
                  <a:ahLst/>
                  <a:cxnLst/>
                  <a:rect l="l" t="t" r="r" b="b"/>
                  <a:pathLst>
                    <a:path w="308" h="854" extrusionOk="0">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34" name="Google Shape;10034;p61"/>
                <p:cNvSpPr/>
                <p:nvPr/>
              </p:nvSpPr>
              <p:spPr>
                <a:xfrm>
                  <a:off x="5374275" y="2863800"/>
                  <a:ext cx="6325" cy="19550"/>
                </a:xfrm>
                <a:custGeom>
                  <a:avLst/>
                  <a:gdLst/>
                  <a:ahLst/>
                  <a:cxnLst/>
                  <a:rect l="l" t="t" r="r" b="b"/>
                  <a:pathLst>
                    <a:path w="253" h="782" extrusionOk="0">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35" name="Google Shape;10035;p61"/>
                <p:cNvSpPr/>
                <p:nvPr/>
              </p:nvSpPr>
              <p:spPr>
                <a:xfrm>
                  <a:off x="5383350" y="2863500"/>
                  <a:ext cx="6000" cy="18775"/>
                </a:xfrm>
                <a:custGeom>
                  <a:avLst/>
                  <a:gdLst/>
                  <a:ahLst/>
                  <a:cxnLst/>
                  <a:rect l="l" t="t" r="r" b="b"/>
                  <a:pathLst>
                    <a:path w="240" h="751" extrusionOk="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36" name="Google Shape;10036;p61"/>
                <p:cNvSpPr/>
                <p:nvPr/>
              </p:nvSpPr>
              <p:spPr>
                <a:xfrm>
                  <a:off x="5390400" y="2862850"/>
                  <a:ext cx="6650" cy="16400"/>
                </a:xfrm>
                <a:custGeom>
                  <a:avLst/>
                  <a:gdLst/>
                  <a:ahLst/>
                  <a:cxnLst/>
                  <a:rect l="l" t="t" r="r" b="b"/>
                  <a:pathLst>
                    <a:path w="266" h="656" extrusionOk="0">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37" name="Google Shape;10037;p61"/>
                <p:cNvSpPr/>
                <p:nvPr/>
              </p:nvSpPr>
              <p:spPr>
                <a:xfrm>
                  <a:off x="5364275" y="2559325"/>
                  <a:ext cx="40600" cy="32375"/>
                </a:xfrm>
                <a:custGeom>
                  <a:avLst/>
                  <a:gdLst/>
                  <a:ahLst/>
                  <a:cxnLst/>
                  <a:rect l="l" t="t" r="r" b="b"/>
                  <a:pathLst>
                    <a:path w="1624" h="1295" extrusionOk="0">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38" name="Google Shape;10038;p61"/>
                <p:cNvSpPr/>
                <p:nvPr/>
              </p:nvSpPr>
              <p:spPr>
                <a:xfrm>
                  <a:off x="5404400" y="1818475"/>
                  <a:ext cx="53800" cy="203850"/>
                </a:xfrm>
                <a:custGeom>
                  <a:avLst/>
                  <a:gdLst/>
                  <a:ahLst/>
                  <a:cxnLst/>
                  <a:rect l="l" t="t" r="r" b="b"/>
                  <a:pathLst>
                    <a:path w="2152" h="8154" extrusionOk="0">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39" name="Google Shape;10039;p61"/>
                <p:cNvSpPr/>
                <p:nvPr/>
              </p:nvSpPr>
              <p:spPr>
                <a:xfrm>
                  <a:off x="5425475" y="2022800"/>
                  <a:ext cx="67000" cy="185725"/>
                </a:xfrm>
                <a:custGeom>
                  <a:avLst/>
                  <a:gdLst/>
                  <a:ahLst/>
                  <a:cxnLst/>
                  <a:rect l="l" t="t" r="r" b="b"/>
                  <a:pathLst>
                    <a:path w="2680" h="7429" extrusionOk="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40" name="Google Shape;10040;p61"/>
                <p:cNvSpPr/>
                <p:nvPr/>
              </p:nvSpPr>
              <p:spPr>
                <a:xfrm>
                  <a:off x="5465400" y="2212350"/>
                  <a:ext cx="15075" cy="37150"/>
                </a:xfrm>
                <a:custGeom>
                  <a:avLst/>
                  <a:gdLst/>
                  <a:ahLst/>
                  <a:cxnLst/>
                  <a:rect l="l" t="t" r="r" b="b"/>
                  <a:pathLst>
                    <a:path w="603" h="1486" extrusionOk="0">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41" name="Google Shape;10041;p61"/>
                <p:cNvSpPr/>
                <p:nvPr/>
              </p:nvSpPr>
              <p:spPr>
                <a:xfrm>
                  <a:off x="5465850" y="2254150"/>
                  <a:ext cx="10025" cy="15600"/>
                </a:xfrm>
                <a:custGeom>
                  <a:avLst/>
                  <a:gdLst/>
                  <a:ahLst/>
                  <a:cxnLst/>
                  <a:rect l="l" t="t" r="r" b="b"/>
                  <a:pathLst>
                    <a:path w="401" h="624" extrusionOk="0">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42" name="Google Shape;10042;p61"/>
                <p:cNvSpPr/>
                <p:nvPr/>
              </p:nvSpPr>
              <p:spPr>
                <a:xfrm>
                  <a:off x="5466175" y="2275925"/>
                  <a:ext cx="5850" cy="10425"/>
                </a:xfrm>
                <a:custGeom>
                  <a:avLst/>
                  <a:gdLst/>
                  <a:ahLst/>
                  <a:cxnLst/>
                  <a:rect l="l" t="t" r="r" b="b"/>
                  <a:pathLst>
                    <a:path w="234" h="417" extrusionOk="0">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43" name="Google Shape;10043;p61"/>
                <p:cNvSpPr/>
                <p:nvPr/>
              </p:nvSpPr>
              <p:spPr>
                <a:xfrm>
                  <a:off x="5483225" y="2216675"/>
                  <a:ext cx="13400" cy="37100"/>
                </a:xfrm>
                <a:custGeom>
                  <a:avLst/>
                  <a:gdLst/>
                  <a:ahLst/>
                  <a:cxnLst/>
                  <a:rect l="l" t="t" r="r" b="b"/>
                  <a:pathLst>
                    <a:path w="536" h="1484" extrusionOk="0">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44" name="Google Shape;10044;p61"/>
                <p:cNvSpPr/>
                <p:nvPr/>
              </p:nvSpPr>
              <p:spPr>
                <a:xfrm>
                  <a:off x="5489075" y="2258950"/>
                  <a:ext cx="10300" cy="22800"/>
                </a:xfrm>
                <a:custGeom>
                  <a:avLst/>
                  <a:gdLst/>
                  <a:ahLst/>
                  <a:cxnLst/>
                  <a:rect l="l" t="t" r="r" b="b"/>
                  <a:pathLst>
                    <a:path w="412" h="912" extrusionOk="0">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45" name="Google Shape;10045;p61"/>
                <p:cNvSpPr/>
                <p:nvPr/>
              </p:nvSpPr>
              <p:spPr>
                <a:xfrm>
                  <a:off x="5483075" y="2286450"/>
                  <a:ext cx="11075" cy="17200"/>
                </a:xfrm>
                <a:custGeom>
                  <a:avLst/>
                  <a:gdLst/>
                  <a:ahLst/>
                  <a:cxnLst/>
                  <a:rect l="l" t="t" r="r" b="b"/>
                  <a:pathLst>
                    <a:path w="443" h="688" extrusionOk="0">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46" name="Google Shape;10046;p61"/>
                <p:cNvSpPr/>
                <p:nvPr/>
              </p:nvSpPr>
              <p:spPr>
                <a:xfrm>
                  <a:off x="5478150" y="2306150"/>
                  <a:ext cx="5250" cy="8000"/>
                </a:xfrm>
                <a:custGeom>
                  <a:avLst/>
                  <a:gdLst/>
                  <a:ahLst/>
                  <a:cxnLst/>
                  <a:rect l="l" t="t" r="r" b="b"/>
                  <a:pathLst>
                    <a:path w="210" h="320" extrusionOk="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47" name="Google Shape;10047;p61"/>
                <p:cNvSpPr/>
                <p:nvPr/>
              </p:nvSpPr>
              <p:spPr>
                <a:xfrm>
                  <a:off x="5312500" y="1823150"/>
                  <a:ext cx="82800" cy="196300"/>
                </a:xfrm>
                <a:custGeom>
                  <a:avLst/>
                  <a:gdLst/>
                  <a:ahLst/>
                  <a:cxnLst/>
                  <a:rect l="l" t="t" r="r" b="b"/>
                  <a:pathLst>
                    <a:path w="3312" h="7852" extrusionOk="0">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48" name="Google Shape;10048;p61"/>
                <p:cNvSpPr/>
                <p:nvPr/>
              </p:nvSpPr>
              <p:spPr>
                <a:xfrm>
                  <a:off x="5324175" y="1823375"/>
                  <a:ext cx="68925" cy="13925"/>
                </a:xfrm>
                <a:custGeom>
                  <a:avLst/>
                  <a:gdLst/>
                  <a:ahLst/>
                  <a:cxnLst/>
                  <a:rect l="l" t="t" r="r" b="b"/>
                  <a:pathLst>
                    <a:path w="2757" h="557" extrusionOk="0">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49" name="Google Shape;10049;p61"/>
                <p:cNvSpPr/>
                <p:nvPr/>
              </p:nvSpPr>
              <p:spPr>
                <a:xfrm>
                  <a:off x="5316650" y="1794500"/>
                  <a:ext cx="35200" cy="10050"/>
                </a:xfrm>
                <a:custGeom>
                  <a:avLst/>
                  <a:gdLst/>
                  <a:ahLst/>
                  <a:cxnLst/>
                  <a:rect l="l" t="t" r="r" b="b"/>
                  <a:pathLst>
                    <a:path w="1408" h="402" extrusionOk="0">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50" name="Google Shape;10050;p61"/>
                <p:cNvSpPr/>
                <p:nvPr/>
              </p:nvSpPr>
              <p:spPr>
                <a:xfrm>
                  <a:off x="5312650" y="1779250"/>
                  <a:ext cx="27375" cy="9250"/>
                </a:xfrm>
                <a:custGeom>
                  <a:avLst/>
                  <a:gdLst/>
                  <a:ahLst/>
                  <a:cxnLst/>
                  <a:rect l="l" t="t" r="r" b="b"/>
                  <a:pathLst>
                    <a:path w="1095" h="370" extrusionOk="0">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51" name="Google Shape;10051;p61"/>
                <p:cNvSpPr/>
                <p:nvPr/>
              </p:nvSpPr>
              <p:spPr>
                <a:xfrm>
                  <a:off x="5314650" y="1973650"/>
                  <a:ext cx="25425" cy="8500"/>
                </a:xfrm>
                <a:custGeom>
                  <a:avLst/>
                  <a:gdLst/>
                  <a:ahLst/>
                  <a:cxnLst/>
                  <a:rect l="l" t="t" r="r" b="b"/>
                  <a:pathLst>
                    <a:path w="1017" h="340" extrusionOk="0">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52" name="Google Shape;10052;p61"/>
                <p:cNvSpPr/>
                <p:nvPr/>
              </p:nvSpPr>
              <p:spPr>
                <a:xfrm>
                  <a:off x="5314650" y="1991775"/>
                  <a:ext cx="25425" cy="8500"/>
                </a:xfrm>
                <a:custGeom>
                  <a:avLst/>
                  <a:gdLst/>
                  <a:ahLst/>
                  <a:cxnLst/>
                  <a:rect l="l" t="t" r="r" b="b"/>
                  <a:pathLst>
                    <a:path w="1017" h="340" extrusionOk="0">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53" name="Google Shape;10053;p61"/>
                <p:cNvSpPr/>
                <p:nvPr/>
              </p:nvSpPr>
              <p:spPr>
                <a:xfrm>
                  <a:off x="5314650" y="2009925"/>
                  <a:ext cx="25425" cy="8525"/>
                </a:xfrm>
                <a:custGeom>
                  <a:avLst/>
                  <a:gdLst/>
                  <a:ahLst/>
                  <a:cxnLst/>
                  <a:rect l="l" t="t" r="r" b="b"/>
                  <a:pathLst>
                    <a:path w="1017" h="341" extrusionOk="0">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54" name="Google Shape;10054;p61"/>
                <p:cNvSpPr/>
                <p:nvPr/>
              </p:nvSpPr>
              <p:spPr>
                <a:xfrm>
                  <a:off x="5314650" y="2028050"/>
                  <a:ext cx="25425" cy="8650"/>
                </a:xfrm>
                <a:custGeom>
                  <a:avLst/>
                  <a:gdLst/>
                  <a:ahLst/>
                  <a:cxnLst/>
                  <a:rect l="l" t="t" r="r" b="b"/>
                  <a:pathLst>
                    <a:path w="1017" h="346" extrusionOk="0">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55" name="Google Shape;10055;p61"/>
                <p:cNvSpPr/>
                <p:nvPr/>
              </p:nvSpPr>
              <p:spPr>
                <a:xfrm>
                  <a:off x="5314650" y="2046175"/>
                  <a:ext cx="25425" cy="8650"/>
                </a:xfrm>
                <a:custGeom>
                  <a:avLst/>
                  <a:gdLst/>
                  <a:ahLst/>
                  <a:cxnLst/>
                  <a:rect l="l" t="t" r="r" b="b"/>
                  <a:pathLst>
                    <a:path w="1017" h="346" extrusionOk="0">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56" name="Google Shape;10056;p61"/>
                <p:cNvSpPr/>
                <p:nvPr/>
              </p:nvSpPr>
              <p:spPr>
                <a:xfrm>
                  <a:off x="5314650" y="2064425"/>
                  <a:ext cx="25400" cy="8550"/>
                </a:xfrm>
                <a:custGeom>
                  <a:avLst/>
                  <a:gdLst/>
                  <a:ahLst/>
                  <a:cxnLst/>
                  <a:rect l="l" t="t" r="r" b="b"/>
                  <a:pathLst>
                    <a:path w="1016" h="342" extrusionOk="0">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57" name="Google Shape;10057;p61"/>
                <p:cNvSpPr/>
                <p:nvPr/>
              </p:nvSpPr>
              <p:spPr>
                <a:xfrm>
                  <a:off x="5314800" y="2082600"/>
                  <a:ext cx="25275" cy="8500"/>
                </a:xfrm>
                <a:custGeom>
                  <a:avLst/>
                  <a:gdLst/>
                  <a:ahLst/>
                  <a:cxnLst/>
                  <a:rect l="l" t="t" r="r" b="b"/>
                  <a:pathLst>
                    <a:path w="1011" h="340" extrusionOk="0">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58" name="Google Shape;10058;p61"/>
                <p:cNvSpPr/>
                <p:nvPr/>
              </p:nvSpPr>
              <p:spPr>
                <a:xfrm>
                  <a:off x="5314800" y="2100700"/>
                  <a:ext cx="25400" cy="8525"/>
                </a:xfrm>
                <a:custGeom>
                  <a:avLst/>
                  <a:gdLst/>
                  <a:ahLst/>
                  <a:cxnLst/>
                  <a:rect l="l" t="t" r="r" b="b"/>
                  <a:pathLst>
                    <a:path w="1016" h="341" extrusionOk="0">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59" name="Google Shape;10059;p61"/>
                <p:cNvSpPr/>
                <p:nvPr/>
              </p:nvSpPr>
              <p:spPr>
                <a:xfrm>
                  <a:off x="5314800" y="2118875"/>
                  <a:ext cx="25400" cy="8500"/>
                </a:xfrm>
                <a:custGeom>
                  <a:avLst/>
                  <a:gdLst/>
                  <a:ahLst/>
                  <a:cxnLst/>
                  <a:rect l="l" t="t" r="r" b="b"/>
                  <a:pathLst>
                    <a:path w="1016" h="340" extrusionOk="0">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60" name="Google Shape;10060;p61"/>
                <p:cNvSpPr/>
                <p:nvPr/>
              </p:nvSpPr>
              <p:spPr>
                <a:xfrm>
                  <a:off x="5323400" y="1840700"/>
                  <a:ext cx="83125" cy="17425"/>
                </a:xfrm>
                <a:custGeom>
                  <a:avLst/>
                  <a:gdLst/>
                  <a:ahLst/>
                  <a:cxnLst/>
                  <a:rect l="l" t="t" r="r" b="b"/>
                  <a:pathLst>
                    <a:path w="3325" h="697" extrusionOk="0">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61" name="Google Shape;10061;p61"/>
                <p:cNvSpPr/>
                <p:nvPr/>
              </p:nvSpPr>
              <p:spPr>
                <a:xfrm>
                  <a:off x="5322950" y="1889900"/>
                  <a:ext cx="93325" cy="14250"/>
                </a:xfrm>
                <a:custGeom>
                  <a:avLst/>
                  <a:gdLst/>
                  <a:ahLst/>
                  <a:cxnLst/>
                  <a:rect l="l" t="t" r="r" b="b"/>
                  <a:pathLst>
                    <a:path w="3733" h="570" extrusionOk="0">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62" name="Google Shape;10062;p61"/>
                <p:cNvSpPr/>
                <p:nvPr/>
              </p:nvSpPr>
              <p:spPr>
                <a:xfrm>
                  <a:off x="5320500" y="1863550"/>
                  <a:ext cx="94175" cy="19475"/>
                </a:xfrm>
                <a:custGeom>
                  <a:avLst/>
                  <a:gdLst/>
                  <a:ahLst/>
                  <a:cxnLst/>
                  <a:rect l="l" t="t" r="r" b="b"/>
                  <a:pathLst>
                    <a:path w="3767" h="779" extrusionOk="0">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63" name="Google Shape;10063;p61"/>
                <p:cNvSpPr/>
                <p:nvPr/>
              </p:nvSpPr>
              <p:spPr>
                <a:xfrm>
                  <a:off x="5319725" y="1912125"/>
                  <a:ext cx="91400" cy="14400"/>
                </a:xfrm>
                <a:custGeom>
                  <a:avLst/>
                  <a:gdLst/>
                  <a:ahLst/>
                  <a:cxnLst/>
                  <a:rect l="l" t="t" r="r" b="b"/>
                  <a:pathLst>
                    <a:path w="3656" h="576" extrusionOk="0">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64" name="Google Shape;10064;p61"/>
                <p:cNvSpPr/>
                <p:nvPr/>
              </p:nvSpPr>
              <p:spPr>
                <a:xfrm>
                  <a:off x="5316025" y="1931650"/>
                  <a:ext cx="89525" cy="15550"/>
                </a:xfrm>
                <a:custGeom>
                  <a:avLst/>
                  <a:gdLst/>
                  <a:ahLst/>
                  <a:cxnLst/>
                  <a:rect l="l" t="t" r="r" b="b"/>
                  <a:pathLst>
                    <a:path w="3581" h="622" extrusionOk="0">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65" name="Google Shape;10065;p61"/>
                <p:cNvSpPr/>
                <p:nvPr/>
              </p:nvSpPr>
              <p:spPr>
                <a:xfrm>
                  <a:off x="5339400" y="1955325"/>
                  <a:ext cx="63850" cy="12850"/>
                </a:xfrm>
                <a:custGeom>
                  <a:avLst/>
                  <a:gdLst/>
                  <a:ahLst/>
                  <a:cxnLst/>
                  <a:rect l="l" t="t" r="r" b="b"/>
                  <a:pathLst>
                    <a:path w="2554" h="514" extrusionOk="0">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66" name="Google Shape;10066;p61"/>
                <p:cNvSpPr/>
                <p:nvPr/>
              </p:nvSpPr>
              <p:spPr>
                <a:xfrm>
                  <a:off x="5352450" y="1975750"/>
                  <a:ext cx="42925" cy="10700"/>
                </a:xfrm>
                <a:custGeom>
                  <a:avLst/>
                  <a:gdLst/>
                  <a:ahLst/>
                  <a:cxnLst/>
                  <a:rect l="l" t="t" r="r" b="b"/>
                  <a:pathLst>
                    <a:path w="1717" h="428" extrusionOk="0">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67" name="Google Shape;10067;p61"/>
                <p:cNvSpPr/>
                <p:nvPr/>
              </p:nvSpPr>
              <p:spPr>
                <a:xfrm>
                  <a:off x="5312500" y="1774600"/>
                  <a:ext cx="15850" cy="49825"/>
                </a:xfrm>
                <a:custGeom>
                  <a:avLst/>
                  <a:gdLst/>
                  <a:ahLst/>
                  <a:cxnLst/>
                  <a:rect l="l" t="t" r="r" b="b"/>
                  <a:pathLst>
                    <a:path w="634" h="1993" extrusionOk="0">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68" name="Google Shape;10068;p61"/>
                <p:cNvSpPr/>
                <p:nvPr/>
              </p:nvSpPr>
              <p:spPr>
                <a:xfrm>
                  <a:off x="5401000" y="1804725"/>
                  <a:ext cx="29850" cy="15700"/>
                </a:xfrm>
                <a:custGeom>
                  <a:avLst/>
                  <a:gdLst/>
                  <a:ahLst/>
                  <a:cxnLst/>
                  <a:rect l="l" t="t" r="r" b="b"/>
                  <a:pathLst>
                    <a:path w="1194" h="628" extrusionOk="0">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69" name="Google Shape;10069;p61"/>
                <p:cNvSpPr/>
                <p:nvPr/>
              </p:nvSpPr>
              <p:spPr>
                <a:xfrm>
                  <a:off x="5321725" y="1800025"/>
                  <a:ext cx="83450" cy="18850"/>
                </a:xfrm>
                <a:custGeom>
                  <a:avLst/>
                  <a:gdLst/>
                  <a:ahLst/>
                  <a:cxnLst/>
                  <a:rect l="l" t="t" r="r" b="b"/>
                  <a:pathLst>
                    <a:path w="3338" h="754" extrusionOk="0">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70" name="Google Shape;10070;p61"/>
                <p:cNvSpPr/>
                <p:nvPr/>
              </p:nvSpPr>
              <p:spPr>
                <a:xfrm>
                  <a:off x="5312500" y="1955325"/>
                  <a:ext cx="13075" cy="176425"/>
                </a:xfrm>
                <a:custGeom>
                  <a:avLst/>
                  <a:gdLst/>
                  <a:ahLst/>
                  <a:cxnLst/>
                  <a:rect l="l" t="t" r="r" b="b"/>
                  <a:pathLst>
                    <a:path w="523" h="7057" extrusionOk="0">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71" name="Google Shape;10071;p61"/>
                <p:cNvSpPr/>
                <p:nvPr/>
              </p:nvSpPr>
              <p:spPr>
                <a:xfrm>
                  <a:off x="5253500" y="1613550"/>
                  <a:ext cx="118025" cy="151400"/>
                </a:xfrm>
                <a:custGeom>
                  <a:avLst/>
                  <a:gdLst/>
                  <a:ahLst/>
                  <a:cxnLst/>
                  <a:rect l="l" t="t" r="r" b="b"/>
                  <a:pathLst>
                    <a:path w="4721" h="6056" extrusionOk="0">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72" name="Google Shape;10072;p61"/>
                <p:cNvSpPr/>
                <p:nvPr/>
              </p:nvSpPr>
              <p:spPr>
                <a:xfrm>
                  <a:off x="5303575" y="1732350"/>
                  <a:ext cx="8500" cy="10800"/>
                </a:xfrm>
                <a:custGeom>
                  <a:avLst/>
                  <a:gdLst/>
                  <a:ahLst/>
                  <a:cxnLst/>
                  <a:rect l="l" t="t" r="r" b="b"/>
                  <a:pathLst>
                    <a:path w="340" h="432" extrusionOk="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73" name="Google Shape;10073;p61"/>
                <p:cNvSpPr/>
                <p:nvPr/>
              </p:nvSpPr>
              <p:spPr>
                <a:xfrm>
                  <a:off x="5302675" y="1743875"/>
                  <a:ext cx="8775" cy="10600"/>
                </a:xfrm>
                <a:custGeom>
                  <a:avLst/>
                  <a:gdLst/>
                  <a:ahLst/>
                  <a:cxnLst/>
                  <a:rect l="l" t="t" r="r" b="b"/>
                  <a:pathLst>
                    <a:path w="351" h="424" extrusionOk="0">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74" name="Google Shape;10074;p61"/>
                <p:cNvSpPr/>
                <p:nvPr/>
              </p:nvSpPr>
              <p:spPr>
                <a:xfrm>
                  <a:off x="5298200" y="1731850"/>
                  <a:ext cx="5725" cy="9000"/>
                </a:xfrm>
                <a:custGeom>
                  <a:avLst/>
                  <a:gdLst/>
                  <a:ahLst/>
                  <a:cxnLst/>
                  <a:rect l="l" t="t" r="r" b="b"/>
                  <a:pathLst>
                    <a:path w="229" h="360" extrusionOk="0">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75" name="Google Shape;10075;p61"/>
                <p:cNvSpPr/>
                <p:nvPr/>
              </p:nvSpPr>
              <p:spPr>
                <a:xfrm>
                  <a:off x="5296975" y="1741950"/>
                  <a:ext cx="5725" cy="8625"/>
                </a:xfrm>
                <a:custGeom>
                  <a:avLst/>
                  <a:gdLst/>
                  <a:ahLst/>
                  <a:cxnLst/>
                  <a:rect l="l" t="t" r="r" b="b"/>
                  <a:pathLst>
                    <a:path w="229" h="345" extrusionOk="0">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76" name="Google Shape;10076;p61"/>
                <p:cNvSpPr/>
                <p:nvPr/>
              </p:nvSpPr>
              <p:spPr>
                <a:xfrm>
                  <a:off x="5292400" y="1730950"/>
                  <a:ext cx="7375" cy="9250"/>
                </a:xfrm>
                <a:custGeom>
                  <a:avLst/>
                  <a:gdLst/>
                  <a:ahLst/>
                  <a:cxnLst/>
                  <a:rect l="l" t="t" r="r" b="b"/>
                  <a:pathLst>
                    <a:path w="295" h="370" extrusionOk="0">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77" name="Google Shape;10077;p61"/>
                <p:cNvSpPr/>
                <p:nvPr/>
              </p:nvSpPr>
              <p:spPr>
                <a:xfrm>
                  <a:off x="5290975" y="1739575"/>
                  <a:ext cx="4950" cy="7975"/>
                </a:xfrm>
                <a:custGeom>
                  <a:avLst/>
                  <a:gdLst/>
                  <a:ahLst/>
                  <a:cxnLst/>
                  <a:rect l="l" t="t" r="r" b="b"/>
                  <a:pathLst>
                    <a:path w="198" h="319" extrusionOk="0">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78" name="Google Shape;10078;p61"/>
                <p:cNvSpPr/>
                <p:nvPr/>
              </p:nvSpPr>
              <p:spPr>
                <a:xfrm>
                  <a:off x="5287300" y="1728425"/>
                  <a:ext cx="5550" cy="8700"/>
                </a:xfrm>
                <a:custGeom>
                  <a:avLst/>
                  <a:gdLst/>
                  <a:ahLst/>
                  <a:cxnLst/>
                  <a:rect l="l" t="t" r="r" b="b"/>
                  <a:pathLst>
                    <a:path w="222" h="348" extrusionOk="0">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79" name="Google Shape;10079;p61"/>
                <p:cNvSpPr/>
                <p:nvPr/>
              </p:nvSpPr>
              <p:spPr>
                <a:xfrm>
                  <a:off x="5286075" y="1737300"/>
                  <a:ext cx="4925" cy="6950"/>
                </a:xfrm>
                <a:custGeom>
                  <a:avLst/>
                  <a:gdLst/>
                  <a:ahLst/>
                  <a:cxnLst/>
                  <a:rect l="l" t="t" r="r" b="b"/>
                  <a:pathLst>
                    <a:path w="197" h="278" extrusionOk="0">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80" name="Google Shape;10080;p61"/>
                <p:cNvSpPr/>
                <p:nvPr/>
              </p:nvSpPr>
              <p:spPr>
                <a:xfrm>
                  <a:off x="5281300" y="1734425"/>
                  <a:ext cx="4800" cy="6275"/>
                </a:xfrm>
                <a:custGeom>
                  <a:avLst/>
                  <a:gdLst/>
                  <a:ahLst/>
                  <a:cxnLst/>
                  <a:rect l="l" t="t" r="r" b="b"/>
                  <a:pathLst>
                    <a:path w="192" h="251" extrusionOk="0">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81" name="Google Shape;10081;p61"/>
                <p:cNvSpPr/>
                <p:nvPr/>
              </p:nvSpPr>
              <p:spPr>
                <a:xfrm>
                  <a:off x="5278550" y="1731675"/>
                  <a:ext cx="2450" cy="5175"/>
                </a:xfrm>
                <a:custGeom>
                  <a:avLst/>
                  <a:gdLst/>
                  <a:ahLst/>
                  <a:cxnLst/>
                  <a:rect l="l" t="t" r="r" b="b"/>
                  <a:pathLst>
                    <a:path w="98" h="207" extrusionOk="0">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82" name="Google Shape;10082;p61"/>
                <p:cNvSpPr/>
                <p:nvPr/>
              </p:nvSpPr>
              <p:spPr>
                <a:xfrm>
                  <a:off x="5312950" y="1732425"/>
                  <a:ext cx="8325" cy="10775"/>
                </a:xfrm>
                <a:custGeom>
                  <a:avLst/>
                  <a:gdLst/>
                  <a:ahLst/>
                  <a:cxnLst/>
                  <a:rect l="l" t="t" r="r" b="b"/>
                  <a:pathLst>
                    <a:path w="333" h="431" extrusionOk="0">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83" name="Google Shape;10083;p61"/>
                <p:cNvSpPr/>
                <p:nvPr/>
              </p:nvSpPr>
              <p:spPr>
                <a:xfrm>
                  <a:off x="5313425" y="1743775"/>
                  <a:ext cx="8775" cy="10700"/>
                </a:xfrm>
                <a:custGeom>
                  <a:avLst/>
                  <a:gdLst/>
                  <a:ahLst/>
                  <a:cxnLst/>
                  <a:rect l="l" t="t" r="r" b="b"/>
                  <a:pathLst>
                    <a:path w="351" h="428" extrusionOk="0">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84" name="Google Shape;10084;p61"/>
                <p:cNvSpPr/>
                <p:nvPr/>
              </p:nvSpPr>
              <p:spPr>
                <a:xfrm>
                  <a:off x="5320950" y="1731850"/>
                  <a:ext cx="5700" cy="9000"/>
                </a:xfrm>
                <a:custGeom>
                  <a:avLst/>
                  <a:gdLst/>
                  <a:ahLst/>
                  <a:cxnLst/>
                  <a:rect l="l" t="t" r="r" b="b"/>
                  <a:pathLst>
                    <a:path w="228" h="360" extrusionOk="0">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85" name="Google Shape;10085;p61"/>
                <p:cNvSpPr/>
                <p:nvPr/>
              </p:nvSpPr>
              <p:spPr>
                <a:xfrm>
                  <a:off x="5322325" y="1742100"/>
                  <a:ext cx="5725" cy="8575"/>
                </a:xfrm>
                <a:custGeom>
                  <a:avLst/>
                  <a:gdLst/>
                  <a:ahLst/>
                  <a:cxnLst/>
                  <a:rect l="l" t="t" r="r" b="b"/>
                  <a:pathLst>
                    <a:path w="229" h="343" extrusionOk="0">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86" name="Google Shape;10086;p61"/>
                <p:cNvSpPr/>
                <p:nvPr/>
              </p:nvSpPr>
              <p:spPr>
                <a:xfrm>
                  <a:off x="5325250" y="1730950"/>
                  <a:ext cx="7525" cy="9250"/>
                </a:xfrm>
                <a:custGeom>
                  <a:avLst/>
                  <a:gdLst/>
                  <a:ahLst/>
                  <a:cxnLst/>
                  <a:rect l="l" t="t" r="r" b="b"/>
                  <a:pathLst>
                    <a:path w="301" h="370" extrusionOk="0">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87" name="Google Shape;10087;p61"/>
                <p:cNvSpPr/>
                <p:nvPr/>
              </p:nvSpPr>
              <p:spPr>
                <a:xfrm>
                  <a:off x="5328950" y="1739725"/>
                  <a:ext cx="5075" cy="7875"/>
                </a:xfrm>
                <a:custGeom>
                  <a:avLst/>
                  <a:gdLst/>
                  <a:ahLst/>
                  <a:cxnLst/>
                  <a:rect l="l" t="t" r="r" b="b"/>
                  <a:pathLst>
                    <a:path w="203" h="315" extrusionOk="0">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88" name="Google Shape;10088;p61"/>
                <p:cNvSpPr/>
                <p:nvPr/>
              </p:nvSpPr>
              <p:spPr>
                <a:xfrm>
                  <a:off x="5332175" y="1728450"/>
                  <a:ext cx="5400" cy="8675"/>
                </a:xfrm>
                <a:custGeom>
                  <a:avLst/>
                  <a:gdLst/>
                  <a:ahLst/>
                  <a:cxnLst/>
                  <a:rect l="l" t="t" r="r" b="b"/>
                  <a:pathLst>
                    <a:path w="216" h="347" extrusionOk="0">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89" name="Google Shape;10089;p61"/>
                <p:cNvSpPr/>
                <p:nvPr/>
              </p:nvSpPr>
              <p:spPr>
                <a:xfrm>
                  <a:off x="5334025" y="1737300"/>
                  <a:ext cx="4925" cy="6950"/>
                </a:xfrm>
                <a:custGeom>
                  <a:avLst/>
                  <a:gdLst/>
                  <a:ahLst/>
                  <a:cxnLst/>
                  <a:rect l="l" t="t" r="r" b="b"/>
                  <a:pathLst>
                    <a:path w="197" h="278" extrusionOk="0">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90" name="Google Shape;10090;p61"/>
                <p:cNvSpPr/>
                <p:nvPr/>
              </p:nvSpPr>
              <p:spPr>
                <a:xfrm>
                  <a:off x="5338925" y="1734425"/>
                  <a:ext cx="4650" cy="6275"/>
                </a:xfrm>
                <a:custGeom>
                  <a:avLst/>
                  <a:gdLst/>
                  <a:ahLst/>
                  <a:cxnLst/>
                  <a:rect l="l" t="t" r="r" b="b"/>
                  <a:pathLst>
                    <a:path w="186" h="251" extrusionOk="0">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91" name="Google Shape;10091;p61"/>
                <p:cNvSpPr/>
                <p:nvPr/>
              </p:nvSpPr>
              <p:spPr>
                <a:xfrm>
                  <a:off x="5343875" y="1731700"/>
                  <a:ext cx="2600" cy="5300"/>
                </a:xfrm>
                <a:custGeom>
                  <a:avLst/>
                  <a:gdLst/>
                  <a:ahLst/>
                  <a:cxnLst/>
                  <a:rect l="l" t="t" r="r" b="b"/>
                  <a:pathLst>
                    <a:path w="104" h="212" extrusionOk="0">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92" name="Google Shape;10092;p61"/>
                <p:cNvSpPr/>
                <p:nvPr/>
              </p:nvSpPr>
              <p:spPr>
                <a:xfrm>
                  <a:off x="5339292" y="1726059"/>
                  <a:ext cx="3700" cy="6950"/>
                </a:xfrm>
                <a:custGeom>
                  <a:avLst/>
                  <a:gdLst/>
                  <a:ahLst/>
                  <a:cxnLst/>
                  <a:rect l="l" t="t" r="r" b="b"/>
                  <a:pathLst>
                    <a:path w="148" h="278" extrusionOk="0">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93" name="Google Shape;10093;p61"/>
                <p:cNvSpPr/>
                <p:nvPr/>
              </p:nvSpPr>
              <p:spPr>
                <a:xfrm>
                  <a:off x="5343592" y="1723309"/>
                  <a:ext cx="3550" cy="7125"/>
                </a:xfrm>
                <a:custGeom>
                  <a:avLst/>
                  <a:gdLst/>
                  <a:ahLst/>
                  <a:cxnLst/>
                  <a:rect l="l" t="t" r="r" b="b"/>
                  <a:pathLst>
                    <a:path w="142" h="285" extrusionOk="0">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94" name="Google Shape;10094;p61"/>
                <p:cNvSpPr/>
                <p:nvPr/>
              </p:nvSpPr>
              <p:spPr>
                <a:xfrm>
                  <a:off x="5282477" y="1726059"/>
                  <a:ext cx="3700" cy="6950"/>
                </a:xfrm>
                <a:custGeom>
                  <a:avLst/>
                  <a:gdLst/>
                  <a:ahLst/>
                  <a:cxnLst/>
                  <a:rect l="l" t="t" r="r" b="b"/>
                  <a:pathLst>
                    <a:path w="148" h="278" extrusionOk="0">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095" name="Google Shape;10095;p61"/>
                <p:cNvSpPr/>
                <p:nvPr/>
              </p:nvSpPr>
              <p:spPr>
                <a:xfrm>
                  <a:off x="5278327" y="1723434"/>
                  <a:ext cx="3550" cy="7125"/>
                </a:xfrm>
                <a:custGeom>
                  <a:avLst/>
                  <a:gdLst/>
                  <a:ahLst/>
                  <a:cxnLst/>
                  <a:rect l="l" t="t" r="r" b="b"/>
                  <a:pathLst>
                    <a:path w="142" h="285" extrusionOk="0">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10096" name="Google Shape;10096;p61"/>
            <p:cNvSpPr/>
            <p:nvPr/>
          </p:nvSpPr>
          <p:spPr>
            <a:xfrm>
              <a:off x="5206775" y="1548900"/>
              <a:ext cx="193800" cy="222950"/>
            </a:xfrm>
            <a:custGeom>
              <a:avLst/>
              <a:gdLst/>
              <a:ahLst/>
              <a:cxnLst/>
              <a:rect l="l" t="t" r="r" b="b"/>
              <a:pathLst>
                <a:path w="7752" h="8918" extrusionOk="0">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097" name="Google Shape;10097;p61"/>
          <p:cNvGrpSpPr/>
          <p:nvPr/>
        </p:nvGrpSpPr>
        <p:grpSpPr>
          <a:xfrm>
            <a:off x="6644350" y="1548975"/>
            <a:ext cx="389275" cy="1356650"/>
            <a:chOff x="6644350" y="1548975"/>
            <a:chExt cx="389275" cy="1356650"/>
          </a:xfrm>
        </p:grpSpPr>
        <p:sp>
          <p:nvSpPr>
            <p:cNvPr id="10098" name="Google Shape;10098;p61"/>
            <p:cNvSpPr/>
            <p:nvPr/>
          </p:nvSpPr>
          <p:spPr>
            <a:xfrm>
              <a:off x="6746525" y="1620325"/>
              <a:ext cx="178750" cy="170600"/>
            </a:xfrm>
            <a:custGeom>
              <a:avLst/>
              <a:gdLst/>
              <a:ahLst/>
              <a:cxnLst/>
              <a:rect l="l" t="t" r="r" b="b"/>
              <a:pathLst>
                <a:path w="7150" h="6824" extrusionOk="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099" name="Google Shape;10099;p61"/>
            <p:cNvGrpSpPr/>
            <p:nvPr/>
          </p:nvGrpSpPr>
          <p:grpSpPr>
            <a:xfrm>
              <a:off x="6644350" y="1606500"/>
              <a:ext cx="389275" cy="1299125"/>
              <a:chOff x="6644350" y="1606500"/>
              <a:chExt cx="389275" cy="1299125"/>
            </a:xfrm>
          </p:grpSpPr>
          <p:sp>
            <p:nvSpPr>
              <p:cNvPr id="10100" name="Google Shape;10100;p61"/>
              <p:cNvSpPr/>
              <p:nvPr/>
            </p:nvSpPr>
            <p:spPr>
              <a:xfrm>
                <a:off x="6774350" y="1606500"/>
                <a:ext cx="129250" cy="165675"/>
              </a:xfrm>
              <a:custGeom>
                <a:avLst/>
                <a:gdLst/>
                <a:ahLst/>
                <a:cxnLst/>
                <a:rect l="l" t="t" r="r" b="b"/>
                <a:pathLst>
                  <a:path w="5170" h="6627" extrusionOk="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01" name="Google Shape;10101;p61"/>
              <p:cNvSpPr/>
              <p:nvPr/>
            </p:nvSpPr>
            <p:spPr>
              <a:xfrm>
                <a:off x="6644350" y="1721575"/>
                <a:ext cx="389275" cy="1184050"/>
              </a:xfrm>
              <a:custGeom>
                <a:avLst/>
                <a:gdLst/>
                <a:ahLst/>
                <a:cxnLst/>
                <a:rect l="l" t="t" r="r" b="b"/>
                <a:pathLst>
                  <a:path w="15571" h="47362" extrusionOk="0">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102" name="Google Shape;10102;p61"/>
            <p:cNvGrpSpPr/>
            <p:nvPr/>
          </p:nvGrpSpPr>
          <p:grpSpPr>
            <a:xfrm>
              <a:off x="6644800" y="1661800"/>
              <a:ext cx="381750" cy="1218925"/>
              <a:chOff x="6644800" y="1661800"/>
              <a:chExt cx="381750" cy="1218925"/>
            </a:xfrm>
          </p:grpSpPr>
          <p:grpSp>
            <p:nvGrpSpPr>
              <p:cNvPr id="10103" name="Google Shape;10103;p61"/>
              <p:cNvGrpSpPr/>
              <p:nvPr/>
            </p:nvGrpSpPr>
            <p:grpSpPr>
              <a:xfrm>
                <a:off x="6739925" y="1838600"/>
                <a:ext cx="198100" cy="161275"/>
                <a:chOff x="6739925" y="1838600"/>
                <a:chExt cx="198100" cy="161275"/>
              </a:xfrm>
            </p:grpSpPr>
            <p:sp>
              <p:nvSpPr>
                <p:cNvPr id="10104" name="Google Shape;10104;p61"/>
                <p:cNvSpPr/>
                <p:nvPr/>
              </p:nvSpPr>
              <p:spPr>
                <a:xfrm>
                  <a:off x="6739925" y="1838600"/>
                  <a:ext cx="99000" cy="161275"/>
                </a:xfrm>
                <a:custGeom>
                  <a:avLst/>
                  <a:gdLst/>
                  <a:ahLst/>
                  <a:cxnLst/>
                  <a:rect l="l" t="t" r="r" b="b"/>
                  <a:pathLst>
                    <a:path w="3960" h="6451" extrusionOk="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05" name="Google Shape;10105;p61"/>
                <p:cNvSpPr/>
                <p:nvPr/>
              </p:nvSpPr>
              <p:spPr>
                <a:xfrm>
                  <a:off x="6766200" y="1853800"/>
                  <a:ext cx="72725" cy="127000"/>
                </a:xfrm>
                <a:custGeom>
                  <a:avLst/>
                  <a:gdLst/>
                  <a:ahLst/>
                  <a:cxnLst/>
                  <a:rect l="l" t="t" r="r" b="b"/>
                  <a:pathLst>
                    <a:path w="2909" h="5080" extrusionOk="0">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06" name="Google Shape;10106;p61"/>
                <p:cNvSpPr/>
                <p:nvPr/>
              </p:nvSpPr>
              <p:spPr>
                <a:xfrm>
                  <a:off x="6839200" y="1838600"/>
                  <a:ext cx="98825" cy="161275"/>
                </a:xfrm>
                <a:custGeom>
                  <a:avLst/>
                  <a:gdLst/>
                  <a:ahLst/>
                  <a:cxnLst/>
                  <a:rect l="l" t="t" r="r" b="b"/>
                  <a:pathLst>
                    <a:path w="3953" h="6451" extrusionOk="0">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07" name="Google Shape;10107;p61"/>
                <p:cNvSpPr/>
                <p:nvPr/>
              </p:nvSpPr>
              <p:spPr>
                <a:xfrm>
                  <a:off x="6839200" y="1853800"/>
                  <a:ext cx="72700" cy="127000"/>
                </a:xfrm>
                <a:custGeom>
                  <a:avLst/>
                  <a:gdLst/>
                  <a:ahLst/>
                  <a:cxnLst/>
                  <a:rect l="l" t="t" r="r" b="b"/>
                  <a:pathLst>
                    <a:path w="2908" h="5080" extrusionOk="0">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0108" name="Google Shape;10108;p61"/>
              <p:cNvSpPr/>
              <p:nvPr/>
            </p:nvSpPr>
            <p:spPr>
              <a:xfrm>
                <a:off x="6662475" y="1804975"/>
                <a:ext cx="179825" cy="462475"/>
              </a:xfrm>
              <a:custGeom>
                <a:avLst/>
                <a:gdLst/>
                <a:ahLst/>
                <a:cxnLst/>
                <a:rect l="l" t="t" r="r" b="b"/>
                <a:pathLst>
                  <a:path w="7193" h="18499" extrusionOk="0">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09" name="Google Shape;10109;p61"/>
              <p:cNvSpPr/>
              <p:nvPr/>
            </p:nvSpPr>
            <p:spPr>
              <a:xfrm>
                <a:off x="6644800" y="2204650"/>
                <a:ext cx="29925" cy="93050"/>
              </a:xfrm>
              <a:custGeom>
                <a:avLst/>
                <a:gdLst/>
                <a:ahLst/>
                <a:cxnLst/>
                <a:rect l="l" t="t" r="r" b="b"/>
                <a:pathLst>
                  <a:path w="1197" h="3722" extrusionOk="0">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10" name="Google Shape;10110;p61"/>
              <p:cNvSpPr/>
              <p:nvPr/>
            </p:nvSpPr>
            <p:spPr>
              <a:xfrm>
                <a:off x="6874700" y="1817825"/>
                <a:ext cx="136025" cy="445475"/>
              </a:xfrm>
              <a:custGeom>
                <a:avLst/>
                <a:gdLst/>
                <a:ahLst/>
                <a:cxnLst/>
                <a:rect l="l" t="t" r="r" b="b"/>
                <a:pathLst>
                  <a:path w="5441" h="17819" extrusionOk="0">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11" name="Google Shape;10111;p61"/>
              <p:cNvSpPr/>
              <p:nvPr/>
            </p:nvSpPr>
            <p:spPr>
              <a:xfrm>
                <a:off x="7004850" y="2187825"/>
                <a:ext cx="21700" cy="93300"/>
              </a:xfrm>
              <a:custGeom>
                <a:avLst/>
                <a:gdLst/>
                <a:ahLst/>
                <a:cxnLst/>
                <a:rect l="l" t="t" r="r" b="b"/>
                <a:pathLst>
                  <a:path w="868" h="3732" fill="none" extrusionOk="0">
                    <a:moveTo>
                      <a:pt x="1" y="0"/>
                    </a:moveTo>
                    <a:cubicBezTo>
                      <a:pt x="1" y="0"/>
                      <a:pt x="867" y="2010"/>
                      <a:pt x="628" y="3731"/>
                    </a:cubicBezTo>
                  </a:path>
                </a:pathLst>
              </a:custGeom>
              <a:noFill/>
              <a:ln w="3850" cap="rnd"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12" name="Google Shape;10112;p61"/>
              <p:cNvSpPr/>
              <p:nvPr/>
            </p:nvSpPr>
            <p:spPr>
              <a:xfrm>
                <a:off x="6733625" y="1928075"/>
                <a:ext cx="127575" cy="952650"/>
              </a:xfrm>
              <a:custGeom>
                <a:avLst/>
                <a:gdLst/>
                <a:ahLst/>
                <a:cxnLst/>
                <a:rect l="l" t="t" r="r" b="b"/>
                <a:pathLst>
                  <a:path w="5103" h="38106" extrusionOk="0">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13" name="Google Shape;10113;p61"/>
              <p:cNvSpPr/>
              <p:nvPr/>
            </p:nvSpPr>
            <p:spPr>
              <a:xfrm>
                <a:off x="6840900" y="1921975"/>
                <a:ext cx="88525" cy="958750"/>
              </a:xfrm>
              <a:custGeom>
                <a:avLst/>
                <a:gdLst/>
                <a:ahLst/>
                <a:cxnLst/>
                <a:rect l="l" t="t" r="r" b="b"/>
                <a:pathLst>
                  <a:path w="3541" h="38350" extrusionOk="0">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14" name="Google Shape;10114;p61"/>
              <p:cNvSpPr/>
              <p:nvPr/>
            </p:nvSpPr>
            <p:spPr>
              <a:xfrm>
                <a:off x="6782350" y="1682025"/>
                <a:ext cx="75150" cy="206625"/>
              </a:xfrm>
              <a:custGeom>
                <a:avLst/>
                <a:gdLst/>
                <a:ahLst/>
                <a:cxnLst/>
                <a:rect l="l" t="t" r="r" b="b"/>
                <a:pathLst>
                  <a:path w="3006" h="8265" extrusionOk="0">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15" name="Google Shape;10115;p61"/>
              <p:cNvSpPr/>
              <p:nvPr/>
            </p:nvSpPr>
            <p:spPr>
              <a:xfrm>
                <a:off x="6843500" y="1674825"/>
                <a:ext cx="49650" cy="216425"/>
              </a:xfrm>
              <a:custGeom>
                <a:avLst/>
                <a:gdLst/>
                <a:ahLst/>
                <a:cxnLst/>
                <a:rect l="l" t="t" r="r" b="b"/>
                <a:pathLst>
                  <a:path w="1986" h="8657" extrusionOk="0">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16" name="Google Shape;10116;p61"/>
              <p:cNvSpPr/>
              <p:nvPr/>
            </p:nvSpPr>
            <p:spPr>
              <a:xfrm>
                <a:off x="6663250" y="1824700"/>
                <a:ext cx="189850" cy="422925"/>
              </a:xfrm>
              <a:custGeom>
                <a:avLst/>
                <a:gdLst/>
                <a:ahLst/>
                <a:cxnLst/>
                <a:rect l="l" t="t" r="r" b="b"/>
                <a:pathLst>
                  <a:path w="7594" h="16917" extrusionOk="0">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17" name="Google Shape;10117;p61"/>
              <p:cNvSpPr/>
              <p:nvPr/>
            </p:nvSpPr>
            <p:spPr>
              <a:xfrm>
                <a:off x="6649875" y="2188025"/>
                <a:ext cx="24350" cy="88625"/>
              </a:xfrm>
              <a:custGeom>
                <a:avLst/>
                <a:gdLst/>
                <a:ahLst/>
                <a:cxnLst/>
                <a:rect l="l" t="t" r="r" b="b"/>
                <a:pathLst>
                  <a:path w="974" h="3545" extrusionOk="0">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18" name="Google Shape;10118;p61"/>
              <p:cNvSpPr/>
              <p:nvPr/>
            </p:nvSpPr>
            <p:spPr>
              <a:xfrm>
                <a:off x="6750075" y="1931500"/>
                <a:ext cx="118350" cy="761450"/>
              </a:xfrm>
              <a:custGeom>
                <a:avLst/>
                <a:gdLst/>
                <a:ahLst/>
                <a:cxnLst/>
                <a:rect l="l" t="t" r="r" b="b"/>
                <a:pathLst>
                  <a:path w="4734" h="30458" extrusionOk="0">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19" name="Google Shape;10119;p61"/>
              <p:cNvSpPr/>
              <p:nvPr/>
            </p:nvSpPr>
            <p:spPr>
              <a:xfrm>
                <a:off x="6856000" y="1835150"/>
                <a:ext cx="157625" cy="414925"/>
              </a:xfrm>
              <a:custGeom>
                <a:avLst/>
                <a:gdLst/>
                <a:ahLst/>
                <a:cxnLst/>
                <a:rect l="l" t="t" r="r" b="b"/>
                <a:pathLst>
                  <a:path w="6305" h="16597" extrusionOk="0">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20" name="Google Shape;10120;p61"/>
              <p:cNvSpPr/>
              <p:nvPr/>
            </p:nvSpPr>
            <p:spPr>
              <a:xfrm>
                <a:off x="7000550" y="2168750"/>
                <a:ext cx="21225" cy="92225"/>
              </a:xfrm>
              <a:custGeom>
                <a:avLst/>
                <a:gdLst/>
                <a:ahLst/>
                <a:cxnLst/>
                <a:rect l="l" t="t" r="r" b="b"/>
                <a:pathLst>
                  <a:path w="849" h="3689" fill="none" extrusionOk="0">
                    <a:moveTo>
                      <a:pt x="0" y="1"/>
                    </a:moveTo>
                    <a:cubicBezTo>
                      <a:pt x="0" y="1"/>
                      <a:pt x="849" y="1212"/>
                      <a:pt x="800" y="3689"/>
                    </a:cubicBezTo>
                  </a:path>
                </a:pathLst>
              </a:custGeom>
              <a:noFill/>
              <a:ln w="3850" cap="rnd"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21" name="Google Shape;10121;p61"/>
              <p:cNvSpPr/>
              <p:nvPr/>
            </p:nvSpPr>
            <p:spPr>
              <a:xfrm>
                <a:off x="6849800" y="1931475"/>
                <a:ext cx="75325" cy="745800"/>
              </a:xfrm>
              <a:custGeom>
                <a:avLst/>
                <a:gdLst/>
                <a:ahLst/>
                <a:cxnLst/>
                <a:rect l="l" t="t" r="r" b="b"/>
                <a:pathLst>
                  <a:path w="3013" h="29832" extrusionOk="0">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22" name="Google Shape;10122;p61"/>
              <p:cNvSpPr/>
              <p:nvPr/>
            </p:nvSpPr>
            <p:spPr>
              <a:xfrm>
                <a:off x="6780500" y="1666375"/>
                <a:ext cx="81150" cy="224275"/>
              </a:xfrm>
              <a:custGeom>
                <a:avLst/>
                <a:gdLst/>
                <a:ahLst/>
                <a:cxnLst/>
                <a:rect l="l" t="t" r="r" b="b"/>
                <a:pathLst>
                  <a:path w="3246" h="8971" extrusionOk="0">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23" name="Google Shape;10123;p61"/>
              <p:cNvSpPr/>
              <p:nvPr/>
            </p:nvSpPr>
            <p:spPr>
              <a:xfrm>
                <a:off x="6844425" y="1661800"/>
                <a:ext cx="48275" cy="231150"/>
              </a:xfrm>
              <a:custGeom>
                <a:avLst/>
                <a:gdLst/>
                <a:ahLst/>
                <a:cxnLst/>
                <a:rect l="l" t="t" r="r" b="b"/>
                <a:pathLst>
                  <a:path w="1931" h="9246" extrusionOk="0">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124" name="Google Shape;10124;p61"/>
              <p:cNvGrpSpPr/>
              <p:nvPr/>
            </p:nvGrpSpPr>
            <p:grpSpPr>
              <a:xfrm>
                <a:off x="6814150" y="1867175"/>
                <a:ext cx="117025" cy="84325"/>
                <a:chOff x="6814150" y="1867175"/>
                <a:chExt cx="117025" cy="84325"/>
              </a:xfrm>
            </p:grpSpPr>
            <p:sp>
              <p:nvSpPr>
                <p:cNvPr id="10125" name="Google Shape;10125;p61"/>
                <p:cNvSpPr/>
                <p:nvPr/>
              </p:nvSpPr>
              <p:spPr>
                <a:xfrm>
                  <a:off x="6828600" y="1867175"/>
                  <a:ext cx="102575" cy="78800"/>
                </a:xfrm>
                <a:custGeom>
                  <a:avLst/>
                  <a:gdLst/>
                  <a:ahLst/>
                  <a:cxnLst/>
                  <a:rect l="l" t="t" r="r" b="b"/>
                  <a:pathLst>
                    <a:path w="4103" h="3152" extrusionOk="0">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26" name="Google Shape;10126;p61"/>
                <p:cNvSpPr/>
                <p:nvPr/>
              </p:nvSpPr>
              <p:spPr>
                <a:xfrm>
                  <a:off x="6814150" y="1872700"/>
                  <a:ext cx="102425" cy="78800"/>
                </a:xfrm>
                <a:custGeom>
                  <a:avLst/>
                  <a:gdLst/>
                  <a:ahLst/>
                  <a:cxnLst/>
                  <a:rect l="l" t="t" r="r" b="b"/>
                  <a:pathLst>
                    <a:path w="4097" h="3152" extrusionOk="0">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10127" name="Google Shape;10127;p61"/>
            <p:cNvSpPr/>
            <p:nvPr/>
          </p:nvSpPr>
          <p:spPr>
            <a:xfrm>
              <a:off x="6733325" y="1548975"/>
              <a:ext cx="193800" cy="222875"/>
            </a:xfrm>
            <a:custGeom>
              <a:avLst/>
              <a:gdLst/>
              <a:ahLst/>
              <a:cxnLst/>
              <a:rect l="l" t="t" r="r" b="b"/>
              <a:pathLst>
                <a:path w="7752" h="8915" extrusionOk="0">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128" name="Google Shape;10128;p61"/>
          <p:cNvGrpSpPr/>
          <p:nvPr/>
        </p:nvGrpSpPr>
        <p:grpSpPr>
          <a:xfrm>
            <a:off x="7301946" y="1542722"/>
            <a:ext cx="911707" cy="2849020"/>
            <a:chOff x="2972675" y="239500"/>
            <a:chExt cx="1672550" cy="5226600"/>
          </a:xfrm>
        </p:grpSpPr>
        <p:sp>
          <p:nvSpPr>
            <p:cNvPr id="10129" name="Google Shape;10129;p61"/>
            <p:cNvSpPr/>
            <p:nvPr/>
          </p:nvSpPr>
          <p:spPr>
            <a:xfrm>
              <a:off x="3015600" y="239500"/>
              <a:ext cx="793250" cy="1764400"/>
            </a:xfrm>
            <a:custGeom>
              <a:avLst/>
              <a:gdLst/>
              <a:ahLst/>
              <a:cxnLst/>
              <a:rect l="l" t="t" r="r" b="b"/>
              <a:pathLst>
                <a:path w="31730" h="70576" extrusionOk="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30" name="Google Shape;10130;p61"/>
            <p:cNvSpPr/>
            <p:nvPr/>
          </p:nvSpPr>
          <p:spPr>
            <a:xfrm>
              <a:off x="3625625" y="240400"/>
              <a:ext cx="976900" cy="1586950"/>
            </a:xfrm>
            <a:custGeom>
              <a:avLst/>
              <a:gdLst/>
              <a:ahLst/>
              <a:cxnLst/>
              <a:rect l="l" t="t" r="r" b="b"/>
              <a:pathLst>
                <a:path w="39076" h="63478" extrusionOk="0">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31" name="Google Shape;10131;p61"/>
            <p:cNvSpPr/>
            <p:nvPr/>
          </p:nvSpPr>
          <p:spPr>
            <a:xfrm>
              <a:off x="3804225" y="1637225"/>
              <a:ext cx="841000" cy="3828875"/>
            </a:xfrm>
            <a:custGeom>
              <a:avLst/>
              <a:gdLst/>
              <a:ahLst/>
              <a:cxnLst/>
              <a:rect l="l" t="t" r="r" b="b"/>
              <a:pathLst>
                <a:path w="33640" h="153155" extrusionOk="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32" name="Google Shape;10132;p61"/>
            <p:cNvSpPr/>
            <p:nvPr/>
          </p:nvSpPr>
          <p:spPr>
            <a:xfrm>
              <a:off x="2972675" y="1826400"/>
              <a:ext cx="1037300" cy="3639700"/>
            </a:xfrm>
            <a:custGeom>
              <a:avLst/>
              <a:gdLst/>
              <a:ahLst/>
              <a:cxnLst/>
              <a:rect l="l" t="t" r="r" b="b"/>
              <a:pathLst>
                <a:path w="41492" h="145588" extrusionOk="0">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10136"/>
        <p:cNvGrpSpPr/>
        <p:nvPr/>
      </p:nvGrpSpPr>
      <p:grpSpPr>
        <a:xfrm>
          <a:off x="0" y="0"/>
          <a:ext cx="0" cy="0"/>
          <a:chOff x="0" y="0"/>
          <a:chExt cx="0" cy="0"/>
        </a:xfrm>
      </p:grpSpPr>
      <p:grpSp>
        <p:nvGrpSpPr>
          <p:cNvPr id="10137" name="Google Shape;10137;p62"/>
          <p:cNvGrpSpPr/>
          <p:nvPr/>
        </p:nvGrpSpPr>
        <p:grpSpPr>
          <a:xfrm>
            <a:off x="3934280" y="1542757"/>
            <a:ext cx="557364" cy="1310345"/>
            <a:chOff x="3934280" y="1542757"/>
            <a:chExt cx="557364" cy="1310345"/>
          </a:xfrm>
        </p:grpSpPr>
        <p:sp>
          <p:nvSpPr>
            <p:cNvPr id="10138" name="Google Shape;10138;p62"/>
            <p:cNvSpPr/>
            <p:nvPr/>
          </p:nvSpPr>
          <p:spPr>
            <a:xfrm>
              <a:off x="3984472" y="2803693"/>
              <a:ext cx="457485" cy="49409"/>
            </a:xfrm>
            <a:custGeom>
              <a:avLst/>
              <a:gdLst/>
              <a:ahLst/>
              <a:cxnLst/>
              <a:rect l="l" t="t" r="r" b="b"/>
              <a:pathLst>
                <a:path w="18120" h="1957" extrusionOk="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139" name="Google Shape;10139;p62"/>
            <p:cNvGrpSpPr/>
            <p:nvPr/>
          </p:nvGrpSpPr>
          <p:grpSpPr>
            <a:xfrm>
              <a:off x="3934280" y="1542757"/>
              <a:ext cx="557364" cy="1277423"/>
              <a:chOff x="3934280" y="1542757"/>
              <a:chExt cx="557364" cy="1277423"/>
            </a:xfrm>
          </p:grpSpPr>
          <p:sp>
            <p:nvSpPr>
              <p:cNvPr id="10140" name="Google Shape;10140;p62"/>
              <p:cNvSpPr/>
              <p:nvPr/>
            </p:nvSpPr>
            <p:spPr>
              <a:xfrm>
                <a:off x="4029892" y="1674397"/>
                <a:ext cx="366821" cy="342104"/>
              </a:xfrm>
              <a:custGeom>
                <a:avLst/>
                <a:gdLst/>
                <a:ahLst/>
                <a:cxnLst/>
                <a:rect l="l" t="t" r="r" b="b"/>
                <a:pathLst>
                  <a:path w="14529" h="13550" extrusionOk="0">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141" name="Google Shape;10141;p62"/>
              <p:cNvGrpSpPr/>
              <p:nvPr/>
            </p:nvGrpSpPr>
            <p:grpSpPr>
              <a:xfrm>
                <a:off x="3934280" y="1547529"/>
                <a:ext cx="557364" cy="1272651"/>
                <a:chOff x="3934280" y="1547529"/>
                <a:chExt cx="557364" cy="1272651"/>
              </a:xfrm>
            </p:grpSpPr>
            <p:sp>
              <p:nvSpPr>
                <p:cNvPr id="10142" name="Google Shape;10142;p62"/>
                <p:cNvSpPr/>
                <p:nvPr/>
              </p:nvSpPr>
              <p:spPr>
                <a:xfrm>
                  <a:off x="3934280" y="1547529"/>
                  <a:ext cx="557364" cy="1272651"/>
                </a:xfrm>
                <a:custGeom>
                  <a:avLst/>
                  <a:gdLst/>
                  <a:ahLst/>
                  <a:cxnLst/>
                  <a:rect l="l" t="t" r="r" b="b"/>
                  <a:pathLst>
                    <a:path w="22076" h="50407" extrusionOk="0">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143" name="Google Shape;10143;p62"/>
                <p:cNvGrpSpPr/>
                <p:nvPr/>
              </p:nvGrpSpPr>
              <p:grpSpPr>
                <a:xfrm>
                  <a:off x="4110861" y="1813763"/>
                  <a:ext cx="203394" cy="542342"/>
                  <a:chOff x="4110861" y="1813763"/>
                  <a:chExt cx="203394" cy="542342"/>
                </a:xfrm>
              </p:grpSpPr>
              <p:sp>
                <p:nvSpPr>
                  <p:cNvPr id="10144" name="Google Shape;10144;p62"/>
                  <p:cNvSpPr/>
                  <p:nvPr/>
                </p:nvSpPr>
                <p:spPr>
                  <a:xfrm>
                    <a:off x="4137017" y="2221182"/>
                    <a:ext cx="144163" cy="105509"/>
                  </a:xfrm>
                  <a:custGeom>
                    <a:avLst/>
                    <a:gdLst/>
                    <a:ahLst/>
                    <a:cxnLst/>
                    <a:rect l="l" t="t" r="r" b="b"/>
                    <a:pathLst>
                      <a:path w="5710" h="4179" extrusionOk="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45" name="Google Shape;10145;p62"/>
                  <p:cNvSpPr/>
                  <p:nvPr/>
                </p:nvSpPr>
                <p:spPr>
                  <a:xfrm>
                    <a:off x="4115128" y="2184851"/>
                    <a:ext cx="197334" cy="171254"/>
                  </a:xfrm>
                  <a:custGeom>
                    <a:avLst/>
                    <a:gdLst/>
                    <a:ahLst/>
                    <a:cxnLst/>
                    <a:rect l="l" t="t" r="r" b="b"/>
                    <a:pathLst>
                      <a:path w="7816" h="6783" extrusionOk="0">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46" name="Google Shape;10146;p62"/>
                  <p:cNvSpPr/>
                  <p:nvPr/>
                </p:nvSpPr>
                <p:spPr>
                  <a:xfrm>
                    <a:off x="4181933" y="2108074"/>
                    <a:ext cx="132322" cy="113765"/>
                  </a:xfrm>
                  <a:custGeom>
                    <a:avLst/>
                    <a:gdLst/>
                    <a:ahLst/>
                    <a:cxnLst/>
                    <a:rect l="l" t="t" r="r" b="b"/>
                    <a:pathLst>
                      <a:path w="5241" h="4506" extrusionOk="0">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147" name="Google Shape;10147;p62"/>
                  <p:cNvGrpSpPr/>
                  <p:nvPr/>
                </p:nvGrpSpPr>
                <p:grpSpPr>
                  <a:xfrm>
                    <a:off x="4162846" y="1813763"/>
                    <a:ext cx="96622" cy="297542"/>
                    <a:chOff x="4162846" y="1813763"/>
                    <a:chExt cx="96622" cy="297542"/>
                  </a:xfrm>
                </p:grpSpPr>
                <p:sp>
                  <p:nvSpPr>
                    <p:cNvPr id="10148" name="Google Shape;10148;p62"/>
                    <p:cNvSpPr/>
                    <p:nvPr/>
                  </p:nvSpPr>
                  <p:spPr>
                    <a:xfrm>
                      <a:off x="4198899" y="1837951"/>
                      <a:ext cx="24692" cy="273355"/>
                    </a:xfrm>
                    <a:custGeom>
                      <a:avLst/>
                      <a:gdLst/>
                      <a:ahLst/>
                      <a:cxnLst/>
                      <a:rect l="l" t="t" r="r" b="b"/>
                      <a:pathLst>
                        <a:path w="978" h="10827" extrusionOk="0">
                          <a:moveTo>
                            <a:pt x="0" y="0"/>
                          </a:moveTo>
                          <a:lnTo>
                            <a:pt x="0" y="10826"/>
                          </a:lnTo>
                          <a:lnTo>
                            <a:pt x="978" y="10826"/>
                          </a:lnTo>
                          <a:lnTo>
                            <a:pt x="978" y="0"/>
                          </a:ln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49" name="Google Shape;10149;p62"/>
                    <p:cNvSpPr/>
                    <p:nvPr/>
                  </p:nvSpPr>
                  <p:spPr>
                    <a:xfrm>
                      <a:off x="4162846" y="1813763"/>
                      <a:ext cx="96622" cy="60089"/>
                    </a:xfrm>
                    <a:custGeom>
                      <a:avLst/>
                      <a:gdLst/>
                      <a:ahLst/>
                      <a:cxnLst/>
                      <a:rect l="l" t="t" r="r" b="b"/>
                      <a:pathLst>
                        <a:path w="3827" h="2380" extrusionOk="0">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0150" name="Google Shape;10150;p62"/>
                  <p:cNvSpPr/>
                  <p:nvPr/>
                </p:nvSpPr>
                <p:spPr>
                  <a:xfrm>
                    <a:off x="4110861" y="2098530"/>
                    <a:ext cx="171153" cy="103767"/>
                  </a:xfrm>
                  <a:custGeom>
                    <a:avLst/>
                    <a:gdLst/>
                    <a:ahLst/>
                    <a:cxnLst/>
                    <a:rect l="l" t="t" r="r" b="b"/>
                    <a:pathLst>
                      <a:path w="6779" h="4110" extrusionOk="0">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10151" name="Google Shape;10151;p62"/>
              <p:cNvSpPr/>
              <p:nvPr/>
            </p:nvSpPr>
            <p:spPr>
              <a:xfrm>
                <a:off x="4006210" y="1542757"/>
                <a:ext cx="406939" cy="325163"/>
              </a:xfrm>
              <a:custGeom>
                <a:avLst/>
                <a:gdLst/>
                <a:ahLst/>
                <a:cxnLst/>
                <a:rect l="l" t="t" r="r" b="b"/>
                <a:pathLst>
                  <a:path w="16118" h="12879" extrusionOk="0">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10152" name="Google Shape;10152;p62"/>
          <p:cNvGrpSpPr/>
          <p:nvPr/>
        </p:nvGrpSpPr>
        <p:grpSpPr>
          <a:xfrm>
            <a:off x="1920489" y="1542757"/>
            <a:ext cx="558020" cy="1310345"/>
            <a:chOff x="1920489" y="1542757"/>
            <a:chExt cx="558020" cy="1310345"/>
          </a:xfrm>
        </p:grpSpPr>
        <p:sp>
          <p:nvSpPr>
            <p:cNvPr id="10153" name="Google Shape;10153;p62"/>
            <p:cNvSpPr/>
            <p:nvPr/>
          </p:nvSpPr>
          <p:spPr>
            <a:xfrm>
              <a:off x="1970681" y="2803693"/>
              <a:ext cx="457636" cy="49409"/>
            </a:xfrm>
            <a:custGeom>
              <a:avLst/>
              <a:gdLst/>
              <a:ahLst/>
              <a:cxnLst/>
              <a:rect l="l" t="t" r="r" b="b"/>
              <a:pathLst>
                <a:path w="18126" h="1957" extrusionOk="0">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154" name="Google Shape;10154;p62"/>
            <p:cNvGrpSpPr/>
            <p:nvPr/>
          </p:nvGrpSpPr>
          <p:grpSpPr>
            <a:xfrm>
              <a:off x="1920489" y="1542757"/>
              <a:ext cx="558020" cy="1277423"/>
              <a:chOff x="1920489" y="1542757"/>
              <a:chExt cx="558020" cy="1277423"/>
            </a:xfrm>
          </p:grpSpPr>
          <p:sp>
            <p:nvSpPr>
              <p:cNvPr id="10155" name="Google Shape;10155;p62"/>
              <p:cNvSpPr/>
              <p:nvPr/>
            </p:nvSpPr>
            <p:spPr>
              <a:xfrm>
                <a:off x="2013955" y="1674397"/>
                <a:ext cx="366972" cy="342104"/>
              </a:xfrm>
              <a:custGeom>
                <a:avLst/>
                <a:gdLst/>
                <a:ahLst/>
                <a:cxnLst/>
                <a:rect l="l" t="t" r="r" b="b"/>
                <a:pathLst>
                  <a:path w="14535" h="13550" extrusionOk="0">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156" name="Google Shape;10156;p62"/>
              <p:cNvGrpSpPr/>
              <p:nvPr/>
            </p:nvGrpSpPr>
            <p:grpSpPr>
              <a:xfrm>
                <a:off x="1920489" y="1545534"/>
                <a:ext cx="558020" cy="1274645"/>
                <a:chOff x="1920489" y="1545534"/>
                <a:chExt cx="558020" cy="1274645"/>
              </a:xfrm>
            </p:grpSpPr>
            <p:sp>
              <p:nvSpPr>
                <p:cNvPr id="10157" name="Google Shape;10157;p62"/>
                <p:cNvSpPr/>
                <p:nvPr/>
              </p:nvSpPr>
              <p:spPr>
                <a:xfrm>
                  <a:off x="1920489" y="1545534"/>
                  <a:ext cx="558020" cy="1274645"/>
                </a:xfrm>
                <a:custGeom>
                  <a:avLst/>
                  <a:gdLst/>
                  <a:ahLst/>
                  <a:cxnLst/>
                  <a:rect l="l" t="t" r="r" b="b"/>
                  <a:pathLst>
                    <a:path w="22102" h="50486" extrusionOk="0">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158" name="Google Shape;10158;p62"/>
                <p:cNvGrpSpPr/>
                <p:nvPr/>
              </p:nvGrpSpPr>
              <p:grpSpPr>
                <a:xfrm>
                  <a:off x="1962122" y="1668313"/>
                  <a:ext cx="474931" cy="1079962"/>
                  <a:chOff x="1962122" y="1668313"/>
                  <a:chExt cx="474931" cy="1079962"/>
                </a:xfrm>
              </p:grpSpPr>
              <p:sp>
                <p:nvSpPr>
                  <p:cNvPr id="10159" name="Google Shape;10159;p62"/>
                  <p:cNvSpPr/>
                  <p:nvPr/>
                </p:nvSpPr>
                <p:spPr>
                  <a:xfrm>
                    <a:off x="2216238" y="2023419"/>
                    <a:ext cx="208469" cy="330591"/>
                  </a:xfrm>
                  <a:custGeom>
                    <a:avLst/>
                    <a:gdLst/>
                    <a:ahLst/>
                    <a:cxnLst/>
                    <a:rect l="l" t="t" r="r" b="b"/>
                    <a:pathLst>
                      <a:path w="8257" h="13094" extrusionOk="0">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60" name="Google Shape;10160;p62"/>
                  <p:cNvSpPr/>
                  <p:nvPr/>
                </p:nvSpPr>
                <p:spPr>
                  <a:xfrm>
                    <a:off x="2368581" y="2194344"/>
                    <a:ext cx="16461" cy="95158"/>
                  </a:xfrm>
                  <a:custGeom>
                    <a:avLst/>
                    <a:gdLst/>
                    <a:ahLst/>
                    <a:cxnLst/>
                    <a:rect l="l" t="t" r="r" b="b"/>
                    <a:pathLst>
                      <a:path w="652" h="3769" extrusionOk="0">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61" name="Google Shape;10161;p62"/>
                  <p:cNvSpPr/>
                  <p:nvPr/>
                </p:nvSpPr>
                <p:spPr>
                  <a:xfrm>
                    <a:off x="2394359" y="2265643"/>
                    <a:ext cx="37922" cy="41633"/>
                  </a:xfrm>
                  <a:custGeom>
                    <a:avLst/>
                    <a:gdLst/>
                    <a:ahLst/>
                    <a:cxnLst/>
                    <a:rect l="l" t="t" r="r" b="b"/>
                    <a:pathLst>
                      <a:path w="1502" h="1649" extrusionOk="0">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62" name="Google Shape;10162;p62"/>
                  <p:cNvSpPr/>
                  <p:nvPr/>
                </p:nvSpPr>
                <p:spPr>
                  <a:xfrm>
                    <a:off x="2340607" y="2111709"/>
                    <a:ext cx="19516" cy="47137"/>
                  </a:xfrm>
                  <a:custGeom>
                    <a:avLst/>
                    <a:gdLst/>
                    <a:ahLst/>
                    <a:cxnLst/>
                    <a:rect l="l" t="t" r="r" b="b"/>
                    <a:pathLst>
                      <a:path w="773" h="1867" extrusionOk="0">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63" name="Google Shape;10163;p62"/>
                  <p:cNvSpPr/>
                  <p:nvPr/>
                </p:nvSpPr>
                <p:spPr>
                  <a:xfrm>
                    <a:off x="2201393" y="2148823"/>
                    <a:ext cx="59104" cy="412519"/>
                  </a:xfrm>
                  <a:custGeom>
                    <a:avLst/>
                    <a:gdLst/>
                    <a:ahLst/>
                    <a:cxnLst/>
                    <a:rect l="l" t="t" r="r" b="b"/>
                    <a:pathLst>
                      <a:path w="2341" h="16339" extrusionOk="0">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64" name="Google Shape;10164;p62"/>
                  <p:cNvSpPr/>
                  <p:nvPr/>
                </p:nvSpPr>
                <p:spPr>
                  <a:xfrm>
                    <a:off x="2239239" y="2442679"/>
                    <a:ext cx="41482" cy="305596"/>
                  </a:xfrm>
                  <a:custGeom>
                    <a:avLst/>
                    <a:gdLst/>
                    <a:ahLst/>
                    <a:cxnLst/>
                    <a:rect l="l" t="t" r="r" b="b"/>
                    <a:pathLst>
                      <a:path w="1643" h="12104" extrusionOk="0">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65" name="Google Shape;10165;p62"/>
                  <p:cNvSpPr/>
                  <p:nvPr/>
                </p:nvSpPr>
                <p:spPr>
                  <a:xfrm>
                    <a:off x="2213991" y="2290184"/>
                    <a:ext cx="72814" cy="157115"/>
                  </a:xfrm>
                  <a:custGeom>
                    <a:avLst/>
                    <a:gdLst/>
                    <a:ahLst/>
                    <a:cxnLst/>
                    <a:rect l="l" t="t" r="r" b="b"/>
                    <a:pathLst>
                      <a:path w="2884" h="6223" extrusionOk="0">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66" name="Google Shape;10166;p62"/>
                  <p:cNvSpPr/>
                  <p:nvPr/>
                </p:nvSpPr>
                <p:spPr>
                  <a:xfrm>
                    <a:off x="2212729" y="1986709"/>
                    <a:ext cx="44309" cy="95284"/>
                  </a:xfrm>
                  <a:custGeom>
                    <a:avLst/>
                    <a:gdLst/>
                    <a:ahLst/>
                    <a:cxnLst/>
                    <a:rect l="l" t="t" r="r" b="b"/>
                    <a:pathLst>
                      <a:path w="1755" h="3774" extrusionOk="0">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67" name="Google Shape;10167;p62"/>
                  <p:cNvSpPr/>
                  <p:nvPr/>
                </p:nvSpPr>
                <p:spPr>
                  <a:xfrm>
                    <a:off x="2279054" y="1992188"/>
                    <a:ext cx="34968" cy="41608"/>
                  </a:xfrm>
                  <a:custGeom>
                    <a:avLst/>
                    <a:gdLst/>
                    <a:ahLst/>
                    <a:cxnLst/>
                    <a:rect l="l" t="t" r="r" b="b"/>
                    <a:pathLst>
                      <a:path w="1385" h="1648" extrusionOk="0">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68" name="Google Shape;10168;p62"/>
                  <p:cNvSpPr/>
                  <p:nvPr/>
                </p:nvSpPr>
                <p:spPr>
                  <a:xfrm>
                    <a:off x="2199777" y="2195405"/>
                    <a:ext cx="63346" cy="88492"/>
                  </a:xfrm>
                  <a:custGeom>
                    <a:avLst/>
                    <a:gdLst/>
                    <a:ahLst/>
                    <a:cxnLst/>
                    <a:rect l="l" t="t" r="r" b="b"/>
                    <a:pathLst>
                      <a:path w="2509" h="3505" extrusionOk="0">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69" name="Google Shape;10169;p62"/>
                  <p:cNvSpPr/>
                  <p:nvPr/>
                </p:nvSpPr>
                <p:spPr>
                  <a:xfrm>
                    <a:off x="2221792" y="2239411"/>
                    <a:ext cx="22294" cy="28050"/>
                  </a:xfrm>
                  <a:custGeom>
                    <a:avLst/>
                    <a:gdLst/>
                    <a:ahLst/>
                    <a:cxnLst/>
                    <a:rect l="l" t="t" r="r" b="b"/>
                    <a:pathLst>
                      <a:path w="883" h="1111" extrusionOk="0">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70" name="Google Shape;10170;p62"/>
                  <p:cNvSpPr/>
                  <p:nvPr/>
                </p:nvSpPr>
                <p:spPr>
                  <a:xfrm>
                    <a:off x="2210280" y="2374106"/>
                    <a:ext cx="38906" cy="52641"/>
                  </a:xfrm>
                  <a:custGeom>
                    <a:avLst/>
                    <a:gdLst/>
                    <a:ahLst/>
                    <a:cxnLst/>
                    <a:rect l="l" t="t" r="r" b="b"/>
                    <a:pathLst>
                      <a:path w="1541" h="2085" extrusionOk="0">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71" name="Google Shape;10171;p62"/>
                  <p:cNvSpPr/>
                  <p:nvPr/>
                </p:nvSpPr>
                <p:spPr>
                  <a:xfrm>
                    <a:off x="2218662" y="2617189"/>
                    <a:ext cx="41557" cy="54080"/>
                  </a:xfrm>
                  <a:custGeom>
                    <a:avLst/>
                    <a:gdLst/>
                    <a:ahLst/>
                    <a:cxnLst/>
                    <a:rect l="l" t="t" r="r" b="b"/>
                    <a:pathLst>
                      <a:path w="1646" h="2142" extrusionOk="0">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72" name="Google Shape;10172;p62"/>
                  <p:cNvSpPr/>
                  <p:nvPr/>
                </p:nvSpPr>
                <p:spPr>
                  <a:xfrm>
                    <a:off x="2211719" y="2047278"/>
                    <a:ext cx="225334" cy="286004"/>
                  </a:xfrm>
                  <a:custGeom>
                    <a:avLst/>
                    <a:gdLst/>
                    <a:ahLst/>
                    <a:cxnLst/>
                    <a:rect l="l" t="t" r="r" b="b"/>
                    <a:pathLst>
                      <a:path w="8925" h="11328" extrusionOk="0">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73" name="Google Shape;10173;p62"/>
                  <p:cNvSpPr/>
                  <p:nvPr/>
                </p:nvSpPr>
                <p:spPr>
                  <a:xfrm>
                    <a:off x="2206972" y="2154100"/>
                    <a:ext cx="77863" cy="447234"/>
                  </a:xfrm>
                  <a:custGeom>
                    <a:avLst/>
                    <a:gdLst/>
                    <a:ahLst/>
                    <a:cxnLst/>
                    <a:rect l="l" t="t" r="r" b="b"/>
                    <a:pathLst>
                      <a:path w="3084" h="17714" extrusionOk="0">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74" name="Google Shape;10174;p62"/>
                  <p:cNvSpPr/>
                  <p:nvPr/>
                </p:nvSpPr>
                <p:spPr>
                  <a:xfrm>
                    <a:off x="2192834" y="2298566"/>
                    <a:ext cx="26308" cy="34715"/>
                  </a:xfrm>
                  <a:custGeom>
                    <a:avLst/>
                    <a:gdLst/>
                    <a:ahLst/>
                    <a:cxnLst/>
                    <a:rect l="l" t="t" r="r" b="b"/>
                    <a:pathLst>
                      <a:path w="1042" h="1375" extrusionOk="0">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75" name="Google Shape;10175;p62"/>
                  <p:cNvSpPr/>
                  <p:nvPr/>
                </p:nvSpPr>
                <p:spPr>
                  <a:xfrm>
                    <a:off x="2265748" y="2512841"/>
                    <a:ext cx="26005" cy="78772"/>
                  </a:xfrm>
                  <a:custGeom>
                    <a:avLst/>
                    <a:gdLst/>
                    <a:ahLst/>
                    <a:cxnLst/>
                    <a:rect l="l" t="t" r="r" b="b"/>
                    <a:pathLst>
                      <a:path w="1030" h="3120" extrusionOk="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76" name="Google Shape;10176;p62"/>
                  <p:cNvSpPr/>
                  <p:nvPr/>
                </p:nvSpPr>
                <p:spPr>
                  <a:xfrm>
                    <a:off x="2219167" y="2412533"/>
                    <a:ext cx="34438" cy="45799"/>
                  </a:xfrm>
                  <a:custGeom>
                    <a:avLst/>
                    <a:gdLst/>
                    <a:ahLst/>
                    <a:cxnLst/>
                    <a:rect l="l" t="t" r="r" b="b"/>
                    <a:pathLst>
                      <a:path w="1364" h="1814" extrusionOk="0">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77" name="Google Shape;10177;p62"/>
                  <p:cNvSpPr/>
                  <p:nvPr/>
                </p:nvSpPr>
                <p:spPr>
                  <a:xfrm>
                    <a:off x="1974316" y="2023419"/>
                    <a:ext cx="208469" cy="330591"/>
                  </a:xfrm>
                  <a:custGeom>
                    <a:avLst/>
                    <a:gdLst/>
                    <a:ahLst/>
                    <a:cxnLst/>
                    <a:rect l="l" t="t" r="r" b="b"/>
                    <a:pathLst>
                      <a:path w="8257" h="13094" extrusionOk="0">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78" name="Google Shape;10178;p62"/>
                  <p:cNvSpPr/>
                  <p:nvPr/>
                </p:nvSpPr>
                <p:spPr>
                  <a:xfrm>
                    <a:off x="2013955" y="2194344"/>
                    <a:ext cx="16487" cy="95158"/>
                  </a:xfrm>
                  <a:custGeom>
                    <a:avLst/>
                    <a:gdLst/>
                    <a:ahLst/>
                    <a:cxnLst/>
                    <a:rect l="l" t="t" r="r" b="b"/>
                    <a:pathLst>
                      <a:path w="653" h="3769" extrusionOk="0">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79" name="Google Shape;10179;p62"/>
                  <p:cNvSpPr/>
                  <p:nvPr/>
                </p:nvSpPr>
                <p:spPr>
                  <a:xfrm>
                    <a:off x="1966894" y="2265643"/>
                    <a:ext cx="37922" cy="41633"/>
                  </a:xfrm>
                  <a:custGeom>
                    <a:avLst/>
                    <a:gdLst/>
                    <a:ahLst/>
                    <a:cxnLst/>
                    <a:rect l="l" t="t" r="r" b="b"/>
                    <a:pathLst>
                      <a:path w="1502" h="1649" extrusionOk="0">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80" name="Google Shape;10180;p62"/>
                  <p:cNvSpPr/>
                  <p:nvPr/>
                </p:nvSpPr>
                <p:spPr>
                  <a:xfrm>
                    <a:off x="2038571" y="2111532"/>
                    <a:ext cx="19845" cy="47314"/>
                  </a:xfrm>
                  <a:custGeom>
                    <a:avLst/>
                    <a:gdLst/>
                    <a:ahLst/>
                    <a:cxnLst/>
                    <a:rect l="l" t="t" r="r" b="b"/>
                    <a:pathLst>
                      <a:path w="786" h="1874" extrusionOk="0">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81" name="Google Shape;10181;p62"/>
                  <p:cNvSpPr/>
                  <p:nvPr/>
                </p:nvSpPr>
                <p:spPr>
                  <a:xfrm>
                    <a:off x="2138526" y="2148798"/>
                    <a:ext cx="59104" cy="412544"/>
                  </a:xfrm>
                  <a:custGeom>
                    <a:avLst/>
                    <a:gdLst/>
                    <a:ahLst/>
                    <a:cxnLst/>
                    <a:rect l="l" t="t" r="r" b="b"/>
                    <a:pathLst>
                      <a:path w="2341" h="16340" extrusionOk="0">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82" name="Google Shape;10182;p62"/>
                  <p:cNvSpPr/>
                  <p:nvPr/>
                </p:nvSpPr>
                <p:spPr>
                  <a:xfrm>
                    <a:off x="2118278" y="2442679"/>
                    <a:ext cx="41507" cy="305596"/>
                  </a:xfrm>
                  <a:custGeom>
                    <a:avLst/>
                    <a:gdLst/>
                    <a:ahLst/>
                    <a:cxnLst/>
                    <a:rect l="l" t="t" r="r" b="b"/>
                    <a:pathLst>
                      <a:path w="1644" h="12104" extrusionOk="0">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83" name="Google Shape;10183;p62"/>
                  <p:cNvSpPr/>
                  <p:nvPr/>
                </p:nvSpPr>
                <p:spPr>
                  <a:xfrm>
                    <a:off x="2112370" y="2290462"/>
                    <a:ext cx="72082" cy="156837"/>
                  </a:xfrm>
                  <a:custGeom>
                    <a:avLst/>
                    <a:gdLst/>
                    <a:ahLst/>
                    <a:cxnLst/>
                    <a:rect l="l" t="t" r="r" b="b"/>
                    <a:pathLst>
                      <a:path w="2855" h="6212" extrusionOk="0">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84" name="Google Shape;10184;p62"/>
                  <p:cNvSpPr/>
                  <p:nvPr/>
                </p:nvSpPr>
                <p:spPr>
                  <a:xfrm>
                    <a:off x="2141808" y="1986860"/>
                    <a:ext cx="44461" cy="95133"/>
                  </a:xfrm>
                  <a:custGeom>
                    <a:avLst/>
                    <a:gdLst/>
                    <a:ahLst/>
                    <a:cxnLst/>
                    <a:rect l="l" t="t" r="r" b="b"/>
                    <a:pathLst>
                      <a:path w="1761" h="3768" extrusionOk="0">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85" name="Google Shape;10185;p62"/>
                  <p:cNvSpPr/>
                  <p:nvPr/>
                </p:nvSpPr>
                <p:spPr>
                  <a:xfrm>
                    <a:off x="2085103" y="1992213"/>
                    <a:ext cx="34867" cy="41583"/>
                  </a:xfrm>
                  <a:custGeom>
                    <a:avLst/>
                    <a:gdLst/>
                    <a:ahLst/>
                    <a:cxnLst/>
                    <a:rect l="l" t="t" r="r" b="b"/>
                    <a:pathLst>
                      <a:path w="1381" h="1647" extrusionOk="0">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86" name="Google Shape;10186;p62"/>
                  <p:cNvSpPr/>
                  <p:nvPr/>
                </p:nvSpPr>
                <p:spPr>
                  <a:xfrm>
                    <a:off x="2135900" y="2195556"/>
                    <a:ext cx="63220" cy="88341"/>
                  </a:xfrm>
                  <a:custGeom>
                    <a:avLst/>
                    <a:gdLst/>
                    <a:ahLst/>
                    <a:cxnLst/>
                    <a:rect l="l" t="t" r="r" b="b"/>
                    <a:pathLst>
                      <a:path w="2504" h="3499" extrusionOk="0">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87" name="Google Shape;10187;p62"/>
                  <p:cNvSpPr/>
                  <p:nvPr/>
                </p:nvSpPr>
                <p:spPr>
                  <a:xfrm>
                    <a:off x="2155265" y="2239487"/>
                    <a:ext cx="22117" cy="27974"/>
                  </a:xfrm>
                  <a:custGeom>
                    <a:avLst/>
                    <a:gdLst/>
                    <a:ahLst/>
                    <a:cxnLst/>
                    <a:rect l="l" t="t" r="r" b="b"/>
                    <a:pathLst>
                      <a:path w="876" h="1108" extrusionOk="0">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88" name="Google Shape;10188;p62"/>
                  <p:cNvSpPr/>
                  <p:nvPr/>
                </p:nvSpPr>
                <p:spPr>
                  <a:xfrm>
                    <a:off x="2150090" y="2374233"/>
                    <a:ext cx="38654" cy="52515"/>
                  </a:xfrm>
                  <a:custGeom>
                    <a:avLst/>
                    <a:gdLst/>
                    <a:ahLst/>
                    <a:cxnLst/>
                    <a:rect l="l" t="t" r="r" b="b"/>
                    <a:pathLst>
                      <a:path w="1531" h="2080" extrusionOk="0">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89" name="Google Shape;10189;p62"/>
                  <p:cNvSpPr/>
                  <p:nvPr/>
                </p:nvSpPr>
                <p:spPr>
                  <a:xfrm>
                    <a:off x="2138779" y="2617265"/>
                    <a:ext cx="41583" cy="54004"/>
                  </a:xfrm>
                  <a:custGeom>
                    <a:avLst/>
                    <a:gdLst/>
                    <a:ahLst/>
                    <a:cxnLst/>
                    <a:rect l="l" t="t" r="r" b="b"/>
                    <a:pathLst>
                      <a:path w="1647" h="2139" extrusionOk="0">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90" name="Google Shape;10190;p62"/>
                  <p:cNvSpPr/>
                  <p:nvPr/>
                </p:nvSpPr>
                <p:spPr>
                  <a:xfrm>
                    <a:off x="1962122" y="2047252"/>
                    <a:ext cx="225309" cy="286029"/>
                  </a:xfrm>
                  <a:custGeom>
                    <a:avLst/>
                    <a:gdLst/>
                    <a:ahLst/>
                    <a:cxnLst/>
                    <a:rect l="l" t="t" r="r" b="b"/>
                    <a:pathLst>
                      <a:path w="8924" h="11329" extrusionOk="0">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91" name="Google Shape;10191;p62"/>
                  <p:cNvSpPr/>
                  <p:nvPr/>
                </p:nvSpPr>
                <p:spPr>
                  <a:xfrm>
                    <a:off x="2114339" y="2154403"/>
                    <a:ext cx="77863" cy="446755"/>
                  </a:xfrm>
                  <a:custGeom>
                    <a:avLst/>
                    <a:gdLst/>
                    <a:ahLst/>
                    <a:cxnLst/>
                    <a:rect l="l" t="t" r="r" b="b"/>
                    <a:pathLst>
                      <a:path w="3084" h="17695" extrusionOk="0">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92" name="Google Shape;10192;p62"/>
                  <p:cNvSpPr/>
                  <p:nvPr/>
                </p:nvSpPr>
                <p:spPr>
                  <a:xfrm>
                    <a:off x="2179907" y="2298490"/>
                    <a:ext cx="26283" cy="34791"/>
                  </a:xfrm>
                  <a:custGeom>
                    <a:avLst/>
                    <a:gdLst/>
                    <a:ahLst/>
                    <a:cxnLst/>
                    <a:rect l="l" t="t" r="r" b="b"/>
                    <a:pathLst>
                      <a:path w="1041" h="1378" extrusionOk="0">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93" name="Google Shape;10193;p62"/>
                  <p:cNvSpPr/>
                  <p:nvPr/>
                </p:nvSpPr>
                <p:spPr>
                  <a:xfrm>
                    <a:off x="2107270" y="2512841"/>
                    <a:ext cx="25980" cy="78772"/>
                  </a:xfrm>
                  <a:custGeom>
                    <a:avLst/>
                    <a:gdLst/>
                    <a:ahLst/>
                    <a:cxnLst/>
                    <a:rect l="l" t="t" r="r" b="b"/>
                    <a:pathLst>
                      <a:path w="1029" h="3120" extrusionOk="0">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94" name="Google Shape;10194;p62"/>
                  <p:cNvSpPr/>
                  <p:nvPr/>
                </p:nvSpPr>
                <p:spPr>
                  <a:xfrm>
                    <a:off x="2145394" y="2412533"/>
                    <a:ext cx="34463" cy="45799"/>
                  </a:xfrm>
                  <a:custGeom>
                    <a:avLst/>
                    <a:gdLst/>
                    <a:ahLst/>
                    <a:cxnLst/>
                    <a:rect l="l" t="t" r="r" b="b"/>
                    <a:pathLst>
                      <a:path w="1365" h="1814" extrusionOk="0">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95" name="Google Shape;10195;p62"/>
                  <p:cNvSpPr/>
                  <p:nvPr/>
                </p:nvSpPr>
                <p:spPr>
                  <a:xfrm>
                    <a:off x="2068262" y="1690152"/>
                    <a:ext cx="117199" cy="370128"/>
                  </a:xfrm>
                  <a:custGeom>
                    <a:avLst/>
                    <a:gdLst/>
                    <a:ahLst/>
                    <a:cxnLst/>
                    <a:rect l="l" t="t" r="r" b="b"/>
                    <a:pathLst>
                      <a:path w="4642" h="14660" extrusionOk="0">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96" name="Google Shape;10196;p62"/>
                  <p:cNvSpPr/>
                  <p:nvPr/>
                </p:nvSpPr>
                <p:spPr>
                  <a:xfrm>
                    <a:off x="2085380" y="1685632"/>
                    <a:ext cx="117174" cy="370381"/>
                  </a:xfrm>
                  <a:custGeom>
                    <a:avLst/>
                    <a:gdLst/>
                    <a:ahLst/>
                    <a:cxnLst/>
                    <a:rect l="l" t="t" r="r" b="b"/>
                    <a:pathLst>
                      <a:path w="4641" h="14670" extrusionOk="0">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97" name="Google Shape;10197;p62"/>
                  <p:cNvSpPr/>
                  <p:nvPr/>
                </p:nvSpPr>
                <p:spPr>
                  <a:xfrm>
                    <a:off x="2107093" y="1681315"/>
                    <a:ext cx="49106" cy="67966"/>
                  </a:xfrm>
                  <a:custGeom>
                    <a:avLst/>
                    <a:gdLst/>
                    <a:ahLst/>
                    <a:cxnLst/>
                    <a:rect l="l" t="t" r="r" b="b"/>
                    <a:pathLst>
                      <a:path w="1945" h="2692" extrusionOk="0">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98" name="Google Shape;10198;p62"/>
                  <p:cNvSpPr/>
                  <p:nvPr/>
                </p:nvSpPr>
                <p:spPr>
                  <a:xfrm>
                    <a:off x="2026629" y="1668313"/>
                    <a:ext cx="70617" cy="87710"/>
                  </a:xfrm>
                  <a:custGeom>
                    <a:avLst/>
                    <a:gdLst/>
                    <a:ahLst/>
                    <a:cxnLst/>
                    <a:rect l="l" t="t" r="r" b="b"/>
                    <a:pathLst>
                      <a:path w="2797" h="3474" extrusionOk="0">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199" name="Google Shape;10199;p62"/>
                  <p:cNvSpPr/>
                  <p:nvPr/>
                </p:nvSpPr>
                <p:spPr>
                  <a:xfrm>
                    <a:off x="2214067" y="1690025"/>
                    <a:ext cx="117022" cy="370255"/>
                  </a:xfrm>
                  <a:custGeom>
                    <a:avLst/>
                    <a:gdLst/>
                    <a:ahLst/>
                    <a:cxnLst/>
                    <a:rect l="l" t="t" r="r" b="b"/>
                    <a:pathLst>
                      <a:path w="4635" h="14665" extrusionOk="0">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00" name="Google Shape;10200;p62"/>
                  <p:cNvSpPr/>
                  <p:nvPr/>
                </p:nvSpPr>
                <p:spPr>
                  <a:xfrm>
                    <a:off x="2196949" y="1685683"/>
                    <a:ext cx="117022" cy="370330"/>
                  </a:xfrm>
                  <a:custGeom>
                    <a:avLst/>
                    <a:gdLst/>
                    <a:ahLst/>
                    <a:cxnLst/>
                    <a:rect l="l" t="t" r="r" b="b"/>
                    <a:pathLst>
                      <a:path w="4635" h="14668" extrusionOk="0">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01" name="Google Shape;10201;p62"/>
                  <p:cNvSpPr/>
                  <p:nvPr/>
                </p:nvSpPr>
                <p:spPr>
                  <a:xfrm>
                    <a:off x="2242874" y="1681315"/>
                    <a:ext cx="49207" cy="67966"/>
                  </a:xfrm>
                  <a:custGeom>
                    <a:avLst/>
                    <a:gdLst/>
                    <a:ahLst/>
                    <a:cxnLst/>
                    <a:rect l="l" t="t" r="r" b="b"/>
                    <a:pathLst>
                      <a:path w="1949" h="2692" extrusionOk="0">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02" name="Google Shape;10202;p62"/>
                  <p:cNvSpPr/>
                  <p:nvPr/>
                </p:nvSpPr>
                <p:spPr>
                  <a:xfrm>
                    <a:off x="2301751" y="1668313"/>
                    <a:ext cx="70643" cy="87710"/>
                  </a:xfrm>
                  <a:custGeom>
                    <a:avLst/>
                    <a:gdLst/>
                    <a:ahLst/>
                    <a:cxnLst/>
                    <a:rect l="l" t="t" r="r" b="b"/>
                    <a:pathLst>
                      <a:path w="2798" h="3474" extrusionOk="0">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03" name="Google Shape;10203;p62"/>
                  <p:cNvSpPr/>
                  <p:nvPr/>
                </p:nvSpPr>
                <p:spPr>
                  <a:xfrm>
                    <a:off x="2160239" y="2043314"/>
                    <a:ext cx="33276" cy="33907"/>
                  </a:xfrm>
                  <a:custGeom>
                    <a:avLst/>
                    <a:gdLst/>
                    <a:ahLst/>
                    <a:cxnLst/>
                    <a:rect l="l" t="t" r="r" b="b"/>
                    <a:pathLst>
                      <a:path w="1318" h="1343" extrusionOk="0">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04" name="Google Shape;10204;p62"/>
                  <p:cNvSpPr/>
                  <p:nvPr/>
                </p:nvSpPr>
                <p:spPr>
                  <a:xfrm>
                    <a:off x="2157942" y="2041168"/>
                    <a:ext cx="40346" cy="38376"/>
                  </a:xfrm>
                  <a:custGeom>
                    <a:avLst/>
                    <a:gdLst/>
                    <a:ahLst/>
                    <a:cxnLst/>
                    <a:rect l="l" t="t" r="r" b="b"/>
                    <a:pathLst>
                      <a:path w="1598" h="1520" extrusionOk="0">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05" name="Google Shape;10205;p62"/>
                  <p:cNvSpPr/>
                  <p:nvPr/>
                </p:nvSpPr>
                <p:spPr>
                  <a:xfrm>
                    <a:off x="2204675" y="2051368"/>
                    <a:ext cx="27520" cy="26182"/>
                  </a:xfrm>
                  <a:custGeom>
                    <a:avLst/>
                    <a:gdLst/>
                    <a:ahLst/>
                    <a:cxnLst/>
                    <a:rect l="l" t="t" r="r" b="b"/>
                    <a:pathLst>
                      <a:path w="1090" h="1037" extrusionOk="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06" name="Google Shape;10206;p62"/>
                  <p:cNvSpPr/>
                  <p:nvPr/>
                </p:nvSpPr>
                <p:spPr>
                  <a:xfrm>
                    <a:off x="2202529" y="2048565"/>
                    <a:ext cx="32620" cy="31458"/>
                  </a:xfrm>
                  <a:custGeom>
                    <a:avLst/>
                    <a:gdLst/>
                    <a:ahLst/>
                    <a:cxnLst/>
                    <a:rect l="l" t="t" r="r" b="b"/>
                    <a:pathLst>
                      <a:path w="1292" h="1246" extrusionOk="0">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07" name="Google Shape;10207;p62"/>
                  <p:cNvSpPr/>
                  <p:nvPr/>
                </p:nvSpPr>
                <p:spPr>
                  <a:xfrm>
                    <a:off x="2139183" y="2076388"/>
                    <a:ext cx="29489" cy="46102"/>
                  </a:xfrm>
                  <a:custGeom>
                    <a:avLst/>
                    <a:gdLst/>
                    <a:ahLst/>
                    <a:cxnLst/>
                    <a:rect l="l" t="t" r="r" b="b"/>
                    <a:pathLst>
                      <a:path w="1168" h="1826" extrusionOk="0">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08" name="Google Shape;10208;p62"/>
                  <p:cNvSpPr/>
                  <p:nvPr/>
                </p:nvSpPr>
                <p:spPr>
                  <a:xfrm>
                    <a:off x="2137213" y="2074242"/>
                    <a:ext cx="36053" cy="50041"/>
                  </a:xfrm>
                  <a:custGeom>
                    <a:avLst/>
                    <a:gdLst/>
                    <a:ahLst/>
                    <a:cxnLst/>
                    <a:rect l="l" t="t" r="r" b="b"/>
                    <a:pathLst>
                      <a:path w="1428" h="1982" extrusionOk="0">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09" name="Google Shape;10209;p62"/>
                  <p:cNvSpPr/>
                  <p:nvPr/>
                </p:nvSpPr>
                <p:spPr>
                  <a:xfrm>
                    <a:off x="2157134" y="2043642"/>
                    <a:ext cx="99399" cy="131666"/>
                  </a:xfrm>
                  <a:custGeom>
                    <a:avLst/>
                    <a:gdLst/>
                    <a:ahLst/>
                    <a:cxnLst/>
                    <a:rect l="l" t="t" r="r" b="b"/>
                    <a:pathLst>
                      <a:path w="3937" h="5215" extrusionOk="0">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10" name="Google Shape;10210;p62"/>
                  <p:cNvSpPr/>
                  <p:nvPr/>
                </p:nvSpPr>
                <p:spPr>
                  <a:xfrm>
                    <a:off x="2155139" y="2041168"/>
                    <a:ext cx="103363" cy="136286"/>
                  </a:xfrm>
                  <a:custGeom>
                    <a:avLst/>
                    <a:gdLst/>
                    <a:ahLst/>
                    <a:cxnLst/>
                    <a:rect l="l" t="t" r="r" b="b"/>
                    <a:pathLst>
                      <a:path w="4094" h="5398" extrusionOk="0">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10211" name="Google Shape;10211;p62"/>
              <p:cNvSpPr/>
              <p:nvPr/>
            </p:nvSpPr>
            <p:spPr>
              <a:xfrm>
                <a:off x="1992394" y="1542757"/>
                <a:ext cx="406964" cy="325163"/>
              </a:xfrm>
              <a:custGeom>
                <a:avLst/>
                <a:gdLst/>
                <a:ahLst/>
                <a:cxnLst/>
                <a:rect l="l" t="t" r="r" b="b"/>
                <a:pathLst>
                  <a:path w="16119" h="12879" extrusionOk="0">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10212" name="Google Shape;10212;p62"/>
          <p:cNvGrpSpPr/>
          <p:nvPr/>
        </p:nvGrpSpPr>
        <p:grpSpPr>
          <a:xfrm>
            <a:off x="2939074" y="1542757"/>
            <a:ext cx="557541" cy="1310345"/>
            <a:chOff x="2939074" y="1542757"/>
            <a:chExt cx="557541" cy="1310345"/>
          </a:xfrm>
        </p:grpSpPr>
        <p:sp>
          <p:nvSpPr>
            <p:cNvPr id="10213" name="Google Shape;10213;p62"/>
            <p:cNvSpPr/>
            <p:nvPr/>
          </p:nvSpPr>
          <p:spPr>
            <a:xfrm>
              <a:off x="2988761" y="2803693"/>
              <a:ext cx="457485" cy="49409"/>
            </a:xfrm>
            <a:custGeom>
              <a:avLst/>
              <a:gdLst/>
              <a:ahLst/>
              <a:cxnLst/>
              <a:rect l="l" t="t" r="r" b="b"/>
              <a:pathLst>
                <a:path w="18120" h="1957" extrusionOk="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214" name="Google Shape;10214;p62"/>
            <p:cNvGrpSpPr/>
            <p:nvPr/>
          </p:nvGrpSpPr>
          <p:grpSpPr>
            <a:xfrm>
              <a:off x="2939074" y="1542757"/>
              <a:ext cx="557541" cy="1277423"/>
              <a:chOff x="2939074" y="1542757"/>
              <a:chExt cx="557541" cy="1277423"/>
            </a:xfrm>
          </p:grpSpPr>
          <p:sp>
            <p:nvSpPr>
              <p:cNvPr id="10215" name="Google Shape;10215;p62"/>
              <p:cNvSpPr/>
              <p:nvPr/>
            </p:nvSpPr>
            <p:spPr>
              <a:xfrm>
                <a:off x="3032035" y="1674397"/>
                <a:ext cx="366821" cy="342104"/>
              </a:xfrm>
              <a:custGeom>
                <a:avLst/>
                <a:gdLst/>
                <a:ahLst/>
                <a:cxnLst/>
                <a:rect l="l" t="t" r="r" b="b"/>
                <a:pathLst>
                  <a:path w="14529" h="13550" extrusionOk="0">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216" name="Google Shape;10216;p62"/>
              <p:cNvGrpSpPr/>
              <p:nvPr/>
            </p:nvGrpSpPr>
            <p:grpSpPr>
              <a:xfrm>
                <a:off x="2939074" y="1547529"/>
                <a:ext cx="557541" cy="1272651"/>
                <a:chOff x="2939074" y="1547529"/>
                <a:chExt cx="557541" cy="1272651"/>
              </a:xfrm>
            </p:grpSpPr>
            <p:sp>
              <p:nvSpPr>
                <p:cNvPr id="10217" name="Google Shape;10217;p62"/>
                <p:cNvSpPr/>
                <p:nvPr/>
              </p:nvSpPr>
              <p:spPr>
                <a:xfrm>
                  <a:off x="2939074" y="1547529"/>
                  <a:ext cx="557541" cy="1272651"/>
                </a:xfrm>
                <a:custGeom>
                  <a:avLst/>
                  <a:gdLst/>
                  <a:ahLst/>
                  <a:cxnLst/>
                  <a:rect l="l" t="t" r="r" b="b"/>
                  <a:pathLst>
                    <a:path w="22083" h="50407" extrusionOk="0">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218" name="Google Shape;10218;p62"/>
                <p:cNvGrpSpPr/>
                <p:nvPr/>
              </p:nvGrpSpPr>
              <p:grpSpPr>
                <a:xfrm>
                  <a:off x="2977425" y="1655184"/>
                  <a:ext cx="476218" cy="1085365"/>
                  <a:chOff x="2977425" y="1655184"/>
                  <a:chExt cx="476218" cy="1085365"/>
                </a:xfrm>
              </p:grpSpPr>
              <p:sp>
                <p:nvSpPr>
                  <p:cNvPr id="10219" name="Google Shape;10219;p62"/>
                  <p:cNvSpPr/>
                  <p:nvPr/>
                </p:nvSpPr>
                <p:spPr>
                  <a:xfrm>
                    <a:off x="2977425" y="2207549"/>
                    <a:ext cx="65871" cy="115179"/>
                  </a:xfrm>
                  <a:custGeom>
                    <a:avLst/>
                    <a:gdLst/>
                    <a:ahLst/>
                    <a:cxnLst/>
                    <a:rect l="l" t="t" r="r" b="b"/>
                    <a:pathLst>
                      <a:path w="2609" h="4562" extrusionOk="0">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20" name="Google Shape;10220;p62"/>
                  <p:cNvSpPr/>
                  <p:nvPr/>
                </p:nvSpPr>
                <p:spPr>
                  <a:xfrm>
                    <a:off x="3000198" y="2248172"/>
                    <a:ext cx="38124" cy="63422"/>
                  </a:xfrm>
                  <a:custGeom>
                    <a:avLst/>
                    <a:gdLst/>
                    <a:ahLst/>
                    <a:cxnLst/>
                    <a:rect l="l" t="t" r="r" b="b"/>
                    <a:pathLst>
                      <a:path w="1510" h="2512" extrusionOk="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21" name="Google Shape;10221;p62"/>
                  <p:cNvSpPr/>
                  <p:nvPr/>
                </p:nvSpPr>
                <p:spPr>
                  <a:xfrm>
                    <a:off x="3035772" y="2078231"/>
                    <a:ext cx="68698" cy="102581"/>
                  </a:xfrm>
                  <a:custGeom>
                    <a:avLst/>
                    <a:gdLst/>
                    <a:ahLst/>
                    <a:cxnLst/>
                    <a:rect l="l" t="t" r="r" b="b"/>
                    <a:pathLst>
                      <a:path w="2721" h="4063" extrusionOk="0">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22" name="Google Shape;10222;p62"/>
                  <p:cNvSpPr/>
                  <p:nvPr/>
                </p:nvSpPr>
                <p:spPr>
                  <a:xfrm>
                    <a:off x="3082934" y="1960300"/>
                    <a:ext cx="73546" cy="79100"/>
                  </a:xfrm>
                  <a:custGeom>
                    <a:avLst/>
                    <a:gdLst/>
                    <a:ahLst/>
                    <a:cxnLst/>
                    <a:rect l="l" t="t" r="r" b="b"/>
                    <a:pathLst>
                      <a:path w="2913" h="3133" extrusionOk="0">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23" name="Google Shape;10223;p62"/>
                  <p:cNvSpPr/>
                  <p:nvPr/>
                </p:nvSpPr>
                <p:spPr>
                  <a:xfrm>
                    <a:off x="3114494" y="2001327"/>
                    <a:ext cx="113992" cy="97481"/>
                  </a:xfrm>
                  <a:custGeom>
                    <a:avLst/>
                    <a:gdLst/>
                    <a:ahLst/>
                    <a:cxnLst/>
                    <a:rect l="l" t="t" r="r" b="b"/>
                    <a:pathLst>
                      <a:path w="4515" h="3861" extrusionOk="0">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24" name="Google Shape;10224;p62"/>
                  <p:cNvSpPr/>
                  <p:nvPr/>
                </p:nvSpPr>
                <p:spPr>
                  <a:xfrm>
                    <a:off x="3164383" y="1962345"/>
                    <a:ext cx="34968" cy="27520"/>
                  </a:xfrm>
                  <a:custGeom>
                    <a:avLst/>
                    <a:gdLst/>
                    <a:ahLst/>
                    <a:cxnLst/>
                    <a:rect l="l" t="t" r="r" b="b"/>
                    <a:pathLst>
                      <a:path w="1385" h="1090" extrusionOk="0">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25" name="Google Shape;10225;p62"/>
                  <p:cNvSpPr/>
                  <p:nvPr/>
                </p:nvSpPr>
                <p:spPr>
                  <a:xfrm>
                    <a:off x="3180794" y="1922782"/>
                    <a:ext cx="36407" cy="56504"/>
                  </a:xfrm>
                  <a:custGeom>
                    <a:avLst/>
                    <a:gdLst/>
                    <a:ahLst/>
                    <a:cxnLst/>
                    <a:rect l="l" t="t" r="r" b="b"/>
                    <a:pathLst>
                      <a:path w="1442" h="2238" extrusionOk="0">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26" name="Google Shape;10226;p62"/>
                  <p:cNvSpPr/>
                  <p:nvPr/>
                </p:nvSpPr>
                <p:spPr>
                  <a:xfrm>
                    <a:off x="3159131" y="2111002"/>
                    <a:ext cx="48526" cy="50091"/>
                  </a:xfrm>
                  <a:custGeom>
                    <a:avLst/>
                    <a:gdLst/>
                    <a:ahLst/>
                    <a:cxnLst/>
                    <a:rect l="l" t="t" r="r" b="b"/>
                    <a:pathLst>
                      <a:path w="1922" h="1984" extrusionOk="0">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27" name="Google Shape;10227;p62"/>
                  <p:cNvSpPr/>
                  <p:nvPr/>
                </p:nvSpPr>
                <p:spPr>
                  <a:xfrm>
                    <a:off x="3159131" y="2164148"/>
                    <a:ext cx="48526" cy="50116"/>
                  </a:xfrm>
                  <a:custGeom>
                    <a:avLst/>
                    <a:gdLst/>
                    <a:ahLst/>
                    <a:cxnLst/>
                    <a:rect l="l" t="t" r="r" b="b"/>
                    <a:pathLst>
                      <a:path w="1922" h="1985" extrusionOk="0">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28" name="Google Shape;10228;p62"/>
                  <p:cNvSpPr/>
                  <p:nvPr/>
                </p:nvSpPr>
                <p:spPr>
                  <a:xfrm>
                    <a:off x="3159131" y="2217294"/>
                    <a:ext cx="48526" cy="50116"/>
                  </a:xfrm>
                  <a:custGeom>
                    <a:avLst/>
                    <a:gdLst/>
                    <a:ahLst/>
                    <a:cxnLst/>
                    <a:rect l="l" t="t" r="r" b="b"/>
                    <a:pathLst>
                      <a:path w="1922" h="1985" extrusionOk="0">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29" name="Google Shape;10229;p62"/>
                  <p:cNvSpPr/>
                  <p:nvPr/>
                </p:nvSpPr>
                <p:spPr>
                  <a:xfrm>
                    <a:off x="3121916" y="2111532"/>
                    <a:ext cx="31585" cy="42795"/>
                  </a:xfrm>
                  <a:custGeom>
                    <a:avLst/>
                    <a:gdLst/>
                    <a:ahLst/>
                    <a:cxnLst/>
                    <a:rect l="l" t="t" r="r" b="b"/>
                    <a:pathLst>
                      <a:path w="1251" h="1695" extrusionOk="0">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30" name="Google Shape;10230;p62"/>
                  <p:cNvSpPr/>
                  <p:nvPr/>
                </p:nvSpPr>
                <p:spPr>
                  <a:xfrm>
                    <a:off x="3118760" y="2152635"/>
                    <a:ext cx="30524" cy="45849"/>
                  </a:xfrm>
                  <a:custGeom>
                    <a:avLst/>
                    <a:gdLst/>
                    <a:ahLst/>
                    <a:cxnLst/>
                    <a:rect l="l" t="t" r="r" b="b"/>
                    <a:pathLst>
                      <a:path w="1209" h="1816" extrusionOk="0">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31" name="Google Shape;10231;p62"/>
                  <p:cNvSpPr/>
                  <p:nvPr/>
                </p:nvSpPr>
                <p:spPr>
                  <a:xfrm>
                    <a:off x="3111186" y="2198561"/>
                    <a:ext cx="37543" cy="43198"/>
                  </a:xfrm>
                  <a:custGeom>
                    <a:avLst/>
                    <a:gdLst/>
                    <a:ahLst/>
                    <a:cxnLst/>
                    <a:rect l="l" t="t" r="r" b="b"/>
                    <a:pathLst>
                      <a:path w="1487" h="1711" extrusionOk="0">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32" name="Google Shape;10232;p62"/>
                  <p:cNvSpPr/>
                  <p:nvPr/>
                </p:nvSpPr>
                <p:spPr>
                  <a:xfrm>
                    <a:off x="3113812" y="2250924"/>
                    <a:ext cx="32620" cy="36028"/>
                  </a:xfrm>
                  <a:custGeom>
                    <a:avLst/>
                    <a:gdLst/>
                    <a:ahLst/>
                    <a:cxnLst/>
                    <a:rect l="l" t="t" r="r" b="b"/>
                    <a:pathLst>
                      <a:path w="1292" h="1427" extrusionOk="0">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33" name="Google Shape;10233;p62"/>
                  <p:cNvSpPr/>
                  <p:nvPr/>
                </p:nvSpPr>
                <p:spPr>
                  <a:xfrm>
                    <a:off x="3179152" y="2275717"/>
                    <a:ext cx="75717" cy="61377"/>
                  </a:xfrm>
                  <a:custGeom>
                    <a:avLst/>
                    <a:gdLst/>
                    <a:ahLst/>
                    <a:cxnLst/>
                    <a:rect l="l" t="t" r="r" b="b"/>
                    <a:pathLst>
                      <a:path w="2999" h="2431" extrusionOk="0">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34" name="Google Shape;10234;p62"/>
                  <p:cNvSpPr/>
                  <p:nvPr/>
                </p:nvSpPr>
                <p:spPr>
                  <a:xfrm>
                    <a:off x="3103460" y="2303136"/>
                    <a:ext cx="46632" cy="110155"/>
                  </a:xfrm>
                  <a:custGeom>
                    <a:avLst/>
                    <a:gdLst/>
                    <a:ahLst/>
                    <a:cxnLst/>
                    <a:rect l="l" t="t" r="r" b="b"/>
                    <a:pathLst>
                      <a:path w="1847" h="4363" extrusionOk="0">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35" name="Google Shape;10235;p62"/>
                  <p:cNvSpPr/>
                  <p:nvPr/>
                </p:nvSpPr>
                <p:spPr>
                  <a:xfrm>
                    <a:off x="3101314" y="2420915"/>
                    <a:ext cx="51985" cy="138331"/>
                  </a:xfrm>
                  <a:custGeom>
                    <a:avLst/>
                    <a:gdLst/>
                    <a:ahLst/>
                    <a:cxnLst/>
                    <a:rect l="l" t="t" r="r" b="b"/>
                    <a:pathLst>
                      <a:path w="2059" h="5479" extrusionOk="0">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36" name="Google Shape;10236;p62"/>
                  <p:cNvSpPr/>
                  <p:nvPr/>
                </p:nvSpPr>
                <p:spPr>
                  <a:xfrm>
                    <a:off x="3153577" y="2340073"/>
                    <a:ext cx="54080" cy="195416"/>
                  </a:xfrm>
                  <a:custGeom>
                    <a:avLst/>
                    <a:gdLst/>
                    <a:ahLst/>
                    <a:cxnLst/>
                    <a:rect l="l" t="t" r="r" b="b"/>
                    <a:pathLst>
                      <a:path w="2142" h="7740" extrusionOk="0">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37" name="Google Shape;10237;p62"/>
                  <p:cNvSpPr/>
                  <p:nvPr/>
                </p:nvSpPr>
                <p:spPr>
                  <a:xfrm>
                    <a:off x="3124037" y="2604843"/>
                    <a:ext cx="42138" cy="127348"/>
                  </a:xfrm>
                  <a:custGeom>
                    <a:avLst/>
                    <a:gdLst/>
                    <a:ahLst/>
                    <a:cxnLst/>
                    <a:rect l="l" t="t" r="r" b="b"/>
                    <a:pathLst>
                      <a:path w="1669" h="5044" extrusionOk="0">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38" name="Google Shape;10238;p62"/>
                  <p:cNvSpPr/>
                  <p:nvPr/>
                </p:nvSpPr>
                <p:spPr>
                  <a:xfrm>
                    <a:off x="3156682" y="2559398"/>
                    <a:ext cx="40446" cy="181151"/>
                  </a:xfrm>
                  <a:custGeom>
                    <a:avLst/>
                    <a:gdLst/>
                    <a:ahLst/>
                    <a:cxnLst/>
                    <a:rect l="l" t="t" r="r" b="b"/>
                    <a:pathLst>
                      <a:path w="1602" h="7175" extrusionOk="0">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39" name="Google Shape;10239;p62"/>
                  <p:cNvSpPr/>
                  <p:nvPr/>
                </p:nvSpPr>
                <p:spPr>
                  <a:xfrm>
                    <a:off x="3387773" y="2207549"/>
                    <a:ext cx="65871" cy="115179"/>
                  </a:xfrm>
                  <a:custGeom>
                    <a:avLst/>
                    <a:gdLst/>
                    <a:ahLst/>
                    <a:cxnLst/>
                    <a:rect l="l" t="t" r="r" b="b"/>
                    <a:pathLst>
                      <a:path w="2609" h="4562" extrusionOk="0">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40" name="Google Shape;10240;p62"/>
                  <p:cNvSpPr/>
                  <p:nvPr/>
                </p:nvSpPr>
                <p:spPr>
                  <a:xfrm>
                    <a:off x="3392746" y="2248172"/>
                    <a:ext cx="37997" cy="63422"/>
                  </a:xfrm>
                  <a:custGeom>
                    <a:avLst/>
                    <a:gdLst/>
                    <a:ahLst/>
                    <a:cxnLst/>
                    <a:rect l="l" t="t" r="r" b="b"/>
                    <a:pathLst>
                      <a:path w="1505" h="2512" extrusionOk="0">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41" name="Google Shape;10241;p62"/>
                  <p:cNvSpPr/>
                  <p:nvPr/>
                </p:nvSpPr>
                <p:spPr>
                  <a:xfrm>
                    <a:off x="3326598" y="2078231"/>
                    <a:ext cx="68522" cy="102581"/>
                  </a:xfrm>
                  <a:custGeom>
                    <a:avLst/>
                    <a:gdLst/>
                    <a:ahLst/>
                    <a:cxnLst/>
                    <a:rect l="l" t="t" r="r" b="b"/>
                    <a:pathLst>
                      <a:path w="2714" h="4063" extrusionOk="0">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42" name="Google Shape;10242;p62"/>
                  <p:cNvSpPr/>
                  <p:nvPr/>
                </p:nvSpPr>
                <p:spPr>
                  <a:xfrm>
                    <a:off x="3274588" y="1960300"/>
                    <a:ext cx="73571" cy="79100"/>
                  </a:xfrm>
                  <a:custGeom>
                    <a:avLst/>
                    <a:gdLst/>
                    <a:ahLst/>
                    <a:cxnLst/>
                    <a:rect l="l" t="t" r="r" b="b"/>
                    <a:pathLst>
                      <a:path w="2914" h="3133" extrusionOk="0">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43" name="Google Shape;10243;p62"/>
                  <p:cNvSpPr/>
                  <p:nvPr/>
                </p:nvSpPr>
                <p:spPr>
                  <a:xfrm>
                    <a:off x="3208642" y="2004306"/>
                    <a:ext cx="112048" cy="95688"/>
                  </a:xfrm>
                  <a:custGeom>
                    <a:avLst/>
                    <a:gdLst/>
                    <a:ahLst/>
                    <a:cxnLst/>
                    <a:rect l="l" t="t" r="r" b="b"/>
                    <a:pathLst>
                      <a:path w="4438" h="3790" extrusionOk="0">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44" name="Google Shape;10244;p62"/>
                  <p:cNvSpPr/>
                  <p:nvPr/>
                </p:nvSpPr>
                <p:spPr>
                  <a:xfrm>
                    <a:off x="3231894" y="1962345"/>
                    <a:ext cx="34816" cy="27520"/>
                  </a:xfrm>
                  <a:custGeom>
                    <a:avLst/>
                    <a:gdLst/>
                    <a:ahLst/>
                    <a:cxnLst/>
                    <a:rect l="l" t="t" r="r" b="b"/>
                    <a:pathLst>
                      <a:path w="1379" h="1090" extrusionOk="0">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45" name="Google Shape;10245;p62"/>
                  <p:cNvSpPr/>
                  <p:nvPr/>
                </p:nvSpPr>
                <p:spPr>
                  <a:xfrm>
                    <a:off x="3213716" y="1922782"/>
                    <a:ext cx="36887" cy="56504"/>
                  </a:xfrm>
                  <a:custGeom>
                    <a:avLst/>
                    <a:gdLst/>
                    <a:ahLst/>
                    <a:cxnLst/>
                    <a:rect l="l" t="t" r="r" b="b"/>
                    <a:pathLst>
                      <a:path w="1461" h="2238" extrusionOk="0">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46" name="Google Shape;10246;p62"/>
                  <p:cNvSpPr/>
                  <p:nvPr/>
                </p:nvSpPr>
                <p:spPr>
                  <a:xfrm>
                    <a:off x="3223260" y="2111002"/>
                    <a:ext cx="48677" cy="50091"/>
                  </a:xfrm>
                  <a:custGeom>
                    <a:avLst/>
                    <a:gdLst/>
                    <a:ahLst/>
                    <a:cxnLst/>
                    <a:rect l="l" t="t" r="r" b="b"/>
                    <a:pathLst>
                      <a:path w="1928" h="1984" extrusionOk="0">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47" name="Google Shape;10247;p62"/>
                  <p:cNvSpPr/>
                  <p:nvPr/>
                </p:nvSpPr>
                <p:spPr>
                  <a:xfrm>
                    <a:off x="3223260" y="2164148"/>
                    <a:ext cx="48677" cy="50116"/>
                  </a:xfrm>
                  <a:custGeom>
                    <a:avLst/>
                    <a:gdLst/>
                    <a:ahLst/>
                    <a:cxnLst/>
                    <a:rect l="l" t="t" r="r" b="b"/>
                    <a:pathLst>
                      <a:path w="1928" h="1985" extrusionOk="0">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48" name="Google Shape;10248;p62"/>
                  <p:cNvSpPr/>
                  <p:nvPr/>
                </p:nvSpPr>
                <p:spPr>
                  <a:xfrm>
                    <a:off x="3223260" y="2217294"/>
                    <a:ext cx="48677" cy="50116"/>
                  </a:xfrm>
                  <a:custGeom>
                    <a:avLst/>
                    <a:gdLst/>
                    <a:ahLst/>
                    <a:cxnLst/>
                    <a:rect l="l" t="t" r="r" b="b"/>
                    <a:pathLst>
                      <a:path w="1928" h="1985" extrusionOk="0">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49" name="Google Shape;10249;p62"/>
                  <p:cNvSpPr/>
                  <p:nvPr/>
                </p:nvSpPr>
                <p:spPr>
                  <a:xfrm>
                    <a:off x="3277567" y="2111532"/>
                    <a:ext cx="31585" cy="42795"/>
                  </a:xfrm>
                  <a:custGeom>
                    <a:avLst/>
                    <a:gdLst/>
                    <a:ahLst/>
                    <a:cxnLst/>
                    <a:rect l="l" t="t" r="r" b="b"/>
                    <a:pathLst>
                      <a:path w="1251" h="1695" extrusionOk="0">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50" name="Google Shape;10250;p62"/>
                  <p:cNvSpPr/>
                  <p:nvPr/>
                </p:nvSpPr>
                <p:spPr>
                  <a:xfrm>
                    <a:off x="3281632" y="2152635"/>
                    <a:ext cx="30499" cy="45849"/>
                  </a:xfrm>
                  <a:custGeom>
                    <a:avLst/>
                    <a:gdLst/>
                    <a:ahLst/>
                    <a:cxnLst/>
                    <a:rect l="l" t="t" r="r" b="b"/>
                    <a:pathLst>
                      <a:path w="1208" h="1816" extrusionOk="0">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51" name="Google Shape;10251;p62"/>
                  <p:cNvSpPr/>
                  <p:nvPr/>
                </p:nvSpPr>
                <p:spPr>
                  <a:xfrm>
                    <a:off x="3282339" y="2198561"/>
                    <a:ext cx="37366" cy="43198"/>
                  </a:xfrm>
                  <a:custGeom>
                    <a:avLst/>
                    <a:gdLst/>
                    <a:ahLst/>
                    <a:cxnLst/>
                    <a:rect l="l" t="t" r="r" b="b"/>
                    <a:pathLst>
                      <a:path w="1480" h="1711" extrusionOk="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52" name="Google Shape;10252;p62"/>
                  <p:cNvSpPr/>
                  <p:nvPr/>
                </p:nvSpPr>
                <p:spPr>
                  <a:xfrm>
                    <a:off x="3284636" y="2250924"/>
                    <a:ext cx="32595" cy="36028"/>
                  </a:xfrm>
                  <a:custGeom>
                    <a:avLst/>
                    <a:gdLst/>
                    <a:ahLst/>
                    <a:cxnLst/>
                    <a:rect l="l" t="t" r="r" b="b"/>
                    <a:pathLst>
                      <a:path w="1291" h="1427" extrusionOk="0">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53" name="Google Shape;10253;p62"/>
                  <p:cNvSpPr/>
                  <p:nvPr/>
                </p:nvSpPr>
                <p:spPr>
                  <a:xfrm>
                    <a:off x="3280900" y="2303136"/>
                    <a:ext cx="46708" cy="110155"/>
                  </a:xfrm>
                  <a:custGeom>
                    <a:avLst/>
                    <a:gdLst/>
                    <a:ahLst/>
                    <a:cxnLst/>
                    <a:rect l="l" t="t" r="r" b="b"/>
                    <a:pathLst>
                      <a:path w="1850" h="4363" extrusionOk="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54" name="Google Shape;10254;p62"/>
                  <p:cNvSpPr/>
                  <p:nvPr/>
                </p:nvSpPr>
                <p:spPr>
                  <a:xfrm>
                    <a:off x="3277668" y="2420915"/>
                    <a:ext cx="52086" cy="138331"/>
                  </a:xfrm>
                  <a:custGeom>
                    <a:avLst/>
                    <a:gdLst/>
                    <a:ahLst/>
                    <a:cxnLst/>
                    <a:rect l="l" t="t" r="r" b="b"/>
                    <a:pathLst>
                      <a:path w="2063" h="5479" extrusionOk="0">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55" name="Google Shape;10255;p62"/>
                  <p:cNvSpPr/>
                  <p:nvPr/>
                </p:nvSpPr>
                <p:spPr>
                  <a:xfrm>
                    <a:off x="3223260" y="2340073"/>
                    <a:ext cx="54232" cy="195416"/>
                  </a:xfrm>
                  <a:custGeom>
                    <a:avLst/>
                    <a:gdLst/>
                    <a:ahLst/>
                    <a:cxnLst/>
                    <a:rect l="l" t="t" r="r" b="b"/>
                    <a:pathLst>
                      <a:path w="2148" h="7740" extrusionOk="0">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56" name="Google Shape;10256;p62"/>
                  <p:cNvSpPr/>
                  <p:nvPr/>
                </p:nvSpPr>
                <p:spPr>
                  <a:xfrm>
                    <a:off x="3264893" y="2604843"/>
                    <a:ext cx="42138" cy="127348"/>
                  </a:xfrm>
                  <a:custGeom>
                    <a:avLst/>
                    <a:gdLst/>
                    <a:ahLst/>
                    <a:cxnLst/>
                    <a:rect l="l" t="t" r="r" b="b"/>
                    <a:pathLst>
                      <a:path w="1669" h="5044" extrusionOk="0">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57" name="Google Shape;10257;p62"/>
                  <p:cNvSpPr/>
                  <p:nvPr/>
                </p:nvSpPr>
                <p:spPr>
                  <a:xfrm>
                    <a:off x="3233965" y="2559398"/>
                    <a:ext cx="40270" cy="181151"/>
                  </a:xfrm>
                  <a:custGeom>
                    <a:avLst/>
                    <a:gdLst/>
                    <a:ahLst/>
                    <a:cxnLst/>
                    <a:rect l="l" t="t" r="r" b="b"/>
                    <a:pathLst>
                      <a:path w="1595" h="7175" extrusionOk="0">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58" name="Google Shape;10258;p62"/>
                  <p:cNvSpPr/>
                  <p:nvPr/>
                </p:nvSpPr>
                <p:spPr>
                  <a:xfrm>
                    <a:off x="3097199" y="1655184"/>
                    <a:ext cx="106342" cy="74834"/>
                  </a:xfrm>
                  <a:custGeom>
                    <a:avLst/>
                    <a:gdLst/>
                    <a:ahLst/>
                    <a:cxnLst/>
                    <a:rect l="l" t="t" r="r" b="b"/>
                    <a:pathLst>
                      <a:path w="4212" h="2964" extrusionOk="0">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59" name="Google Shape;10259;p62"/>
                  <p:cNvSpPr/>
                  <p:nvPr/>
                </p:nvSpPr>
                <p:spPr>
                  <a:xfrm>
                    <a:off x="3104117" y="1802074"/>
                    <a:ext cx="103868" cy="80994"/>
                  </a:xfrm>
                  <a:custGeom>
                    <a:avLst/>
                    <a:gdLst/>
                    <a:ahLst/>
                    <a:cxnLst/>
                    <a:rect l="l" t="t" r="r" b="b"/>
                    <a:pathLst>
                      <a:path w="4114" h="3208" extrusionOk="0">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60" name="Google Shape;10260;p62"/>
                  <p:cNvSpPr/>
                  <p:nvPr/>
                </p:nvSpPr>
                <p:spPr>
                  <a:xfrm>
                    <a:off x="3097199" y="1736910"/>
                    <a:ext cx="70617" cy="70617"/>
                  </a:xfrm>
                  <a:custGeom>
                    <a:avLst/>
                    <a:gdLst/>
                    <a:ahLst/>
                    <a:cxnLst/>
                    <a:rect l="l" t="t" r="r" b="b"/>
                    <a:pathLst>
                      <a:path w="2797" h="2797" fill="none" extrusionOk="0">
                        <a:moveTo>
                          <a:pt x="2797" y="1200"/>
                        </a:moveTo>
                        <a:cubicBezTo>
                          <a:pt x="2797" y="2262"/>
                          <a:pt x="1506" y="2797"/>
                          <a:pt x="757" y="2041"/>
                        </a:cubicBezTo>
                        <a:cubicBezTo>
                          <a:pt x="1" y="1291"/>
                          <a:pt x="535" y="1"/>
                          <a:pt x="1604" y="7"/>
                        </a:cubicBezTo>
                        <a:cubicBezTo>
                          <a:pt x="2263" y="7"/>
                          <a:pt x="2797" y="542"/>
                          <a:pt x="2797" y="1200"/>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61" name="Google Shape;10261;p62"/>
                  <p:cNvSpPr/>
                  <p:nvPr/>
                </p:nvSpPr>
                <p:spPr>
                  <a:xfrm>
                    <a:off x="3227527" y="1655184"/>
                    <a:ext cx="106342" cy="74834"/>
                  </a:xfrm>
                  <a:custGeom>
                    <a:avLst/>
                    <a:gdLst/>
                    <a:ahLst/>
                    <a:cxnLst/>
                    <a:rect l="l" t="t" r="r" b="b"/>
                    <a:pathLst>
                      <a:path w="4212" h="2964" extrusionOk="0">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62" name="Google Shape;10262;p62"/>
                  <p:cNvSpPr/>
                  <p:nvPr/>
                </p:nvSpPr>
                <p:spPr>
                  <a:xfrm>
                    <a:off x="3223083" y="1802074"/>
                    <a:ext cx="103868" cy="80994"/>
                  </a:xfrm>
                  <a:custGeom>
                    <a:avLst/>
                    <a:gdLst/>
                    <a:ahLst/>
                    <a:cxnLst/>
                    <a:rect l="l" t="t" r="r" b="b"/>
                    <a:pathLst>
                      <a:path w="4114" h="3208" extrusionOk="0">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63" name="Google Shape;10263;p62"/>
                  <p:cNvSpPr/>
                  <p:nvPr/>
                </p:nvSpPr>
                <p:spPr>
                  <a:xfrm>
                    <a:off x="3263252" y="1736910"/>
                    <a:ext cx="70617" cy="70617"/>
                  </a:xfrm>
                  <a:custGeom>
                    <a:avLst/>
                    <a:gdLst/>
                    <a:ahLst/>
                    <a:cxnLst/>
                    <a:rect l="l" t="t" r="r" b="b"/>
                    <a:pathLst>
                      <a:path w="2797" h="2797" fill="none" extrusionOk="0">
                        <a:moveTo>
                          <a:pt x="0" y="1200"/>
                        </a:moveTo>
                        <a:cubicBezTo>
                          <a:pt x="0" y="2262"/>
                          <a:pt x="1291" y="2797"/>
                          <a:pt x="2040" y="2041"/>
                        </a:cubicBezTo>
                        <a:cubicBezTo>
                          <a:pt x="2796" y="1291"/>
                          <a:pt x="2262" y="7"/>
                          <a:pt x="1199" y="7"/>
                        </a:cubicBezTo>
                        <a:cubicBezTo>
                          <a:pt x="541" y="1"/>
                          <a:pt x="7" y="535"/>
                          <a:pt x="0" y="1200"/>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10264" name="Google Shape;10264;p62"/>
              <p:cNvSpPr/>
              <p:nvPr/>
            </p:nvSpPr>
            <p:spPr>
              <a:xfrm>
                <a:off x="3010499" y="1542757"/>
                <a:ext cx="406788" cy="325163"/>
              </a:xfrm>
              <a:custGeom>
                <a:avLst/>
                <a:gdLst/>
                <a:ahLst/>
                <a:cxnLst/>
                <a:rect l="l" t="t" r="r" b="b"/>
                <a:pathLst>
                  <a:path w="16112" h="12879" extrusionOk="0">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10265" name="Google Shape;10265;p62"/>
          <p:cNvGrpSpPr/>
          <p:nvPr/>
        </p:nvGrpSpPr>
        <p:grpSpPr>
          <a:xfrm>
            <a:off x="4910904" y="1542757"/>
            <a:ext cx="558677" cy="1310345"/>
            <a:chOff x="4910904" y="1542757"/>
            <a:chExt cx="558677" cy="1310345"/>
          </a:xfrm>
        </p:grpSpPr>
        <p:sp>
          <p:nvSpPr>
            <p:cNvPr id="10266" name="Google Shape;10266;p62"/>
            <p:cNvSpPr/>
            <p:nvPr/>
          </p:nvSpPr>
          <p:spPr>
            <a:xfrm>
              <a:off x="4961752" y="2803693"/>
              <a:ext cx="457485" cy="49409"/>
            </a:xfrm>
            <a:custGeom>
              <a:avLst/>
              <a:gdLst/>
              <a:ahLst/>
              <a:cxnLst/>
              <a:rect l="l" t="t" r="r" b="b"/>
              <a:pathLst>
                <a:path w="18120" h="1957" extrusionOk="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267" name="Google Shape;10267;p62"/>
            <p:cNvGrpSpPr/>
            <p:nvPr/>
          </p:nvGrpSpPr>
          <p:grpSpPr>
            <a:xfrm>
              <a:off x="4910904" y="1542757"/>
              <a:ext cx="558677" cy="1277423"/>
              <a:chOff x="4910904" y="1542757"/>
              <a:chExt cx="558677" cy="1277423"/>
            </a:xfrm>
          </p:grpSpPr>
          <p:sp>
            <p:nvSpPr>
              <p:cNvPr id="10268" name="Google Shape;10268;p62"/>
              <p:cNvSpPr/>
              <p:nvPr/>
            </p:nvSpPr>
            <p:spPr>
              <a:xfrm>
                <a:off x="5007172" y="1674397"/>
                <a:ext cx="366821" cy="342104"/>
              </a:xfrm>
              <a:custGeom>
                <a:avLst/>
                <a:gdLst/>
                <a:ahLst/>
                <a:cxnLst/>
                <a:rect l="l" t="t" r="r" b="b"/>
                <a:pathLst>
                  <a:path w="14529" h="13550" extrusionOk="0">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269" name="Google Shape;10269;p62"/>
              <p:cNvGrpSpPr/>
              <p:nvPr/>
            </p:nvGrpSpPr>
            <p:grpSpPr>
              <a:xfrm>
                <a:off x="4910904" y="1547529"/>
                <a:ext cx="558677" cy="1272651"/>
                <a:chOff x="4910904" y="1547529"/>
                <a:chExt cx="558677" cy="1272651"/>
              </a:xfrm>
            </p:grpSpPr>
            <p:sp>
              <p:nvSpPr>
                <p:cNvPr id="10270" name="Google Shape;10270;p62"/>
                <p:cNvSpPr/>
                <p:nvPr/>
              </p:nvSpPr>
              <p:spPr>
                <a:xfrm>
                  <a:off x="4910904" y="1547529"/>
                  <a:ext cx="558677" cy="1272651"/>
                </a:xfrm>
                <a:custGeom>
                  <a:avLst/>
                  <a:gdLst/>
                  <a:ahLst/>
                  <a:cxnLst/>
                  <a:rect l="l" t="t" r="r" b="b"/>
                  <a:pathLst>
                    <a:path w="22128" h="50407" extrusionOk="0">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271" name="Google Shape;10271;p62"/>
                <p:cNvGrpSpPr/>
                <p:nvPr/>
              </p:nvGrpSpPr>
              <p:grpSpPr>
                <a:xfrm>
                  <a:off x="5086525" y="1888799"/>
                  <a:ext cx="204808" cy="326677"/>
                  <a:chOff x="5086525" y="1888799"/>
                  <a:chExt cx="204808" cy="326677"/>
                </a:xfrm>
              </p:grpSpPr>
              <p:grpSp>
                <p:nvGrpSpPr>
                  <p:cNvPr id="10272" name="Google Shape;10272;p62"/>
                  <p:cNvGrpSpPr/>
                  <p:nvPr/>
                </p:nvGrpSpPr>
                <p:grpSpPr>
                  <a:xfrm>
                    <a:off x="5147044" y="1888799"/>
                    <a:ext cx="80312" cy="199127"/>
                    <a:chOff x="5147044" y="1888799"/>
                    <a:chExt cx="80312" cy="199127"/>
                  </a:xfrm>
                </p:grpSpPr>
                <p:sp>
                  <p:nvSpPr>
                    <p:cNvPr id="10273" name="Google Shape;10273;p62"/>
                    <p:cNvSpPr/>
                    <p:nvPr/>
                  </p:nvSpPr>
                  <p:spPr>
                    <a:xfrm>
                      <a:off x="5176002" y="1888799"/>
                      <a:ext cx="24717" cy="164235"/>
                    </a:xfrm>
                    <a:custGeom>
                      <a:avLst/>
                      <a:gdLst/>
                      <a:ahLst/>
                      <a:cxnLst/>
                      <a:rect l="l" t="t" r="r" b="b"/>
                      <a:pathLst>
                        <a:path w="979" h="6505" extrusionOk="0">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74" name="Google Shape;10274;p62"/>
                    <p:cNvSpPr/>
                    <p:nvPr/>
                  </p:nvSpPr>
                  <p:spPr>
                    <a:xfrm>
                      <a:off x="5147044" y="2033063"/>
                      <a:ext cx="80312" cy="54863"/>
                    </a:xfrm>
                    <a:custGeom>
                      <a:avLst/>
                      <a:gdLst/>
                      <a:ahLst/>
                      <a:cxnLst/>
                      <a:rect l="l" t="t" r="r" b="b"/>
                      <a:pathLst>
                        <a:path w="3181" h="2173" extrusionOk="0">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0275" name="Google Shape;10275;p62"/>
                  <p:cNvSpPr/>
                  <p:nvPr/>
                </p:nvSpPr>
                <p:spPr>
                  <a:xfrm>
                    <a:off x="5086525" y="2017965"/>
                    <a:ext cx="91143" cy="197511"/>
                  </a:xfrm>
                  <a:custGeom>
                    <a:avLst/>
                    <a:gdLst/>
                    <a:ahLst/>
                    <a:cxnLst/>
                    <a:rect l="l" t="t" r="r" b="b"/>
                    <a:pathLst>
                      <a:path w="3610" h="7823" extrusionOk="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76" name="Google Shape;10276;p62"/>
                  <p:cNvSpPr/>
                  <p:nvPr/>
                </p:nvSpPr>
                <p:spPr>
                  <a:xfrm>
                    <a:off x="5200190" y="2017965"/>
                    <a:ext cx="91143" cy="197511"/>
                  </a:xfrm>
                  <a:custGeom>
                    <a:avLst/>
                    <a:gdLst/>
                    <a:ahLst/>
                    <a:cxnLst/>
                    <a:rect l="l" t="t" r="r" b="b"/>
                    <a:pathLst>
                      <a:path w="3610" h="7823" extrusionOk="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10277" name="Google Shape;10277;p62"/>
              <p:cNvSpPr/>
              <p:nvPr/>
            </p:nvSpPr>
            <p:spPr>
              <a:xfrm>
                <a:off x="4983465" y="1542757"/>
                <a:ext cx="406813" cy="325163"/>
              </a:xfrm>
              <a:custGeom>
                <a:avLst/>
                <a:gdLst/>
                <a:ahLst/>
                <a:cxnLst/>
                <a:rect l="l" t="t" r="r" b="b"/>
                <a:pathLst>
                  <a:path w="16113" h="12879" extrusionOk="0">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10278" name="Google Shape;10278;p62"/>
          <p:cNvGrpSpPr/>
          <p:nvPr/>
        </p:nvGrpSpPr>
        <p:grpSpPr>
          <a:xfrm>
            <a:off x="5901010" y="1542757"/>
            <a:ext cx="557541" cy="1310345"/>
            <a:chOff x="5901010" y="1542757"/>
            <a:chExt cx="557541" cy="1310345"/>
          </a:xfrm>
        </p:grpSpPr>
        <p:sp>
          <p:nvSpPr>
            <p:cNvPr id="10279" name="Google Shape;10279;p62"/>
            <p:cNvSpPr/>
            <p:nvPr/>
          </p:nvSpPr>
          <p:spPr>
            <a:xfrm>
              <a:off x="5950722" y="2803693"/>
              <a:ext cx="457485" cy="49409"/>
            </a:xfrm>
            <a:custGeom>
              <a:avLst/>
              <a:gdLst/>
              <a:ahLst/>
              <a:cxnLst/>
              <a:rect l="l" t="t" r="r" b="b"/>
              <a:pathLst>
                <a:path w="18120" h="1957" extrusionOk="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280" name="Google Shape;10280;p62"/>
            <p:cNvGrpSpPr/>
            <p:nvPr/>
          </p:nvGrpSpPr>
          <p:grpSpPr>
            <a:xfrm>
              <a:off x="5901010" y="1542757"/>
              <a:ext cx="557541" cy="1277423"/>
              <a:chOff x="5901010" y="1542757"/>
              <a:chExt cx="557541" cy="1277423"/>
            </a:xfrm>
          </p:grpSpPr>
          <p:sp>
            <p:nvSpPr>
              <p:cNvPr id="10281" name="Google Shape;10281;p62"/>
              <p:cNvSpPr/>
              <p:nvPr/>
            </p:nvSpPr>
            <p:spPr>
              <a:xfrm>
                <a:off x="5993996" y="1674397"/>
                <a:ext cx="366796" cy="342104"/>
              </a:xfrm>
              <a:custGeom>
                <a:avLst/>
                <a:gdLst/>
                <a:ahLst/>
                <a:cxnLst/>
                <a:rect l="l" t="t" r="r" b="b"/>
                <a:pathLst>
                  <a:path w="14528" h="13550" extrusionOk="0">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82" name="Google Shape;10282;p62"/>
              <p:cNvSpPr/>
              <p:nvPr/>
            </p:nvSpPr>
            <p:spPr>
              <a:xfrm>
                <a:off x="6132554" y="1726054"/>
                <a:ext cx="682" cy="25"/>
              </a:xfrm>
              <a:custGeom>
                <a:avLst/>
                <a:gdLst/>
                <a:ahLst/>
                <a:cxnLst/>
                <a:rect l="l" t="t" r="r" b="b"/>
                <a:pathLst>
                  <a:path w="27" h="1" extrusionOk="0">
                    <a:moveTo>
                      <a:pt x="0" y="1"/>
                    </a:moveTo>
                    <a:lnTo>
                      <a:pt x="26" y="1"/>
                    </a:lnTo>
                    <a:cubicBezTo>
                      <a:pt x="13" y="1"/>
                      <a:pt x="7" y="1"/>
                      <a:pt x="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283" name="Google Shape;10283;p62"/>
              <p:cNvGrpSpPr/>
              <p:nvPr/>
            </p:nvGrpSpPr>
            <p:grpSpPr>
              <a:xfrm>
                <a:off x="5901010" y="1547529"/>
                <a:ext cx="557541" cy="1272651"/>
                <a:chOff x="5901010" y="1547529"/>
                <a:chExt cx="557541" cy="1272651"/>
              </a:xfrm>
            </p:grpSpPr>
            <p:sp>
              <p:nvSpPr>
                <p:cNvPr id="10284" name="Google Shape;10284;p62"/>
                <p:cNvSpPr/>
                <p:nvPr/>
              </p:nvSpPr>
              <p:spPr>
                <a:xfrm>
                  <a:off x="5901010" y="1547529"/>
                  <a:ext cx="557541" cy="1272651"/>
                </a:xfrm>
                <a:custGeom>
                  <a:avLst/>
                  <a:gdLst/>
                  <a:ahLst/>
                  <a:cxnLst/>
                  <a:rect l="l" t="t" r="r" b="b"/>
                  <a:pathLst>
                    <a:path w="22083" h="50407" extrusionOk="0">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285" name="Google Shape;10285;p62"/>
                <p:cNvGrpSpPr/>
                <p:nvPr/>
              </p:nvGrpSpPr>
              <p:grpSpPr>
                <a:xfrm>
                  <a:off x="5939032" y="1575982"/>
                  <a:ext cx="472785" cy="1194182"/>
                  <a:chOff x="5939032" y="1575983"/>
                  <a:chExt cx="472785" cy="1194182"/>
                </a:xfrm>
              </p:grpSpPr>
              <p:grpSp>
                <p:nvGrpSpPr>
                  <p:cNvPr id="10286" name="Google Shape;10286;p62"/>
                  <p:cNvGrpSpPr/>
                  <p:nvPr/>
                </p:nvGrpSpPr>
                <p:grpSpPr>
                  <a:xfrm>
                    <a:off x="5939032" y="1717495"/>
                    <a:ext cx="472785" cy="1052669"/>
                    <a:chOff x="5939032" y="1717495"/>
                    <a:chExt cx="472785" cy="1052669"/>
                  </a:xfrm>
                </p:grpSpPr>
                <p:sp>
                  <p:nvSpPr>
                    <p:cNvPr id="10287" name="Google Shape;10287;p62"/>
                    <p:cNvSpPr/>
                    <p:nvPr/>
                  </p:nvSpPr>
                  <p:spPr>
                    <a:xfrm>
                      <a:off x="5971930" y="1961992"/>
                      <a:ext cx="207560" cy="288352"/>
                    </a:xfrm>
                    <a:custGeom>
                      <a:avLst/>
                      <a:gdLst/>
                      <a:ahLst/>
                      <a:cxnLst/>
                      <a:rect l="l" t="t" r="r" b="b"/>
                      <a:pathLst>
                        <a:path w="8221" h="11421" extrusionOk="0">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88" name="Google Shape;10288;p62"/>
                    <p:cNvSpPr/>
                    <p:nvPr/>
                  </p:nvSpPr>
                  <p:spPr>
                    <a:xfrm>
                      <a:off x="5961907" y="2188537"/>
                      <a:ext cx="52010" cy="152293"/>
                    </a:xfrm>
                    <a:custGeom>
                      <a:avLst/>
                      <a:gdLst/>
                      <a:ahLst/>
                      <a:cxnLst/>
                      <a:rect l="l" t="t" r="r" b="b"/>
                      <a:pathLst>
                        <a:path w="2060" h="6032" extrusionOk="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89" name="Google Shape;10289;p62"/>
                    <p:cNvSpPr/>
                    <p:nvPr/>
                  </p:nvSpPr>
                  <p:spPr>
                    <a:xfrm>
                      <a:off x="5939032" y="2264810"/>
                      <a:ext cx="58195" cy="53499"/>
                    </a:xfrm>
                    <a:custGeom>
                      <a:avLst/>
                      <a:gdLst/>
                      <a:ahLst/>
                      <a:cxnLst/>
                      <a:rect l="l" t="t" r="r" b="b"/>
                      <a:pathLst>
                        <a:path w="2305" h="2119" extrusionOk="0">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90" name="Google Shape;10290;p62"/>
                    <p:cNvSpPr/>
                    <p:nvPr/>
                  </p:nvSpPr>
                  <p:spPr>
                    <a:xfrm>
                      <a:off x="5992683" y="2128978"/>
                      <a:ext cx="45849" cy="36786"/>
                    </a:xfrm>
                    <a:custGeom>
                      <a:avLst/>
                      <a:gdLst/>
                      <a:ahLst/>
                      <a:cxnLst/>
                      <a:rect l="l" t="t" r="r" b="b"/>
                      <a:pathLst>
                        <a:path w="1816" h="1457" extrusionOk="0">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91" name="Google Shape;10291;p62"/>
                    <p:cNvSpPr/>
                    <p:nvPr/>
                  </p:nvSpPr>
                  <p:spPr>
                    <a:xfrm>
                      <a:off x="6042042" y="1957699"/>
                      <a:ext cx="140654" cy="63901"/>
                    </a:xfrm>
                    <a:custGeom>
                      <a:avLst/>
                      <a:gdLst/>
                      <a:ahLst/>
                      <a:cxnLst/>
                      <a:rect l="l" t="t" r="r" b="b"/>
                      <a:pathLst>
                        <a:path w="5571" h="2531" extrusionOk="0">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92" name="Google Shape;10292;p62"/>
                    <p:cNvSpPr/>
                    <p:nvPr/>
                  </p:nvSpPr>
                  <p:spPr>
                    <a:xfrm>
                      <a:off x="6010937" y="2054751"/>
                      <a:ext cx="54206" cy="51278"/>
                    </a:xfrm>
                    <a:custGeom>
                      <a:avLst/>
                      <a:gdLst/>
                      <a:ahLst/>
                      <a:cxnLst/>
                      <a:rect l="l" t="t" r="r" b="b"/>
                      <a:pathLst>
                        <a:path w="2147" h="2031" extrusionOk="0">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93" name="Google Shape;10293;p62"/>
                    <p:cNvSpPr/>
                    <p:nvPr/>
                  </p:nvSpPr>
                  <p:spPr>
                    <a:xfrm>
                      <a:off x="6080545" y="1991077"/>
                      <a:ext cx="98112" cy="100460"/>
                    </a:xfrm>
                    <a:custGeom>
                      <a:avLst/>
                      <a:gdLst/>
                      <a:ahLst/>
                      <a:cxnLst/>
                      <a:rect l="l" t="t" r="r" b="b"/>
                      <a:pathLst>
                        <a:path w="3886" h="3979" extrusionOk="0">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94" name="Google Shape;10294;p62"/>
                    <p:cNvSpPr/>
                    <p:nvPr/>
                  </p:nvSpPr>
                  <p:spPr>
                    <a:xfrm>
                      <a:off x="6079055" y="2034073"/>
                      <a:ext cx="106342" cy="106999"/>
                    </a:xfrm>
                    <a:custGeom>
                      <a:avLst/>
                      <a:gdLst/>
                      <a:ahLst/>
                      <a:cxnLst/>
                      <a:rect l="l" t="t" r="r" b="b"/>
                      <a:pathLst>
                        <a:path w="4212" h="4238" extrusionOk="0">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95" name="Google Shape;10295;p62"/>
                    <p:cNvSpPr/>
                    <p:nvPr/>
                  </p:nvSpPr>
                  <p:spPr>
                    <a:xfrm>
                      <a:off x="6079055" y="2075378"/>
                      <a:ext cx="110281" cy="119168"/>
                    </a:xfrm>
                    <a:custGeom>
                      <a:avLst/>
                      <a:gdLst/>
                      <a:ahLst/>
                      <a:cxnLst/>
                      <a:rect l="l" t="t" r="r" b="b"/>
                      <a:pathLst>
                        <a:path w="4368" h="4720" extrusionOk="0">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96" name="Google Shape;10296;p62"/>
                    <p:cNvSpPr/>
                    <p:nvPr/>
                  </p:nvSpPr>
                  <p:spPr>
                    <a:xfrm>
                      <a:off x="6074940" y="2138977"/>
                      <a:ext cx="105434" cy="88644"/>
                    </a:xfrm>
                    <a:custGeom>
                      <a:avLst/>
                      <a:gdLst/>
                      <a:ahLst/>
                      <a:cxnLst/>
                      <a:rect l="l" t="t" r="r" b="b"/>
                      <a:pathLst>
                        <a:path w="4176" h="3511" extrusionOk="0">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97" name="Google Shape;10297;p62"/>
                    <p:cNvSpPr/>
                    <p:nvPr/>
                  </p:nvSpPr>
                  <p:spPr>
                    <a:xfrm>
                      <a:off x="6070496" y="2176419"/>
                      <a:ext cx="111417" cy="96622"/>
                    </a:xfrm>
                    <a:custGeom>
                      <a:avLst/>
                      <a:gdLst/>
                      <a:ahLst/>
                      <a:cxnLst/>
                      <a:rect l="l" t="t" r="r" b="b"/>
                      <a:pathLst>
                        <a:path w="4413" h="3827" extrusionOk="0">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98" name="Google Shape;10298;p62"/>
                    <p:cNvSpPr/>
                    <p:nvPr/>
                  </p:nvSpPr>
                  <p:spPr>
                    <a:xfrm>
                      <a:off x="6070850" y="2217572"/>
                      <a:ext cx="111569" cy="96622"/>
                    </a:xfrm>
                    <a:custGeom>
                      <a:avLst/>
                      <a:gdLst/>
                      <a:ahLst/>
                      <a:cxnLst/>
                      <a:rect l="l" t="t" r="r" b="b"/>
                      <a:pathLst>
                        <a:path w="4419" h="3827" extrusionOk="0">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299" name="Google Shape;10299;p62"/>
                    <p:cNvSpPr/>
                    <p:nvPr/>
                  </p:nvSpPr>
                  <p:spPr>
                    <a:xfrm>
                      <a:off x="6093875" y="2268370"/>
                      <a:ext cx="90134" cy="393356"/>
                    </a:xfrm>
                    <a:custGeom>
                      <a:avLst/>
                      <a:gdLst/>
                      <a:ahLst/>
                      <a:cxnLst/>
                      <a:rect l="l" t="t" r="r" b="b"/>
                      <a:pathLst>
                        <a:path w="3570" h="15580" extrusionOk="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00" name="Google Shape;10300;p62"/>
                    <p:cNvSpPr/>
                    <p:nvPr/>
                  </p:nvSpPr>
                  <p:spPr>
                    <a:xfrm>
                      <a:off x="6104631" y="2464821"/>
                      <a:ext cx="36003" cy="133711"/>
                    </a:xfrm>
                    <a:custGeom>
                      <a:avLst/>
                      <a:gdLst/>
                      <a:ahLst/>
                      <a:cxnLst/>
                      <a:rect l="l" t="t" r="r" b="b"/>
                      <a:pathLst>
                        <a:path w="1426" h="5296" extrusionOk="0">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01" name="Google Shape;10301;p62"/>
                    <p:cNvSpPr/>
                    <p:nvPr/>
                  </p:nvSpPr>
                  <p:spPr>
                    <a:xfrm>
                      <a:off x="6111321" y="2647587"/>
                      <a:ext cx="27015" cy="122577"/>
                    </a:xfrm>
                    <a:custGeom>
                      <a:avLst/>
                      <a:gdLst/>
                      <a:ahLst/>
                      <a:cxnLst/>
                      <a:rect l="l" t="t" r="r" b="b"/>
                      <a:pathLst>
                        <a:path w="1070" h="4855" extrusionOk="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02" name="Google Shape;10302;p62"/>
                    <p:cNvSpPr/>
                    <p:nvPr/>
                  </p:nvSpPr>
                  <p:spPr>
                    <a:xfrm>
                      <a:off x="6109655" y="2649077"/>
                      <a:ext cx="29817" cy="63497"/>
                    </a:xfrm>
                    <a:custGeom>
                      <a:avLst/>
                      <a:gdLst/>
                      <a:ahLst/>
                      <a:cxnLst/>
                      <a:rect l="l" t="t" r="r" b="b"/>
                      <a:pathLst>
                        <a:path w="1181" h="2515" extrusionOk="0">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03" name="Google Shape;10303;p62"/>
                    <p:cNvSpPr/>
                    <p:nvPr/>
                  </p:nvSpPr>
                  <p:spPr>
                    <a:xfrm>
                      <a:off x="6083170" y="2514407"/>
                      <a:ext cx="31913" cy="78520"/>
                    </a:xfrm>
                    <a:custGeom>
                      <a:avLst/>
                      <a:gdLst/>
                      <a:ahLst/>
                      <a:cxnLst/>
                      <a:rect l="l" t="t" r="r" b="b"/>
                      <a:pathLst>
                        <a:path w="1264" h="3110" extrusionOk="0">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04" name="Google Shape;10304;p62"/>
                    <p:cNvSpPr/>
                    <p:nvPr/>
                  </p:nvSpPr>
                  <p:spPr>
                    <a:xfrm>
                      <a:off x="6063099" y="2396148"/>
                      <a:ext cx="57691" cy="73218"/>
                    </a:xfrm>
                    <a:custGeom>
                      <a:avLst/>
                      <a:gdLst/>
                      <a:ahLst/>
                      <a:cxnLst/>
                      <a:rect l="l" t="t" r="r" b="b"/>
                      <a:pathLst>
                        <a:path w="2285" h="2900" extrusionOk="0">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05" name="Google Shape;10305;p62"/>
                    <p:cNvSpPr/>
                    <p:nvPr/>
                  </p:nvSpPr>
                  <p:spPr>
                    <a:xfrm>
                      <a:off x="6107458" y="2398496"/>
                      <a:ext cx="39765" cy="70870"/>
                    </a:xfrm>
                    <a:custGeom>
                      <a:avLst/>
                      <a:gdLst/>
                      <a:ahLst/>
                      <a:cxnLst/>
                      <a:rect l="l" t="t" r="r" b="b"/>
                      <a:pathLst>
                        <a:path w="1575" h="2807" extrusionOk="0">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06" name="Google Shape;10306;p62"/>
                    <p:cNvSpPr/>
                    <p:nvPr/>
                  </p:nvSpPr>
                  <p:spPr>
                    <a:xfrm>
                      <a:off x="6084660" y="2269784"/>
                      <a:ext cx="96269" cy="88341"/>
                    </a:xfrm>
                    <a:custGeom>
                      <a:avLst/>
                      <a:gdLst/>
                      <a:ahLst/>
                      <a:cxnLst/>
                      <a:rect l="l" t="t" r="r" b="b"/>
                      <a:pathLst>
                        <a:path w="3813" h="3499" extrusionOk="0">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07" name="Google Shape;10307;p62"/>
                    <p:cNvSpPr/>
                    <p:nvPr/>
                  </p:nvSpPr>
                  <p:spPr>
                    <a:xfrm>
                      <a:off x="6171612" y="1962168"/>
                      <a:ext cx="207459" cy="288175"/>
                    </a:xfrm>
                    <a:custGeom>
                      <a:avLst/>
                      <a:gdLst/>
                      <a:ahLst/>
                      <a:cxnLst/>
                      <a:rect l="l" t="t" r="r" b="b"/>
                      <a:pathLst>
                        <a:path w="8217" h="11414" extrusionOk="0">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08" name="Google Shape;10308;p62"/>
                    <p:cNvSpPr/>
                    <p:nvPr/>
                  </p:nvSpPr>
                  <p:spPr>
                    <a:xfrm>
                      <a:off x="6336908" y="2188765"/>
                      <a:ext cx="51858" cy="152066"/>
                    </a:xfrm>
                    <a:custGeom>
                      <a:avLst/>
                      <a:gdLst/>
                      <a:ahLst/>
                      <a:cxnLst/>
                      <a:rect l="l" t="t" r="r" b="b"/>
                      <a:pathLst>
                        <a:path w="2054" h="6023" extrusionOk="0">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09" name="Google Shape;10309;p62"/>
                    <p:cNvSpPr/>
                    <p:nvPr/>
                  </p:nvSpPr>
                  <p:spPr>
                    <a:xfrm>
                      <a:off x="6353596" y="2264861"/>
                      <a:ext cx="58221" cy="53449"/>
                    </a:xfrm>
                    <a:custGeom>
                      <a:avLst/>
                      <a:gdLst/>
                      <a:ahLst/>
                      <a:cxnLst/>
                      <a:rect l="l" t="t" r="r" b="b"/>
                      <a:pathLst>
                        <a:path w="2306" h="2117" extrusionOk="0">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10" name="Google Shape;10310;p62"/>
                    <p:cNvSpPr/>
                    <p:nvPr/>
                  </p:nvSpPr>
                  <p:spPr>
                    <a:xfrm>
                      <a:off x="6311938" y="2128802"/>
                      <a:ext cx="46228" cy="36962"/>
                    </a:xfrm>
                    <a:custGeom>
                      <a:avLst/>
                      <a:gdLst/>
                      <a:ahLst/>
                      <a:cxnLst/>
                      <a:rect l="l" t="t" r="r" b="b"/>
                      <a:pathLst>
                        <a:path w="1831" h="1464" extrusionOk="0">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11" name="Google Shape;10311;p62"/>
                    <p:cNvSpPr/>
                    <p:nvPr/>
                  </p:nvSpPr>
                  <p:spPr>
                    <a:xfrm>
                      <a:off x="6168153" y="1957699"/>
                      <a:ext cx="140654" cy="63901"/>
                    </a:xfrm>
                    <a:custGeom>
                      <a:avLst/>
                      <a:gdLst/>
                      <a:ahLst/>
                      <a:cxnLst/>
                      <a:rect l="l" t="t" r="r" b="b"/>
                      <a:pathLst>
                        <a:path w="5571" h="2531" extrusionOk="0">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12" name="Google Shape;10312;p62"/>
                    <p:cNvSpPr/>
                    <p:nvPr/>
                  </p:nvSpPr>
                  <p:spPr>
                    <a:xfrm>
                      <a:off x="6285554" y="2054751"/>
                      <a:ext cx="54181" cy="51278"/>
                    </a:xfrm>
                    <a:custGeom>
                      <a:avLst/>
                      <a:gdLst/>
                      <a:ahLst/>
                      <a:cxnLst/>
                      <a:rect l="l" t="t" r="r" b="b"/>
                      <a:pathLst>
                        <a:path w="2146" h="2031" extrusionOk="0">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13" name="Google Shape;10313;p62"/>
                    <p:cNvSpPr/>
                    <p:nvPr/>
                  </p:nvSpPr>
                  <p:spPr>
                    <a:xfrm>
                      <a:off x="6171865" y="1990698"/>
                      <a:ext cx="97935" cy="100839"/>
                    </a:xfrm>
                    <a:custGeom>
                      <a:avLst/>
                      <a:gdLst/>
                      <a:ahLst/>
                      <a:cxnLst/>
                      <a:rect l="l" t="t" r="r" b="b"/>
                      <a:pathLst>
                        <a:path w="3879" h="3994" extrusionOk="0">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14" name="Google Shape;10314;p62"/>
                    <p:cNvSpPr/>
                    <p:nvPr/>
                  </p:nvSpPr>
                  <p:spPr>
                    <a:xfrm>
                      <a:off x="6165452" y="2034199"/>
                      <a:ext cx="106999" cy="106873"/>
                    </a:xfrm>
                    <a:custGeom>
                      <a:avLst/>
                      <a:gdLst/>
                      <a:ahLst/>
                      <a:cxnLst/>
                      <a:rect l="l" t="t" r="r" b="b"/>
                      <a:pathLst>
                        <a:path w="4238" h="4233" extrusionOk="0">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15" name="Google Shape;10315;p62"/>
                    <p:cNvSpPr/>
                    <p:nvPr/>
                  </p:nvSpPr>
                  <p:spPr>
                    <a:xfrm>
                      <a:off x="6161665" y="2075378"/>
                      <a:ext cx="110104" cy="119168"/>
                    </a:xfrm>
                    <a:custGeom>
                      <a:avLst/>
                      <a:gdLst/>
                      <a:ahLst/>
                      <a:cxnLst/>
                      <a:rect l="l" t="t" r="r" b="b"/>
                      <a:pathLst>
                        <a:path w="4361" h="4720" extrusionOk="0">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16" name="Google Shape;10316;p62"/>
                    <p:cNvSpPr/>
                    <p:nvPr/>
                  </p:nvSpPr>
                  <p:spPr>
                    <a:xfrm>
                      <a:off x="6170956" y="2139279"/>
                      <a:ext cx="105434" cy="88341"/>
                    </a:xfrm>
                    <a:custGeom>
                      <a:avLst/>
                      <a:gdLst/>
                      <a:ahLst/>
                      <a:cxnLst/>
                      <a:rect l="l" t="t" r="r" b="b"/>
                      <a:pathLst>
                        <a:path w="4176" h="3499" extrusionOk="0">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17" name="Google Shape;10317;p62"/>
                    <p:cNvSpPr/>
                    <p:nvPr/>
                  </p:nvSpPr>
                  <p:spPr>
                    <a:xfrm>
                      <a:off x="6168936" y="2176419"/>
                      <a:ext cx="111569" cy="96622"/>
                    </a:xfrm>
                    <a:custGeom>
                      <a:avLst/>
                      <a:gdLst/>
                      <a:ahLst/>
                      <a:cxnLst/>
                      <a:rect l="l" t="t" r="r" b="b"/>
                      <a:pathLst>
                        <a:path w="4419" h="3827" extrusionOk="0">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18" name="Google Shape;10318;p62"/>
                    <p:cNvSpPr/>
                    <p:nvPr/>
                  </p:nvSpPr>
                  <p:spPr>
                    <a:xfrm>
                      <a:off x="6168229" y="2217496"/>
                      <a:ext cx="112099" cy="96698"/>
                    </a:xfrm>
                    <a:custGeom>
                      <a:avLst/>
                      <a:gdLst/>
                      <a:ahLst/>
                      <a:cxnLst/>
                      <a:rect l="l" t="t" r="r" b="b"/>
                      <a:pathLst>
                        <a:path w="4440" h="3830" extrusionOk="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19" name="Google Shape;10319;p62"/>
                    <p:cNvSpPr/>
                    <p:nvPr/>
                  </p:nvSpPr>
                  <p:spPr>
                    <a:xfrm>
                      <a:off x="6166487" y="2268193"/>
                      <a:ext cx="90487" cy="393533"/>
                    </a:xfrm>
                    <a:custGeom>
                      <a:avLst/>
                      <a:gdLst/>
                      <a:ahLst/>
                      <a:cxnLst/>
                      <a:rect l="l" t="t" r="r" b="b"/>
                      <a:pathLst>
                        <a:path w="3584" h="15587" extrusionOk="0">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20" name="Google Shape;10320;p62"/>
                    <p:cNvSpPr/>
                    <p:nvPr/>
                  </p:nvSpPr>
                  <p:spPr>
                    <a:xfrm>
                      <a:off x="6210216" y="2464896"/>
                      <a:ext cx="36003" cy="133635"/>
                    </a:xfrm>
                    <a:custGeom>
                      <a:avLst/>
                      <a:gdLst/>
                      <a:ahLst/>
                      <a:cxnLst/>
                      <a:rect l="l" t="t" r="r" b="b"/>
                      <a:pathLst>
                        <a:path w="1426" h="5293" extrusionOk="0">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21" name="Google Shape;10321;p62"/>
                    <p:cNvSpPr/>
                    <p:nvPr/>
                  </p:nvSpPr>
                  <p:spPr>
                    <a:xfrm>
                      <a:off x="6212513" y="2647537"/>
                      <a:ext cx="27015" cy="122627"/>
                    </a:xfrm>
                    <a:custGeom>
                      <a:avLst/>
                      <a:gdLst/>
                      <a:ahLst/>
                      <a:cxnLst/>
                      <a:rect l="l" t="t" r="r" b="b"/>
                      <a:pathLst>
                        <a:path w="1070" h="4857" extrusionOk="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22" name="Google Shape;10322;p62"/>
                    <p:cNvSpPr/>
                    <p:nvPr/>
                  </p:nvSpPr>
                  <p:spPr>
                    <a:xfrm>
                      <a:off x="6211377" y="2649102"/>
                      <a:ext cx="29944" cy="63472"/>
                    </a:xfrm>
                    <a:custGeom>
                      <a:avLst/>
                      <a:gdLst/>
                      <a:ahLst/>
                      <a:cxnLst/>
                      <a:rect l="l" t="t" r="r" b="b"/>
                      <a:pathLst>
                        <a:path w="1186" h="2514" extrusionOk="0">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23" name="Google Shape;10323;p62"/>
                    <p:cNvSpPr/>
                    <p:nvPr/>
                  </p:nvSpPr>
                  <p:spPr>
                    <a:xfrm>
                      <a:off x="6235564" y="2514382"/>
                      <a:ext cx="32115" cy="78671"/>
                    </a:xfrm>
                    <a:custGeom>
                      <a:avLst/>
                      <a:gdLst/>
                      <a:ahLst/>
                      <a:cxnLst/>
                      <a:rect l="l" t="t" r="r" b="b"/>
                      <a:pathLst>
                        <a:path w="1272" h="3116" extrusionOk="0">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24" name="Google Shape;10324;p62"/>
                    <p:cNvSpPr/>
                    <p:nvPr/>
                  </p:nvSpPr>
                  <p:spPr>
                    <a:xfrm>
                      <a:off x="6230010" y="2395996"/>
                      <a:ext cx="57893" cy="73369"/>
                    </a:xfrm>
                    <a:custGeom>
                      <a:avLst/>
                      <a:gdLst/>
                      <a:ahLst/>
                      <a:cxnLst/>
                      <a:rect l="l" t="t" r="r" b="b"/>
                      <a:pathLst>
                        <a:path w="2293" h="2906" extrusionOk="0">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25" name="Google Shape;10325;p62"/>
                    <p:cNvSpPr/>
                    <p:nvPr/>
                  </p:nvSpPr>
                  <p:spPr>
                    <a:xfrm>
                      <a:off x="6203626" y="2399228"/>
                      <a:ext cx="38502" cy="70138"/>
                    </a:xfrm>
                    <a:custGeom>
                      <a:avLst/>
                      <a:gdLst/>
                      <a:ahLst/>
                      <a:cxnLst/>
                      <a:rect l="l" t="t" r="r" b="b"/>
                      <a:pathLst>
                        <a:path w="1525" h="2778" extrusionOk="0">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26" name="Google Shape;10326;p62"/>
                    <p:cNvSpPr/>
                    <p:nvPr/>
                  </p:nvSpPr>
                  <p:spPr>
                    <a:xfrm>
                      <a:off x="6169668" y="2269708"/>
                      <a:ext cx="96521" cy="88417"/>
                    </a:xfrm>
                    <a:custGeom>
                      <a:avLst/>
                      <a:gdLst/>
                      <a:ahLst/>
                      <a:cxnLst/>
                      <a:rect l="l" t="t" r="r" b="b"/>
                      <a:pathLst>
                        <a:path w="3823" h="3502" extrusionOk="0">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27" name="Google Shape;10327;p62"/>
                    <p:cNvSpPr/>
                    <p:nvPr/>
                  </p:nvSpPr>
                  <p:spPr>
                    <a:xfrm>
                      <a:off x="6083019" y="1717495"/>
                      <a:ext cx="184862" cy="609020"/>
                    </a:xfrm>
                    <a:custGeom>
                      <a:avLst/>
                      <a:gdLst/>
                      <a:ahLst/>
                      <a:cxnLst/>
                      <a:rect l="l" t="t" r="r" b="b"/>
                      <a:pathLst>
                        <a:path w="7322" h="24122" extrusionOk="0">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0328" name="Google Shape;10328;p62"/>
                  <p:cNvSpPr/>
                  <p:nvPr/>
                </p:nvSpPr>
                <p:spPr>
                  <a:xfrm>
                    <a:off x="6020658" y="1575983"/>
                    <a:ext cx="321880" cy="161054"/>
                  </a:xfrm>
                  <a:custGeom>
                    <a:avLst/>
                    <a:gdLst/>
                    <a:ahLst/>
                    <a:cxnLst/>
                    <a:rect l="l" t="t" r="r" b="b"/>
                    <a:pathLst>
                      <a:path w="12749" h="6379" extrusionOk="0">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10329" name="Google Shape;10329;p62"/>
              <p:cNvSpPr/>
              <p:nvPr/>
            </p:nvSpPr>
            <p:spPr>
              <a:xfrm>
                <a:off x="5970289" y="1542757"/>
                <a:ext cx="406813" cy="325163"/>
              </a:xfrm>
              <a:custGeom>
                <a:avLst/>
                <a:gdLst/>
                <a:ahLst/>
                <a:cxnLst/>
                <a:rect l="l" t="t" r="r" b="b"/>
                <a:pathLst>
                  <a:path w="16113" h="12879" extrusionOk="0">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10330" name="Google Shape;10330;p62"/>
          <p:cNvGrpSpPr/>
          <p:nvPr/>
        </p:nvGrpSpPr>
        <p:grpSpPr>
          <a:xfrm>
            <a:off x="1924124" y="3064707"/>
            <a:ext cx="550774" cy="1310497"/>
            <a:chOff x="1924124" y="3050537"/>
            <a:chExt cx="550774" cy="1310497"/>
          </a:xfrm>
        </p:grpSpPr>
        <p:sp>
          <p:nvSpPr>
            <p:cNvPr id="10331" name="Google Shape;10331;p62"/>
            <p:cNvSpPr/>
            <p:nvPr/>
          </p:nvSpPr>
          <p:spPr>
            <a:xfrm>
              <a:off x="1972978" y="4311978"/>
              <a:ext cx="453041" cy="49056"/>
            </a:xfrm>
            <a:custGeom>
              <a:avLst/>
              <a:gdLst/>
              <a:ahLst/>
              <a:cxnLst/>
              <a:rect l="l" t="t" r="r" b="b"/>
              <a:pathLst>
                <a:path w="17944" h="1943" extrusionOk="0">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32" name="Google Shape;10332;p62"/>
            <p:cNvSpPr/>
            <p:nvPr/>
          </p:nvSpPr>
          <p:spPr>
            <a:xfrm>
              <a:off x="1924124" y="3050537"/>
              <a:ext cx="550774" cy="1278256"/>
            </a:xfrm>
            <a:custGeom>
              <a:avLst/>
              <a:gdLst/>
              <a:ahLst/>
              <a:cxnLst/>
              <a:rect l="l" t="t" r="r" b="b"/>
              <a:pathLst>
                <a:path w="21815" h="50629" extrusionOk="0">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333" name="Google Shape;10333;p62"/>
            <p:cNvGrpSpPr/>
            <p:nvPr/>
          </p:nvGrpSpPr>
          <p:grpSpPr>
            <a:xfrm>
              <a:off x="1959824" y="3177406"/>
              <a:ext cx="474931" cy="1079810"/>
              <a:chOff x="1959824" y="3177406"/>
              <a:chExt cx="474931" cy="1079810"/>
            </a:xfrm>
          </p:grpSpPr>
          <p:sp>
            <p:nvSpPr>
              <p:cNvPr id="10334" name="Google Shape;10334;p62"/>
              <p:cNvSpPr/>
              <p:nvPr/>
            </p:nvSpPr>
            <p:spPr>
              <a:xfrm>
                <a:off x="2214193" y="3532512"/>
                <a:ext cx="208368" cy="330439"/>
              </a:xfrm>
              <a:custGeom>
                <a:avLst/>
                <a:gdLst/>
                <a:ahLst/>
                <a:cxnLst/>
                <a:rect l="l" t="t" r="r" b="b"/>
                <a:pathLst>
                  <a:path w="8253" h="13088" extrusionOk="0">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35" name="Google Shape;10335;p62"/>
              <p:cNvSpPr/>
              <p:nvPr/>
            </p:nvSpPr>
            <p:spPr>
              <a:xfrm>
                <a:off x="2369061" y="3697530"/>
                <a:ext cx="14517" cy="91850"/>
              </a:xfrm>
              <a:custGeom>
                <a:avLst/>
                <a:gdLst/>
                <a:ahLst/>
                <a:cxnLst/>
                <a:rect l="l" t="t" r="r" b="b"/>
                <a:pathLst>
                  <a:path w="575" h="3638" extrusionOk="0">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36" name="Google Shape;10336;p62"/>
              <p:cNvSpPr/>
              <p:nvPr/>
            </p:nvSpPr>
            <p:spPr>
              <a:xfrm>
                <a:off x="2392238" y="3774560"/>
                <a:ext cx="37745" cy="41658"/>
              </a:xfrm>
              <a:custGeom>
                <a:avLst/>
                <a:gdLst/>
                <a:ahLst/>
                <a:cxnLst/>
                <a:rect l="l" t="t" r="r" b="b"/>
                <a:pathLst>
                  <a:path w="1495" h="1650" extrusionOk="0">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37" name="Google Shape;10337;p62"/>
              <p:cNvSpPr/>
              <p:nvPr/>
            </p:nvSpPr>
            <p:spPr>
              <a:xfrm>
                <a:off x="2342072" y="3613405"/>
                <a:ext cx="19415" cy="47137"/>
              </a:xfrm>
              <a:custGeom>
                <a:avLst/>
                <a:gdLst/>
                <a:ahLst/>
                <a:cxnLst/>
                <a:rect l="l" t="t" r="r" b="b"/>
                <a:pathLst>
                  <a:path w="769" h="1867" extrusionOk="0">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38" name="Google Shape;10338;p62"/>
              <p:cNvSpPr/>
              <p:nvPr/>
            </p:nvSpPr>
            <p:spPr>
              <a:xfrm>
                <a:off x="2199246" y="3657891"/>
                <a:ext cx="59104" cy="412393"/>
              </a:xfrm>
              <a:custGeom>
                <a:avLst/>
                <a:gdLst/>
                <a:ahLst/>
                <a:cxnLst/>
                <a:rect l="l" t="t" r="r" b="b"/>
                <a:pathLst>
                  <a:path w="2341" h="16334" extrusionOk="0">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39" name="Google Shape;10339;p62"/>
              <p:cNvSpPr/>
              <p:nvPr/>
            </p:nvSpPr>
            <p:spPr>
              <a:xfrm>
                <a:off x="2237092" y="3951444"/>
                <a:ext cx="41330" cy="305772"/>
              </a:xfrm>
              <a:custGeom>
                <a:avLst/>
                <a:gdLst/>
                <a:ahLst/>
                <a:cxnLst/>
                <a:rect l="l" t="t" r="r" b="b"/>
                <a:pathLst>
                  <a:path w="1637" h="12111" extrusionOk="0">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40" name="Google Shape;10340;p62"/>
              <p:cNvSpPr/>
              <p:nvPr/>
            </p:nvSpPr>
            <p:spPr>
              <a:xfrm>
                <a:off x="2212097" y="3799176"/>
                <a:ext cx="72587" cy="157065"/>
              </a:xfrm>
              <a:custGeom>
                <a:avLst/>
                <a:gdLst/>
                <a:ahLst/>
                <a:cxnLst/>
                <a:rect l="l" t="t" r="r" b="b"/>
                <a:pathLst>
                  <a:path w="2875" h="6221" extrusionOk="0">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41" name="Google Shape;10341;p62"/>
              <p:cNvSpPr/>
              <p:nvPr/>
            </p:nvSpPr>
            <p:spPr>
              <a:xfrm>
                <a:off x="2210608" y="3495626"/>
                <a:ext cx="44284" cy="95158"/>
              </a:xfrm>
              <a:custGeom>
                <a:avLst/>
                <a:gdLst/>
                <a:ahLst/>
                <a:cxnLst/>
                <a:rect l="l" t="t" r="r" b="b"/>
                <a:pathLst>
                  <a:path w="1754" h="3769" extrusionOk="0">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42" name="Google Shape;10342;p62"/>
              <p:cNvSpPr/>
              <p:nvPr/>
            </p:nvSpPr>
            <p:spPr>
              <a:xfrm>
                <a:off x="2276756" y="3501104"/>
                <a:ext cx="35145" cy="41608"/>
              </a:xfrm>
              <a:custGeom>
                <a:avLst/>
                <a:gdLst/>
                <a:ahLst/>
                <a:cxnLst/>
                <a:rect l="l" t="t" r="r" b="b"/>
                <a:pathLst>
                  <a:path w="1392" h="1648" extrusionOk="0">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43" name="Google Shape;10343;p62"/>
              <p:cNvSpPr/>
              <p:nvPr/>
            </p:nvSpPr>
            <p:spPr>
              <a:xfrm>
                <a:off x="2197959" y="3704574"/>
                <a:ext cx="63018" cy="88265"/>
              </a:xfrm>
              <a:custGeom>
                <a:avLst/>
                <a:gdLst/>
                <a:ahLst/>
                <a:cxnLst/>
                <a:rect l="l" t="t" r="r" b="b"/>
                <a:pathLst>
                  <a:path w="2496" h="3496" extrusionOk="0">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44" name="Google Shape;10344;p62"/>
              <p:cNvSpPr/>
              <p:nvPr/>
            </p:nvSpPr>
            <p:spPr>
              <a:xfrm>
                <a:off x="2219646" y="3748252"/>
                <a:ext cx="22319" cy="27974"/>
              </a:xfrm>
              <a:custGeom>
                <a:avLst/>
                <a:gdLst/>
                <a:ahLst/>
                <a:cxnLst/>
                <a:rect l="l" t="t" r="r" b="b"/>
                <a:pathLst>
                  <a:path w="884" h="1108" extrusionOk="0">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45" name="Google Shape;10345;p62"/>
              <p:cNvSpPr/>
              <p:nvPr/>
            </p:nvSpPr>
            <p:spPr>
              <a:xfrm>
                <a:off x="2208134" y="3883023"/>
                <a:ext cx="38906" cy="52641"/>
              </a:xfrm>
              <a:custGeom>
                <a:avLst/>
                <a:gdLst/>
                <a:ahLst/>
                <a:cxnLst/>
                <a:rect l="l" t="t" r="r" b="b"/>
                <a:pathLst>
                  <a:path w="1541" h="2085" extrusionOk="0">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46" name="Google Shape;10346;p62"/>
              <p:cNvSpPr/>
              <p:nvPr/>
            </p:nvSpPr>
            <p:spPr>
              <a:xfrm>
                <a:off x="2209573" y="3556194"/>
                <a:ext cx="225182" cy="286004"/>
              </a:xfrm>
              <a:custGeom>
                <a:avLst/>
                <a:gdLst/>
                <a:ahLst/>
                <a:cxnLst/>
                <a:rect l="l" t="t" r="r" b="b"/>
                <a:pathLst>
                  <a:path w="8919" h="11328" extrusionOk="0">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47" name="Google Shape;10347;p62"/>
              <p:cNvSpPr/>
              <p:nvPr/>
            </p:nvSpPr>
            <p:spPr>
              <a:xfrm>
                <a:off x="2204675" y="3663471"/>
                <a:ext cx="77863" cy="446780"/>
              </a:xfrm>
              <a:custGeom>
                <a:avLst/>
                <a:gdLst/>
                <a:ahLst/>
                <a:cxnLst/>
                <a:rect l="l" t="t" r="r" b="b"/>
                <a:pathLst>
                  <a:path w="3084" h="17696" extrusionOk="0">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48" name="Google Shape;10348;p62"/>
              <p:cNvSpPr/>
              <p:nvPr/>
            </p:nvSpPr>
            <p:spPr>
              <a:xfrm>
                <a:off x="2190688" y="3807432"/>
                <a:ext cx="26257" cy="34766"/>
              </a:xfrm>
              <a:custGeom>
                <a:avLst/>
                <a:gdLst/>
                <a:ahLst/>
                <a:cxnLst/>
                <a:rect l="l" t="t" r="r" b="b"/>
                <a:pathLst>
                  <a:path w="1040" h="1377" extrusionOk="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49" name="Google Shape;10349;p62"/>
              <p:cNvSpPr/>
              <p:nvPr/>
            </p:nvSpPr>
            <p:spPr>
              <a:xfrm>
                <a:off x="2263628" y="4021784"/>
                <a:ext cx="25980" cy="78772"/>
              </a:xfrm>
              <a:custGeom>
                <a:avLst/>
                <a:gdLst/>
                <a:ahLst/>
                <a:cxnLst/>
                <a:rect l="l" t="t" r="r" b="b"/>
                <a:pathLst>
                  <a:path w="1029" h="3120" extrusionOk="0">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50" name="Google Shape;10350;p62"/>
              <p:cNvSpPr/>
              <p:nvPr/>
            </p:nvSpPr>
            <p:spPr>
              <a:xfrm>
                <a:off x="2217021" y="3921475"/>
                <a:ext cx="34438" cy="45799"/>
              </a:xfrm>
              <a:custGeom>
                <a:avLst/>
                <a:gdLst/>
                <a:ahLst/>
                <a:cxnLst/>
                <a:rect l="l" t="t" r="r" b="b"/>
                <a:pathLst>
                  <a:path w="1364" h="1814" extrusionOk="0">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51" name="Google Shape;10351;p62"/>
              <p:cNvSpPr/>
              <p:nvPr/>
            </p:nvSpPr>
            <p:spPr>
              <a:xfrm>
                <a:off x="1971994" y="3532411"/>
                <a:ext cx="208393" cy="330540"/>
              </a:xfrm>
              <a:custGeom>
                <a:avLst/>
                <a:gdLst/>
                <a:ahLst/>
                <a:cxnLst/>
                <a:rect l="l" t="t" r="r" b="b"/>
                <a:pathLst>
                  <a:path w="8254" h="13092" extrusionOk="0">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52" name="Google Shape;10352;p62"/>
              <p:cNvSpPr/>
              <p:nvPr/>
            </p:nvSpPr>
            <p:spPr>
              <a:xfrm>
                <a:off x="2011481" y="3703135"/>
                <a:ext cx="16815" cy="95133"/>
              </a:xfrm>
              <a:custGeom>
                <a:avLst/>
                <a:gdLst/>
                <a:ahLst/>
                <a:cxnLst/>
                <a:rect l="l" t="t" r="r" b="b"/>
                <a:pathLst>
                  <a:path w="666" h="3768" extrusionOk="0">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53" name="Google Shape;10353;p62"/>
              <p:cNvSpPr/>
              <p:nvPr/>
            </p:nvSpPr>
            <p:spPr>
              <a:xfrm>
                <a:off x="1964748" y="3774560"/>
                <a:ext cx="37770" cy="41658"/>
              </a:xfrm>
              <a:custGeom>
                <a:avLst/>
                <a:gdLst/>
                <a:ahLst/>
                <a:cxnLst/>
                <a:rect l="l" t="t" r="r" b="b"/>
                <a:pathLst>
                  <a:path w="1496" h="1650" extrusionOk="0">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54" name="Google Shape;10354;p62"/>
              <p:cNvSpPr/>
              <p:nvPr/>
            </p:nvSpPr>
            <p:spPr>
              <a:xfrm>
                <a:off x="2036602" y="3620651"/>
                <a:ext cx="19516" cy="47137"/>
              </a:xfrm>
              <a:custGeom>
                <a:avLst/>
                <a:gdLst/>
                <a:ahLst/>
                <a:cxnLst/>
                <a:rect l="l" t="t" r="r" b="b"/>
                <a:pathLst>
                  <a:path w="773" h="1867" extrusionOk="0">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55" name="Google Shape;10355;p62"/>
              <p:cNvSpPr/>
              <p:nvPr/>
            </p:nvSpPr>
            <p:spPr>
              <a:xfrm>
                <a:off x="2136380" y="3657715"/>
                <a:ext cx="59104" cy="412569"/>
              </a:xfrm>
              <a:custGeom>
                <a:avLst/>
                <a:gdLst/>
                <a:ahLst/>
                <a:cxnLst/>
                <a:rect l="l" t="t" r="r" b="b"/>
                <a:pathLst>
                  <a:path w="2341" h="16341" extrusionOk="0">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56" name="Google Shape;10356;p62"/>
              <p:cNvSpPr/>
              <p:nvPr/>
            </p:nvSpPr>
            <p:spPr>
              <a:xfrm>
                <a:off x="2116157" y="3951747"/>
                <a:ext cx="41482" cy="305470"/>
              </a:xfrm>
              <a:custGeom>
                <a:avLst/>
                <a:gdLst/>
                <a:ahLst/>
                <a:cxnLst/>
                <a:rect l="l" t="t" r="r" b="b"/>
                <a:pathLst>
                  <a:path w="1643" h="12099" extrusionOk="0">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57" name="Google Shape;10357;p62"/>
              <p:cNvSpPr/>
              <p:nvPr/>
            </p:nvSpPr>
            <p:spPr>
              <a:xfrm>
                <a:off x="2110072" y="3799227"/>
                <a:ext cx="72435" cy="157014"/>
              </a:xfrm>
              <a:custGeom>
                <a:avLst/>
                <a:gdLst/>
                <a:ahLst/>
                <a:cxnLst/>
                <a:rect l="l" t="t" r="r" b="b"/>
                <a:pathLst>
                  <a:path w="2869" h="6219" extrusionOk="0">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58" name="Google Shape;10358;p62"/>
              <p:cNvSpPr/>
              <p:nvPr/>
            </p:nvSpPr>
            <p:spPr>
              <a:xfrm>
                <a:off x="2139688" y="3495626"/>
                <a:ext cx="44284" cy="95158"/>
              </a:xfrm>
              <a:custGeom>
                <a:avLst/>
                <a:gdLst/>
                <a:ahLst/>
                <a:cxnLst/>
                <a:rect l="l" t="t" r="r" b="b"/>
                <a:pathLst>
                  <a:path w="1754" h="3769" extrusionOk="0">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59" name="Google Shape;10359;p62"/>
              <p:cNvSpPr/>
              <p:nvPr/>
            </p:nvSpPr>
            <p:spPr>
              <a:xfrm>
                <a:off x="2082956" y="3501155"/>
                <a:ext cx="34867" cy="41557"/>
              </a:xfrm>
              <a:custGeom>
                <a:avLst/>
                <a:gdLst/>
                <a:ahLst/>
                <a:cxnLst/>
                <a:rect l="l" t="t" r="r" b="b"/>
                <a:pathLst>
                  <a:path w="1381" h="1646" extrusionOk="0">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60" name="Google Shape;10360;p62"/>
              <p:cNvSpPr/>
              <p:nvPr/>
            </p:nvSpPr>
            <p:spPr>
              <a:xfrm>
                <a:off x="2133603" y="3704624"/>
                <a:ext cx="63119" cy="88215"/>
              </a:xfrm>
              <a:custGeom>
                <a:avLst/>
                <a:gdLst/>
                <a:ahLst/>
                <a:cxnLst/>
                <a:rect l="l" t="t" r="r" b="b"/>
                <a:pathLst>
                  <a:path w="2500" h="3494" extrusionOk="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61" name="Google Shape;10361;p62"/>
              <p:cNvSpPr/>
              <p:nvPr/>
            </p:nvSpPr>
            <p:spPr>
              <a:xfrm>
                <a:off x="2153372" y="3748479"/>
                <a:ext cx="21713" cy="27747"/>
              </a:xfrm>
              <a:custGeom>
                <a:avLst/>
                <a:gdLst/>
                <a:ahLst/>
                <a:cxnLst/>
                <a:rect l="l" t="t" r="r" b="b"/>
                <a:pathLst>
                  <a:path w="860" h="1099" extrusionOk="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62" name="Google Shape;10362;p62"/>
              <p:cNvSpPr/>
              <p:nvPr/>
            </p:nvSpPr>
            <p:spPr>
              <a:xfrm>
                <a:off x="2147691" y="3883023"/>
                <a:ext cx="38755" cy="52641"/>
              </a:xfrm>
              <a:custGeom>
                <a:avLst/>
                <a:gdLst/>
                <a:ahLst/>
                <a:cxnLst/>
                <a:rect l="l" t="t" r="r" b="b"/>
                <a:pathLst>
                  <a:path w="1535" h="2085" extrusionOk="0">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63" name="Google Shape;10363;p62"/>
              <p:cNvSpPr/>
              <p:nvPr/>
            </p:nvSpPr>
            <p:spPr>
              <a:xfrm>
                <a:off x="1959824" y="3556194"/>
                <a:ext cx="225561" cy="286004"/>
              </a:xfrm>
              <a:custGeom>
                <a:avLst/>
                <a:gdLst/>
                <a:ahLst/>
                <a:cxnLst/>
                <a:rect l="l" t="t" r="r" b="b"/>
                <a:pathLst>
                  <a:path w="8934" h="11328" extrusionOk="0">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64" name="Google Shape;10364;p62"/>
              <p:cNvSpPr/>
              <p:nvPr/>
            </p:nvSpPr>
            <p:spPr>
              <a:xfrm>
                <a:off x="2112042" y="3663320"/>
                <a:ext cx="78015" cy="446780"/>
              </a:xfrm>
              <a:custGeom>
                <a:avLst/>
                <a:gdLst/>
                <a:ahLst/>
                <a:cxnLst/>
                <a:rect l="l" t="t" r="r" b="b"/>
                <a:pathLst>
                  <a:path w="3090" h="17696" extrusionOk="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65" name="Google Shape;10365;p62"/>
              <p:cNvSpPr/>
              <p:nvPr/>
            </p:nvSpPr>
            <p:spPr>
              <a:xfrm>
                <a:off x="2177786" y="3807407"/>
                <a:ext cx="26257" cy="34791"/>
              </a:xfrm>
              <a:custGeom>
                <a:avLst/>
                <a:gdLst/>
                <a:ahLst/>
                <a:cxnLst/>
                <a:rect l="l" t="t" r="r" b="b"/>
                <a:pathLst>
                  <a:path w="1040" h="1378" extrusionOk="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66" name="Google Shape;10366;p62"/>
              <p:cNvSpPr/>
              <p:nvPr/>
            </p:nvSpPr>
            <p:spPr>
              <a:xfrm>
                <a:off x="2104947" y="4021784"/>
                <a:ext cx="26005" cy="78772"/>
              </a:xfrm>
              <a:custGeom>
                <a:avLst/>
                <a:gdLst/>
                <a:ahLst/>
                <a:cxnLst/>
                <a:rect l="l" t="t" r="r" b="b"/>
                <a:pathLst>
                  <a:path w="1030" h="3120" extrusionOk="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67" name="Google Shape;10367;p62"/>
              <p:cNvSpPr/>
              <p:nvPr/>
            </p:nvSpPr>
            <p:spPr>
              <a:xfrm>
                <a:off x="2143273" y="3921475"/>
                <a:ext cx="34438" cy="45799"/>
              </a:xfrm>
              <a:custGeom>
                <a:avLst/>
                <a:gdLst/>
                <a:ahLst/>
                <a:cxnLst/>
                <a:rect l="l" t="t" r="r" b="b"/>
                <a:pathLst>
                  <a:path w="1364" h="1814" extrusionOk="0">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68" name="Google Shape;10368;p62"/>
              <p:cNvSpPr/>
              <p:nvPr/>
            </p:nvSpPr>
            <p:spPr>
              <a:xfrm>
                <a:off x="2065965" y="3199069"/>
                <a:ext cx="117350" cy="370154"/>
              </a:xfrm>
              <a:custGeom>
                <a:avLst/>
                <a:gdLst/>
                <a:ahLst/>
                <a:cxnLst/>
                <a:rect l="l" t="t" r="r" b="b"/>
                <a:pathLst>
                  <a:path w="4648" h="14661" extrusionOk="0">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69" name="Google Shape;10369;p62"/>
              <p:cNvSpPr/>
              <p:nvPr/>
            </p:nvSpPr>
            <p:spPr>
              <a:xfrm>
                <a:off x="2083234" y="3194499"/>
                <a:ext cx="117350" cy="370431"/>
              </a:xfrm>
              <a:custGeom>
                <a:avLst/>
                <a:gdLst/>
                <a:ahLst/>
                <a:cxnLst/>
                <a:rect l="l" t="t" r="r" b="b"/>
                <a:pathLst>
                  <a:path w="4648" h="14672" extrusionOk="0">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70" name="Google Shape;10370;p62"/>
              <p:cNvSpPr/>
              <p:nvPr/>
            </p:nvSpPr>
            <p:spPr>
              <a:xfrm>
                <a:off x="2104796" y="3190257"/>
                <a:ext cx="49359" cy="67966"/>
              </a:xfrm>
              <a:custGeom>
                <a:avLst/>
                <a:gdLst/>
                <a:ahLst/>
                <a:cxnLst/>
                <a:rect l="l" t="t" r="r" b="b"/>
                <a:pathLst>
                  <a:path w="1955" h="2692" extrusionOk="0">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71" name="Google Shape;10371;p62"/>
              <p:cNvSpPr/>
              <p:nvPr/>
            </p:nvSpPr>
            <p:spPr>
              <a:xfrm>
                <a:off x="2024483" y="3177406"/>
                <a:ext cx="70617" cy="87558"/>
              </a:xfrm>
              <a:custGeom>
                <a:avLst/>
                <a:gdLst/>
                <a:ahLst/>
                <a:cxnLst/>
                <a:rect l="l" t="t" r="r" b="b"/>
                <a:pathLst>
                  <a:path w="2797" h="3468" extrusionOk="0">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72" name="Google Shape;10372;p62"/>
              <p:cNvSpPr/>
              <p:nvPr/>
            </p:nvSpPr>
            <p:spPr>
              <a:xfrm>
                <a:off x="2211921" y="3198816"/>
                <a:ext cx="117174" cy="370406"/>
              </a:xfrm>
              <a:custGeom>
                <a:avLst/>
                <a:gdLst/>
                <a:ahLst/>
                <a:cxnLst/>
                <a:rect l="l" t="t" r="r" b="b"/>
                <a:pathLst>
                  <a:path w="4641" h="14671" extrusionOk="0">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73" name="Google Shape;10373;p62"/>
              <p:cNvSpPr/>
              <p:nvPr/>
            </p:nvSpPr>
            <p:spPr>
              <a:xfrm>
                <a:off x="2194651" y="3194600"/>
                <a:ext cx="117022" cy="370330"/>
              </a:xfrm>
              <a:custGeom>
                <a:avLst/>
                <a:gdLst/>
                <a:ahLst/>
                <a:cxnLst/>
                <a:rect l="l" t="t" r="r" b="b"/>
                <a:pathLst>
                  <a:path w="4635" h="14668" extrusionOk="0">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74" name="Google Shape;10374;p62"/>
              <p:cNvSpPr/>
              <p:nvPr/>
            </p:nvSpPr>
            <p:spPr>
              <a:xfrm>
                <a:off x="2240753" y="3190358"/>
                <a:ext cx="49182" cy="67865"/>
              </a:xfrm>
              <a:custGeom>
                <a:avLst/>
                <a:gdLst/>
                <a:ahLst/>
                <a:cxnLst/>
                <a:rect l="l" t="t" r="r" b="b"/>
                <a:pathLst>
                  <a:path w="1948" h="2688" extrusionOk="0">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75" name="Google Shape;10375;p62"/>
              <p:cNvSpPr/>
              <p:nvPr/>
            </p:nvSpPr>
            <p:spPr>
              <a:xfrm>
                <a:off x="2299504" y="3177507"/>
                <a:ext cx="70743" cy="87281"/>
              </a:xfrm>
              <a:custGeom>
                <a:avLst/>
                <a:gdLst/>
                <a:ahLst/>
                <a:cxnLst/>
                <a:rect l="l" t="t" r="r" b="b"/>
                <a:pathLst>
                  <a:path w="2802" h="3457" extrusionOk="0">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76" name="Google Shape;10376;p62"/>
              <p:cNvSpPr/>
              <p:nvPr/>
            </p:nvSpPr>
            <p:spPr>
              <a:xfrm>
                <a:off x="2158118" y="3552180"/>
                <a:ext cx="33099" cy="33983"/>
              </a:xfrm>
              <a:custGeom>
                <a:avLst/>
                <a:gdLst/>
                <a:ahLst/>
                <a:cxnLst/>
                <a:rect l="l" t="t" r="r" b="b"/>
                <a:pathLst>
                  <a:path w="1311" h="1346" extrusionOk="0">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77" name="Google Shape;10377;p62"/>
              <p:cNvSpPr/>
              <p:nvPr/>
            </p:nvSpPr>
            <p:spPr>
              <a:xfrm>
                <a:off x="2155796" y="3550110"/>
                <a:ext cx="40194" cy="38351"/>
              </a:xfrm>
              <a:custGeom>
                <a:avLst/>
                <a:gdLst/>
                <a:ahLst/>
                <a:cxnLst/>
                <a:rect l="l" t="t" r="r" b="b"/>
                <a:pathLst>
                  <a:path w="1592" h="1519" extrusionOk="0">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78" name="Google Shape;10378;p62"/>
              <p:cNvSpPr/>
              <p:nvPr/>
            </p:nvSpPr>
            <p:spPr>
              <a:xfrm>
                <a:off x="2202529" y="3560310"/>
                <a:ext cx="27520" cy="26182"/>
              </a:xfrm>
              <a:custGeom>
                <a:avLst/>
                <a:gdLst/>
                <a:ahLst/>
                <a:cxnLst/>
                <a:rect l="l" t="t" r="r" b="b"/>
                <a:pathLst>
                  <a:path w="1090" h="1037" extrusionOk="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79" name="Google Shape;10379;p62"/>
              <p:cNvSpPr/>
              <p:nvPr/>
            </p:nvSpPr>
            <p:spPr>
              <a:xfrm>
                <a:off x="2200408" y="3557507"/>
                <a:ext cx="32443" cy="31458"/>
              </a:xfrm>
              <a:custGeom>
                <a:avLst/>
                <a:gdLst/>
                <a:ahLst/>
                <a:cxnLst/>
                <a:rect l="l" t="t" r="r" b="b"/>
                <a:pathLst>
                  <a:path w="1285" h="1246" extrusionOk="0">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80" name="Google Shape;10380;p62"/>
              <p:cNvSpPr/>
              <p:nvPr/>
            </p:nvSpPr>
            <p:spPr>
              <a:xfrm>
                <a:off x="2137037" y="3585330"/>
                <a:ext cx="29338" cy="46077"/>
              </a:xfrm>
              <a:custGeom>
                <a:avLst/>
                <a:gdLst/>
                <a:ahLst/>
                <a:cxnLst/>
                <a:rect l="l" t="t" r="r" b="b"/>
                <a:pathLst>
                  <a:path w="1162" h="1825" extrusionOk="0">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81" name="Google Shape;10381;p62"/>
              <p:cNvSpPr/>
              <p:nvPr/>
            </p:nvSpPr>
            <p:spPr>
              <a:xfrm>
                <a:off x="2134916" y="3583184"/>
                <a:ext cx="36053" cy="50217"/>
              </a:xfrm>
              <a:custGeom>
                <a:avLst/>
                <a:gdLst/>
                <a:ahLst/>
                <a:cxnLst/>
                <a:rect l="l" t="t" r="r" b="b"/>
                <a:pathLst>
                  <a:path w="1428" h="1989" extrusionOk="0">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82" name="Google Shape;10382;p62"/>
              <p:cNvSpPr/>
              <p:nvPr/>
            </p:nvSpPr>
            <p:spPr>
              <a:xfrm>
                <a:off x="2154811" y="3552584"/>
                <a:ext cx="99576" cy="131666"/>
              </a:xfrm>
              <a:custGeom>
                <a:avLst/>
                <a:gdLst/>
                <a:ahLst/>
                <a:cxnLst/>
                <a:rect l="l" t="t" r="r" b="b"/>
                <a:pathLst>
                  <a:path w="3944" h="5215" extrusionOk="0">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83" name="Google Shape;10383;p62"/>
              <p:cNvSpPr/>
              <p:nvPr/>
            </p:nvSpPr>
            <p:spPr>
              <a:xfrm>
                <a:off x="2152842" y="3550110"/>
                <a:ext cx="103540" cy="136109"/>
              </a:xfrm>
              <a:custGeom>
                <a:avLst/>
                <a:gdLst/>
                <a:ahLst/>
                <a:cxnLst/>
                <a:rect l="l" t="t" r="r" b="b"/>
                <a:pathLst>
                  <a:path w="4101" h="5391" extrusionOk="0">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10384" name="Google Shape;10384;p62"/>
          <p:cNvGrpSpPr/>
          <p:nvPr/>
        </p:nvGrpSpPr>
        <p:grpSpPr>
          <a:xfrm>
            <a:off x="2942205" y="3064707"/>
            <a:ext cx="550623" cy="1310497"/>
            <a:chOff x="2942205" y="3050537"/>
            <a:chExt cx="550623" cy="1310497"/>
          </a:xfrm>
        </p:grpSpPr>
        <p:sp>
          <p:nvSpPr>
            <p:cNvPr id="10385" name="Google Shape;10385;p62"/>
            <p:cNvSpPr/>
            <p:nvPr/>
          </p:nvSpPr>
          <p:spPr>
            <a:xfrm>
              <a:off x="2991084" y="4311978"/>
              <a:ext cx="453016" cy="49056"/>
            </a:xfrm>
            <a:custGeom>
              <a:avLst/>
              <a:gdLst/>
              <a:ahLst/>
              <a:cxnLst/>
              <a:rect l="l" t="t" r="r" b="b"/>
              <a:pathLst>
                <a:path w="17943" h="1943" extrusionOk="0">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386" name="Google Shape;10386;p62"/>
            <p:cNvGrpSpPr/>
            <p:nvPr/>
          </p:nvGrpSpPr>
          <p:grpSpPr>
            <a:xfrm>
              <a:off x="2942205" y="3050537"/>
              <a:ext cx="550623" cy="1278079"/>
              <a:chOff x="2942205" y="3050537"/>
              <a:chExt cx="550623" cy="1278079"/>
            </a:xfrm>
          </p:grpSpPr>
          <p:sp>
            <p:nvSpPr>
              <p:cNvPr id="10387" name="Google Shape;10387;p62"/>
              <p:cNvSpPr/>
              <p:nvPr/>
            </p:nvSpPr>
            <p:spPr>
              <a:xfrm>
                <a:off x="2942205" y="3050537"/>
                <a:ext cx="550623" cy="1278079"/>
              </a:xfrm>
              <a:custGeom>
                <a:avLst/>
                <a:gdLst/>
                <a:ahLst/>
                <a:cxnLst/>
                <a:rect l="l" t="t" r="r" b="b"/>
                <a:pathLst>
                  <a:path w="21809" h="50622" extrusionOk="0">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388" name="Google Shape;10388;p62"/>
              <p:cNvGrpSpPr/>
              <p:nvPr/>
            </p:nvGrpSpPr>
            <p:grpSpPr>
              <a:xfrm>
                <a:off x="2976264" y="3168065"/>
                <a:ext cx="478718" cy="1086021"/>
                <a:chOff x="2976264" y="3168065"/>
                <a:chExt cx="478718" cy="1086021"/>
              </a:xfrm>
            </p:grpSpPr>
            <p:sp>
              <p:nvSpPr>
                <p:cNvPr id="10389" name="Google Shape;10389;p62"/>
                <p:cNvSpPr/>
                <p:nvPr/>
              </p:nvSpPr>
              <p:spPr>
                <a:xfrm>
                  <a:off x="2976264" y="3716491"/>
                  <a:ext cx="68522" cy="119951"/>
                </a:xfrm>
                <a:custGeom>
                  <a:avLst/>
                  <a:gdLst/>
                  <a:ahLst/>
                  <a:cxnLst/>
                  <a:rect l="l" t="t" r="r" b="b"/>
                  <a:pathLst>
                    <a:path w="2714" h="4751" extrusionOk="0">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90" name="Google Shape;10390;p62"/>
                <p:cNvSpPr/>
                <p:nvPr/>
              </p:nvSpPr>
              <p:spPr>
                <a:xfrm>
                  <a:off x="3000047" y="3758831"/>
                  <a:ext cx="39588" cy="65871"/>
                </a:xfrm>
                <a:custGeom>
                  <a:avLst/>
                  <a:gdLst/>
                  <a:ahLst/>
                  <a:cxnLst/>
                  <a:rect l="l" t="t" r="r" b="b"/>
                  <a:pathLst>
                    <a:path w="1568" h="2609" extrusionOk="0">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91" name="Google Shape;10391;p62"/>
                <p:cNvSpPr/>
                <p:nvPr/>
              </p:nvSpPr>
              <p:spPr>
                <a:xfrm>
                  <a:off x="3021684" y="3580659"/>
                  <a:ext cx="59912" cy="110205"/>
                </a:xfrm>
                <a:custGeom>
                  <a:avLst/>
                  <a:gdLst/>
                  <a:ahLst/>
                  <a:cxnLst/>
                  <a:rect l="l" t="t" r="r" b="b"/>
                  <a:pathLst>
                    <a:path w="2373" h="4365" extrusionOk="0">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92" name="Google Shape;10392;p62"/>
                <p:cNvSpPr/>
                <p:nvPr/>
              </p:nvSpPr>
              <p:spPr>
                <a:xfrm>
                  <a:off x="3064554" y="3484820"/>
                  <a:ext cx="76626" cy="82383"/>
                </a:xfrm>
                <a:custGeom>
                  <a:avLst/>
                  <a:gdLst/>
                  <a:ahLst/>
                  <a:cxnLst/>
                  <a:rect l="l" t="t" r="r" b="b"/>
                  <a:pathLst>
                    <a:path w="3035" h="3263" extrusionOk="0">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93" name="Google Shape;10393;p62"/>
                <p:cNvSpPr/>
                <p:nvPr/>
              </p:nvSpPr>
              <p:spPr>
                <a:xfrm>
                  <a:off x="3110378" y="3514536"/>
                  <a:ext cx="118764" cy="101596"/>
                </a:xfrm>
                <a:custGeom>
                  <a:avLst/>
                  <a:gdLst/>
                  <a:ahLst/>
                  <a:cxnLst/>
                  <a:rect l="l" t="t" r="r" b="b"/>
                  <a:pathLst>
                    <a:path w="4704" h="4024" extrusionOk="0">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94" name="Google Shape;10394;p62"/>
                <p:cNvSpPr/>
                <p:nvPr/>
              </p:nvSpPr>
              <p:spPr>
                <a:xfrm>
                  <a:off x="3162388" y="3474090"/>
                  <a:ext cx="36104" cy="28504"/>
                </a:xfrm>
                <a:custGeom>
                  <a:avLst/>
                  <a:gdLst/>
                  <a:ahLst/>
                  <a:cxnLst/>
                  <a:rect l="l" t="t" r="r" b="b"/>
                  <a:pathLst>
                    <a:path w="1430" h="1129" extrusionOk="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95" name="Google Shape;10395;p62"/>
                <p:cNvSpPr/>
                <p:nvPr/>
              </p:nvSpPr>
              <p:spPr>
                <a:xfrm>
                  <a:off x="3179001" y="3433012"/>
                  <a:ext cx="38351" cy="58675"/>
                </a:xfrm>
                <a:custGeom>
                  <a:avLst/>
                  <a:gdLst/>
                  <a:ahLst/>
                  <a:cxnLst/>
                  <a:rect l="l" t="t" r="r" b="b"/>
                  <a:pathLst>
                    <a:path w="1519" h="2324" extrusionOk="0">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96" name="Google Shape;10396;p62"/>
                <p:cNvSpPr/>
                <p:nvPr/>
              </p:nvSpPr>
              <p:spPr>
                <a:xfrm>
                  <a:off x="3156859" y="3628907"/>
                  <a:ext cx="50621" cy="52212"/>
                </a:xfrm>
                <a:custGeom>
                  <a:avLst/>
                  <a:gdLst/>
                  <a:ahLst/>
                  <a:cxnLst/>
                  <a:rect l="l" t="t" r="r" b="b"/>
                  <a:pathLst>
                    <a:path w="2005" h="2068" extrusionOk="0">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97" name="Google Shape;10397;p62"/>
                <p:cNvSpPr/>
                <p:nvPr/>
              </p:nvSpPr>
              <p:spPr>
                <a:xfrm>
                  <a:off x="3156859" y="3684098"/>
                  <a:ext cx="50621" cy="52288"/>
                </a:xfrm>
                <a:custGeom>
                  <a:avLst/>
                  <a:gdLst/>
                  <a:ahLst/>
                  <a:cxnLst/>
                  <a:rect l="l" t="t" r="r" b="b"/>
                  <a:pathLst>
                    <a:path w="2005" h="2071" extrusionOk="0">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98" name="Google Shape;10398;p62"/>
                <p:cNvSpPr/>
                <p:nvPr/>
              </p:nvSpPr>
              <p:spPr>
                <a:xfrm>
                  <a:off x="3156859" y="3739491"/>
                  <a:ext cx="50621" cy="52187"/>
                </a:xfrm>
                <a:custGeom>
                  <a:avLst/>
                  <a:gdLst/>
                  <a:ahLst/>
                  <a:cxnLst/>
                  <a:rect l="l" t="t" r="r" b="b"/>
                  <a:pathLst>
                    <a:path w="2005" h="2067" extrusionOk="0">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399" name="Google Shape;10399;p62"/>
                <p:cNvSpPr/>
                <p:nvPr/>
              </p:nvSpPr>
              <p:spPr>
                <a:xfrm>
                  <a:off x="3118129" y="3629437"/>
                  <a:ext cx="32923" cy="44511"/>
                </a:xfrm>
                <a:custGeom>
                  <a:avLst/>
                  <a:gdLst/>
                  <a:ahLst/>
                  <a:cxnLst/>
                  <a:rect l="l" t="t" r="r" b="b"/>
                  <a:pathLst>
                    <a:path w="1304" h="1763" extrusionOk="0">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00" name="Google Shape;10400;p62"/>
                <p:cNvSpPr/>
                <p:nvPr/>
              </p:nvSpPr>
              <p:spPr>
                <a:xfrm>
                  <a:off x="3114872" y="3672282"/>
                  <a:ext cx="31761" cy="47667"/>
                </a:xfrm>
                <a:custGeom>
                  <a:avLst/>
                  <a:gdLst/>
                  <a:ahLst/>
                  <a:cxnLst/>
                  <a:rect l="l" t="t" r="r" b="b"/>
                  <a:pathLst>
                    <a:path w="1258" h="1888" extrusionOk="0">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01" name="Google Shape;10401;p62"/>
                <p:cNvSpPr/>
                <p:nvPr/>
              </p:nvSpPr>
              <p:spPr>
                <a:xfrm>
                  <a:off x="3107071" y="3719823"/>
                  <a:ext cx="39033" cy="45143"/>
                </a:xfrm>
                <a:custGeom>
                  <a:avLst/>
                  <a:gdLst/>
                  <a:ahLst/>
                  <a:cxnLst/>
                  <a:rect l="l" t="t" r="r" b="b"/>
                  <a:pathLst>
                    <a:path w="1546" h="1788" extrusionOk="0">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02" name="Google Shape;10402;p62"/>
                <p:cNvSpPr/>
                <p:nvPr/>
              </p:nvSpPr>
              <p:spPr>
                <a:xfrm>
                  <a:off x="3109697" y="3774535"/>
                  <a:ext cx="33933" cy="37619"/>
                </a:xfrm>
                <a:custGeom>
                  <a:avLst/>
                  <a:gdLst/>
                  <a:ahLst/>
                  <a:cxnLst/>
                  <a:rect l="l" t="t" r="r" b="b"/>
                  <a:pathLst>
                    <a:path w="1344" h="1490" extrusionOk="0">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03" name="Google Shape;10403;p62"/>
                <p:cNvSpPr/>
                <p:nvPr/>
              </p:nvSpPr>
              <p:spPr>
                <a:xfrm>
                  <a:off x="3177688" y="3800363"/>
                  <a:ext cx="78823" cy="63775"/>
                </a:xfrm>
                <a:custGeom>
                  <a:avLst/>
                  <a:gdLst/>
                  <a:ahLst/>
                  <a:cxnLst/>
                  <a:rect l="l" t="t" r="r" b="b"/>
                  <a:pathLst>
                    <a:path w="3122" h="2526" extrusionOk="0">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04" name="Google Shape;10404;p62"/>
                <p:cNvSpPr/>
                <p:nvPr/>
              </p:nvSpPr>
              <p:spPr>
                <a:xfrm>
                  <a:off x="3111843" y="3828792"/>
                  <a:ext cx="48500" cy="114649"/>
                </a:xfrm>
                <a:custGeom>
                  <a:avLst/>
                  <a:gdLst/>
                  <a:ahLst/>
                  <a:cxnLst/>
                  <a:rect l="l" t="t" r="r" b="b"/>
                  <a:pathLst>
                    <a:path w="1921" h="4541" extrusionOk="0">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05" name="Google Shape;10405;p62"/>
                <p:cNvSpPr/>
                <p:nvPr/>
              </p:nvSpPr>
              <p:spPr>
                <a:xfrm>
                  <a:off x="3106414" y="3951495"/>
                  <a:ext cx="48526" cy="129141"/>
                </a:xfrm>
                <a:custGeom>
                  <a:avLst/>
                  <a:gdLst/>
                  <a:ahLst/>
                  <a:cxnLst/>
                  <a:rect l="l" t="t" r="r" b="b"/>
                  <a:pathLst>
                    <a:path w="1922" h="5115" extrusionOk="0">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06" name="Google Shape;10406;p62"/>
                <p:cNvSpPr/>
                <p:nvPr/>
              </p:nvSpPr>
              <p:spPr>
                <a:xfrm>
                  <a:off x="3155344" y="3867471"/>
                  <a:ext cx="47869" cy="172491"/>
                </a:xfrm>
                <a:custGeom>
                  <a:avLst/>
                  <a:gdLst/>
                  <a:ahLst/>
                  <a:cxnLst/>
                  <a:rect l="l" t="t" r="r" b="b"/>
                  <a:pathLst>
                    <a:path w="1896" h="6832" extrusionOk="0">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07" name="Google Shape;10407;p62"/>
                <p:cNvSpPr/>
                <p:nvPr/>
              </p:nvSpPr>
              <p:spPr>
                <a:xfrm>
                  <a:off x="3386283" y="3720783"/>
                  <a:ext cx="68698" cy="119926"/>
                </a:xfrm>
                <a:custGeom>
                  <a:avLst/>
                  <a:gdLst/>
                  <a:ahLst/>
                  <a:cxnLst/>
                  <a:rect l="l" t="t" r="r" b="b"/>
                  <a:pathLst>
                    <a:path w="2721" h="4750" extrusionOk="0">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08" name="Google Shape;10408;p62"/>
                <p:cNvSpPr/>
                <p:nvPr/>
              </p:nvSpPr>
              <p:spPr>
                <a:xfrm>
                  <a:off x="3391585" y="3763148"/>
                  <a:ext cx="39487" cy="65845"/>
                </a:xfrm>
                <a:custGeom>
                  <a:avLst/>
                  <a:gdLst/>
                  <a:ahLst/>
                  <a:cxnLst/>
                  <a:rect l="l" t="t" r="r" b="b"/>
                  <a:pathLst>
                    <a:path w="1564" h="2608" extrusionOk="0">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09" name="Google Shape;10409;p62"/>
                <p:cNvSpPr/>
                <p:nvPr/>
              </p:nvSpPr>
              <p:spPr>
                <a:xfrm>
                  <a:off x="3350457" y="3580558"/>
                  <a:ext cx="58599" cy="110609"/>
                </a:xfrm>
                <a:custGeom>
                  <a:avLst/>
                  <a:gdLst/>
                  <a:ahLst/>
                  <a:cxnLst/>
                  <a:rect l="l" t="t" r="r" b="b"/>
                  <a:pathLst>
                    <a:path w="2321" h="4381" extrusionOk="0">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10" name="Google Shape;10410;p62"/>
                <p:cNvSpPr/>
                <p:nvPr/>
              </p:nvSpPr>
              <p:spPr>
                <a:xfrm>
                  <a:off x="3289913" y="3480452"/>
                  <a:ext cx="76500" cy="82433"/>
                </a:xfrm>
                <a:custGeom>
                  <a:avLst/>
                  <a:gdLst/>
                  <a:ahLst/>
                  <a:cxnLst/>
                  <a:rect l="l" t="t" r="r" b="b"/>
                  <a:pathLst>
                    <a:path w="3030" h="3265" extrusionOk="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11" name="Google Shape;10411;p62"/>
                <p:cNvSpPr/>
                <p:nvPr/>
              </p:nvSpPr>
              <p:spPr>
                <a:xfrm>
                  <a:off x="3208515" y="3517843"/>
                  <a:ext cx="116467" cy="99551"/>
                </a:xfrm>
                <a:custGeom>
                  <a:avLst/>
                  <a:gdLst/>
                  <a:ahLst/>
                  <a:cxnLst/>
                  <a:rect l="l" t="t" r="r" b="b"/>
                  <a:pathLst>
                    <a:path w="4613" h="3943" extrusionOk="0">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12" name="Google Shape;10412;p62"/>
                <p:cNvSpPr/>
                <p:nvPr/>
              </p:nvSpPr>
              <p:spPr>
                <a:xfrm>
                  <a:off x="3232576" y="3474090"/>
                  <a:ext cx="36255" cy="28504"/>
                </a:xfrm>
                <a:custGeom>
                  <a:avLst/>
                  <a:gdLst/>
                  <a:ahLst/>
                  <a:cxnLst/>
                  <a:rect l="l" t="t" r="r" b="b"/>
                  <a:pathLst>
                    <a:path w="1436" h="1129" extrusionOk="0">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13" name="Google Shape;10413;p62"/>
                <p:cNvSpPr/>
                <p:nvPr/>
              </p:nvSpPr>
              <p:spPr>
                <a:xfrm>
                  <a:off x="3213716" y="3433012"/>
                  <a:ext cx="38528" cy="58675"/>
                </a:xfrm>
                <a:custGeom>
                  <a:avLst/>
                  <a:gdLst/>
                  <a:ahLst/>
                  <a:cxnLst/>
                  <a:rect l="l" t="t" r="r" b="b"/>
                  <a:pathLst>
                    <a:path w="1526" h="2324" extrusionOk="0">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14" name="Google Shape;10414;p62"/>
                <p:cNvSpPr/>
                <p:nvPr/>
              </p:nvSpPr>
              <p:spPr>
                <a:xfrm>
                  <a:off x="3223740" y="3628907"/>
                  <a:ext cx="50621" cy="52212"/>
                </a:xfrm>
                <a:custGeom>
                  <a:avLst/>
                  <a:gdLst/>
                  <a:ahLst/>
                  <a:cxnLst/>
                  <a:rect l="l" t="t" r="r" b="b"/>
                  <a:pathLst>
                    <a:path w="2005" h="2068" extrusionOk="0">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15" name="Google Shape;10415;p62"/>
                <p:cNvSpPr/>
                <p:nvPr/>
              </p:nvSpPr>
              <p:spPr>
                <a:xfrm>
                  <a:off x="3223740" y="3684098"/>
                  <a:ext cx="50621" cy="52288"/>
                </a:xfrm>
                <a:custGeom>
                  <a:avLst/>
                  <a:gdLst/>
                  <a:ahLst/>
                  <a:cxnLst/>
                  <a:rect l="l" t="t" r="r" b="b"/>
                  <a:pathLst>
                    <a:path w="2005" h="2071" extrusionOk="0">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16" name="Google Shape;10416;p62"/>
                <p:cNvSpPr/>
                <p:nvPr/>
              </p:nvSpPr>
              <p:spPr>
                <a:xfrm>
                  <a:off x="3223740" y="3739491"/>
                  <a:ext cx="50621" cy="52187"/>
                </a:xfrm>
                <a:custGeom>
                  <a:avLst/>
                  <a:gdLst/>
                  <a:ahLst/>
                  <a:cxnLst/>
                  <a:rect l="l" t="t" r="r" b="b"/>
                  <a:pathLst>
                    <a:path w="2005" h="2067" extrusionOk="0">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17" name="Google Shape;10417;p62"/>
                <p:cNvSpPr/>
                <p:nvPr/>
              </p:nvSpPr>
              <p:spPr>
                <a:xfrm>
                  <a:off x="3280016" y="3629437"/>
                  <a:ext cx="32923" cy="44511"/>
                </a:xfrm>
                <a:custGeom>
                  <a:avLst/>
                  <a:gdLst/>
                  <a:ahLst/>
                  <a:cxnLst/>
                  <a:rect l="l" t="t" r="r" b="b"/>
                  <a:pathLst>
                    <a:path w="1304" h="1763" extrusionOk="0">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18" name="Google Shape;10418;p62"/>
                <p:cNvSpPr/>
                <p:nvPr/>
              </p:nvSpPr>
              <p:spPr>
                <a:xfrm>
                  <a:off x="3284460" y="3672282"/>
                  <a:ext cx="31787" cy="47667"/>
                </a:xfrm>
                <a:custGeom>
                  <a:avLst/>
                  <a:gdLst/>
                  <a:ahLst/>
                  <a:cxnLst/>
                  <a:rect l="l" t="t" r="r" b="b"/>
                  <a:pathLst>
                    <a:path w="1259" h="1888" extrusionOk="0">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19" name="Google Shape;10419;p62"/>
                <p:cNvSpPr/>
                <p:nvPr/>
              </p:nvSpPr>
              <p:spPr>
                <a:xfrm>
                  <a:off x="3285141" y="3719823"/>
                  <a:ext cx="39007" cy="45143"/>
                </a:xfrm>
                <a:custGeom>
                  <a:avLst/>
                  <a:gdLst/>
                  <a:ahLst/>
                  <a:cxnLst/>
                  <a:rect l="l" t="t" r="r" b="b"/>
                  <a:pathLst>
                    <a:path w="1545" h="1788" extrusionOk="0">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20" name="Google Shape;10420;p62"/>
                <p:cNvSpPr/>
                <p:nvPr/>
              </p:nvSpPr>
              <p:spPr>
                <a:xfrm>
                  <a:off x="3287439" y="3774535"/>
                  <a:ext cx="34084" cy="37619"/>
                </a:xfrm>
                <a:custGeom>
                  <a:avLst/>
                  <a:gdLst/>
                  <a:ahLst/>
                  <a:cxnLst/>
                  <a:rect l="l" t="t" r="r" b="b"/>
                  <a:pathLst>
                    <a:path w="1350" h="1490" extrusionOk="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21" name="Google Shape;10421;p62"/>
                <p:cNvSpPr/>
                <p:nvPr/>
              </p:nvSpPr>
              <p:spPr>
                <a:xfrm>
                  <a:off x="3275169" y="3828792"/>
                  <a:ext cx="48500" cy="114649"/>
                </a:xfrm>
                <a:custGeom>
                  <a:avLst/>
                  <a:gdLst/>
                  <a:ahLst/>
                  <a:cxnLst/>
                  <a:rect l="l" t="t" r="r" b="b"/>
                  <a:pathLst>
                    <a:path w="1921" h="4541" extrusionOk="0">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22" name="Google Shape;10422;p62"/>
                <p:cNvSpPr/>
                <p:nvPr/>
              </p:nvSpPr>
              <p:spPr>
                <a:xfrm>
                  <a:off x="3280723" y="3951495"/>
                  <a:ext cx="43602" cy="116214"/>
                </a:xfrm>
                <a:custGeom>
                  <a:avLst/>
                  <a:gdLst/>
                  <a:ahLst/>
                  <a:cxnLst/>
                  <a:rect l="l" t="t" r="r" b="b"/>
                  <a:pathLst>
                    <a:path w="1727" h="4603" extrusionOk="0">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23" name="Google Shape;10423;p62"/>
                <p:cNvSpPr/>
                <p:nvPr/>
              </p:nvSpPr>
              <p:spPr>
                <a:xfrm>
                  <a:off x="3232298" y="3867471"/>
                  <a:ext cx="47718" cy="172163"/>
                </a:xfrm>
                <a:custGeom>
                  <a:avLst/>
                  <a:gdLst/>
                  <a:ahLst/>
                  <a:cxnLst/>
                  <a:rect l="l" t="t" r="r" b="b"/>
                  <a:pathLst>
                    <a:path w="1890" h="6819" extrusionOk="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24" name="Google Shape;10424;p62"/>
                <p:cNvSpPr/>
                <p:nvPr/>
              </p:nvSpPr>
              <p:spPr>
                <a:xfrm>
                  <a:off x="3147063" y="4072304"/>
                  <a:ext cx="31307" cy="181782"/>
                </a:xfrm>
                <a:custGeom>
                  <a:avLst/>
                  <a:gdLst/>
                  <a:ahLst/>
                  <a:cxnLst/>
                  <a:rect l="l" t="t" r="r" b="b"/>
                  <a:pathLst>
                    <a:path w="1240" h="7200" extrusionOk="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25" name="Google Shape;10425;p62"/>
                <p:cNvSpPr/>
                <p:nvPr/>
              </p:nvSpPr>
              <p:spPr>
                <a:xfrm>
                  <a:off x="3113989" y="4102121"/>
                  <a:ext cx="40093" cy="120986"/>
                </a:xfrm>
                <a:custGeom>
                  <a:avLst/>
                  <a:gdLst/>
                  <a:ahLst/>
                  <a:cxnLst/>
                  <a:rect l="l" t="t" r="r" b="b"/>
                  <a:pathLst>
                    <a:path w="1588" h="4792" extrusionOk="0">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26" name="Google Shape;10426;p62"/>
                <p:cNvSpPr/>
                <p:nvPr/>
              </p:nvSpPr>
              <p:spPr>
                <a:xfrm>
                  <a:off x="3253052" y="4072304"/>
                  <a:ext cx="31282" cy="181782"/>
                </a:xfrm>
                <a:custGeom>
                  <a:avLst/>
                  <a:gdLst/>
                  <a:ahLst/>
                  <a:cxnLst/>
                  <a:rect l="l" t="t" r="r" b="b"/>
                  <a:pathLst>
                    <a:path w="1239" h="7200" extrusionOk="0">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27" name="Google Shape;10427;p62"/>
                <p:cNvSpPr/>
                <p:nvPr/>
              </p:nvSpPr>
              <p:spPr>
                <a:xfrm>
                  <a:off x="3277491" y="4102121"/>
                  <a:ext cx="40068" cy="120986"/>
                </a:xfrm>
                <a:custGeom>
                  <a:avLst/>
                  <a:gdLst/>
                  <a:ahLst/>
                  <a:cxnLst/>
                  <a:rect l="l" t="t" r="r" b="b"/>
                  <a:pathLst>
                    <a:path w="1587" h="4792" extrusionOk="0">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28" name="Google Shape;10428;p62"/>
                <p:cNvSpPr/>
                <p:nvPr/>
              </p:nvSpPr>
              <p:spPr>
                <a:xfrm>
                  <a:off x="3097199" y="3168065"/>
                  <a:ext cx="106494" cy="74859"/>
                </a:xfrm>
                <a:custGeom>
                  <a:avLst/>
                  <a:gdLst/>
                  <a:ahLst/>
                  <a:cxnLst/>
                  <a:rect l="l" t="t" r="r" b="b"/>
                  <a:pathLst>
                    <a:path w="4218" h="2965" extrusionOk="0">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29" name="Google Shape;10429;p62"/>
                <p:cNvSpPr/>
                <p:nvPr/>
              </p:nvSpPr>
              <p:spPr>
                <a:xfrm>
                  <a:off x="3104117" y="3314955"/>
                  <a:ext cx="103868" cy="80994"/>
                </a:xfrm>
                <a:custGeom>
                  <a:avLst/>
                  <a:gdLst/>
                  <a:ahLst/>
                  <a:cxnLst/>
                  <a:rect l="l" t="t" r="r" b="b"/>
                  <a:pathLst>
                    <a:path w="4114" h="3208" extrusionOk="0">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30" name="Google Shape;10430;p62"/>
                <p:cNvSpPr/>
                <p:nvPr/>
              </p:nvSpPr>
              <p:spPr>
                <a:xfrm>
                  <a:off x="3097199" y="3249967"/>
                  <a:ext cx="70617" cy="70441"/>
                </a:xfrm>
                <a:custGeom>
                  <a:avLst/>
                  <a:gdLst/>
                  <a:ahLst/>
                  <a:cxnLst/>
                  <a:rect l="l" t="t" r="r" b="b"/>
                  <a:pathLst>
                    <a:path w="2797" h="2790" fill="none" extrusionOk="0">
                      <a:moveTo>
                        <a:pt x="2797" y="1193"/>
                      </a:moveTo>
                      <a:cubicBezTo>
                        <a:pt x="2797" y="2255"/>
                        <a:pt x="1513" y="2790"/>
                        <a:pt x="757" y="2040"/>
                      </a:cubicBezTo>
                      <a:cubicBezTo>
                        <a:pt x="1" y="1291"/>
                        <a:pt x="535" y="0"/>
                        <a:pt x="1604" y="0"/>
                      </a:cubicBezTo>
                      <a:cubicBezTo>
                        <a:pt x="2256" y="0"/>
                        <a:pt x="2790" y="535"/>
                        <a:pt x="2797" y="1193"/>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31" name="Google Shape;10431;p62"/>
                <p:cNvSpPr/>
                <p:nvPr/>
              </p:nvSpPr>
              <p:spPr>
                <a:xfrm>
                  <a:off x="3227527" y="3168065"/>
                  <a:ext cx="106342" cy="74859"/>
                </a:xfrm>
                <a:custGeom>
                  <a:avLst/>
                  <a:gdLst/>
                  <a:ahLst/>
                  <a:cxnLst/>
                  <a:rect l="l" t="t" r="r" b="b"/>
                  <a:pathLst>
                    <a:path w="4212" h="2965" extrusionOk="0">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32" name="Google Shape;10432;p62"/>
                <p:cNvSpPr/>
                <p:nvPr/>
              </p:nvSpPr>
              <p:spPr>
                <a:xfrm>
                  <a:off x="3223083" y="3314955"/>
                  <a:ext cx="103868" cy="80994"/>
                </a:xfrm>
                <a:custGeom>
                  <a:avLst/>
                  <a:gdLst/>
                  <a:ahLst/>
                  <a:cxnLst/>
                  <a:rect l="l" t="t" r="r" b="b"/>
                  <a:pathLst>
                    <a:path w="4114" h="3208" extrusionOk="0">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33" name="Google Shape;10433;p62"/>
                <p:cNvSpPr/>
                <p:nvPr/>
              </p:nvSpPr>
              <p:spPr>
                <a:xfrm>
                  <a:off x="3263252" y="3249967"/>
                  <a:ext cx="70617" cy="70441"/>
                </a:xfrm>
                <a:custGeom>
                  <a:avLst/>
                  <a:gdLst/>
                  <a:ahLst/>
                  <a:cxnLst/>
                  <a:rect l="l" t="t" r="r" b="b"/>
                  <a:pathLst>
                    <a:path w="2797" h="2790" fill="none" extrusionOk="0">
                      <a:moveTo>
                        <a:pt x="7" y="1193"/>
                      </a:moveTo>
                      <a:cubicBezTo>
                        <a:pt x="0" y="2255"/>
                        <a:pt x="1284" y="2790"/>
                        <a:pt x="2040" y="2040"/>
                      </a:cubicBezTo>
                      <a:cubicBezTo>
                        <a:pt x="2796" y="1291"/>
                        <a:pt x="2262" y="0"/>
                        <a:pt x="1199" y="0"/>
                      </a:cubicBezTo>
                      <a:cubicBezTo>
                        <a:pt x="541" y="0"/>
                        <a:pt x="7" y="535"/>
                        <a:pt x="7" y="1193"/>
                      </a:cubicBezTo>
                      <a:close/>
                    </a:path>
                  </a:pathLst>
                </a:custGeom>
                <a:noFill/>
                <a:ln w="10275" cap="flat" cmpd="sng">
                  <a:solidFill>
                    <a:srgbClr val="445D73"/>
                  </a:solidFill>
                  <a:prstDash val="solid"/>
                  <a:miter lim="651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10434" name="Google Shape;10434;p62"/>
          <p:cNvGrpSpPr/>
          <p:nvPr/>
        </p:nvGrpSpPr>
        <p:grpSpPr>
          <a:xfrm>
            <a:off x="3928852" y="3064707"/>
            <a:ext cx="550799" cy="1310497"/>
            <a:chOff x="3928852" y="3050537"/>
            <a:chExt cx="550799" cy="1310497"/>
          </a:xfrm>
        </p:grpSpPr>
        <p:sp>
          <p:nvSpPr>
            <p:cNvPr id="10435" name="Google Shape;10435;p62"/>
            <p:cNvSpPr/>
            <p:nvPr/>
          </p:nvSpPr>
          <p:spPr>
            <a:xfrm>
              <a:off x="3977731" y="4311978"/>
              <a:ext cx="453041" cy="49056"/>
            </a:xfrm>
            <a:custGeom>
              <a:avLst/>
              <a:gdLst/>
              <a:ahLst/>
              <a:cxnLst/>
              <a:rect l="l" t="t" r="r" b="b"/>
              <a:pathLst>
                <a:path w="17944" h="1943" extrusionOk="0">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436" name="Google Shape;10436;p62"/>
            <p:cNvGrpSpPr/>
            <p:nvPr/>
          </p:nvGrpSpPr>
          <p:grpSpPr>
            <a:xfrm>
              <a:off x="3928852" y="3050537"/>
              <a:ext cx="550799" cy="1278256"/>
              <a:chOff x="3928852" y="3050537"/>
              <a:chExt cx="550799" cy="1278256"/>
            </a:xfrm>
          </p:grpSpPr>
          <p:sp>
            <p:nvSpPr>
              <p:cNvPr id="10437" name="Google Shape;10437;p62"/>
              <p:cNvSpPr/>
              <p:nvPr/>
            </p:nvSpPr>
            <p:spPr>
              <a:xfrm>
                <a:off x="3928852" y="3050537"/>
                <a:ext cx="550799" cy="1278256"/>
              </a:xfrm>
              <a:custGeom>
                <a:avLst/>
                <a:gdLst/>
                <a:ahLst/>
                <a:cxnLst/>
                <a:rect l="l" t="t" r="r" b="b"/>
                <a:pathLst>
                  <a:path w="21816" h="50629" extrusionOk="0">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438" name="Google Shape;10438;p62"/>
              <p:cNvGrpSpPr/>
              <p:nvPr/>
            </p:nvGrpSpPr>
            <p:grpSpPr>
              <a:xfrm>
                <a:off x="4097202" y="3317252"/>
                <a:ext cx="209832" cy="593417"/>
                <a:chOff x="4097202" y="3317252"/>
                <a:chExt cx="209832" cy="593417"/>
              </a:xfrm>
            </p:grpSpPr>
            <p:grpSp>
              <p:nvGrpSpPr>
                <p:cNvPr id="10439" name="Google Shape;10439;p62"/>
                <p:cNvGrpSpPr/>
                <p:nvPr/>
              </p:nvGrpSpPr>
              <p:grpSpPr>
                <a:xfrm>
                  <a:off x="4155271" y="3317252"/>
                  <a:ext cx="96622" cy="294739"/>
                  <a:chOff x="4155271" y="3317252"/>
                  <a:chExt cx="96622" cy="294739"/>
                </a:xfrm>
              </p:grpSpPr>
              <p:sp>
                <p:nvSpPr>
                  <p:cNvPr id="10440" name="Google Shape;10440;p62"/>
                  <p:cNvSpPr/>
                  <p:nvPr/>
                </p:nvSpPr>
                <p:spPr>
                  <a:xfrm>
                    <a:off x="4191804" y="3350175"/>
                    <a:ext cx="21435" cy="261817"/>
                  </a:xfrm>
                  <a:custGeom>
                    <a:avLst/>
                    <a:gdLst/>
                    <a:ahLst/>
                    <a:cxnLst/>
                    <a:rect l="l" t="t" r="r" b="b"/>
                    <a:pathLst>
                      <a:path w="849" h="10370" extrusionOk="0">
                        <a:moveTo>
                          <a:pt x="1" y="0"/>
                        </a:moveTo>
                        <a:lnTo>
                          <a:pt x="1" y="10370"/>
                        </a:lnTo>
                        <a:lnTo>
                          <a:pt x="848" y="10370"/>
                        </a:lnTo>
                        <a:lnTo>
                          <a:pt x="848" y="0"/>
                        </a:ln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41" name="Google Shape;10441;p62"/>
                  <p:cNvSpPr/>
                  <p:nvPr/>
                </p:nvSpPr>
                <p:spPr>
                  <a:xfrm>
                    <a:off x="4155271" y="3317252"/>
                    <a:ext cx="96622" cy="60089"/>
                  </a:xfrm>
                  <a:custGeom>
                    <a:avLst/>
                    <a:gdLst/>
                    <a:ahLst/>
                    <a:cxnLst/>
                    <a:rect l="l" t="t" r="r" b="b"/>
                    <a:pathLst>
                      <a:path w="3827" h="2380" extrusionOk="0">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0442" name="Google Shape;10442;p62"/>
                <p:cNvSpPr/>
                <p:nvPr/>
              </p:nvSpPr>
              <p:spPr>
                <a:xfrm>
                  <a:off x="4138835" y="3605149"/>
                  <a:ext cx="148455" cy="137346"/>
                </a:xfrm>
                <a:custGeom>
                  <a:avLst/>
                  <a:gdLst/>
                  <a:ahLst/>
                  <a:cxnLst/>
                  <a:rect l="l" t="t" r="r" b="b"/>
                  <a:pathLst>
                    <a:path w="5880" h="5440" extrusionOk="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43" name="Google Shape;10443;p62"/>
                <p:cNvSpPr/>
                <p:nvPr/>
              </p:nvSpPr>
              <p:spPr>
                <a:xfrm>
                  <a:off x="4100005" y="3582275"/>
                  <a:ext cx="167694" cy="101646"/>
                </a:xfrm>
                <a:custGeom>
                  <a:avLst/>
                  <a:gdLst/>
                  <a:ahLst/>
                  <a:cxnLst/>
                  <a:rect l="l" t="t" r="r" b="b"/>
                  <a:pathLst>
                    <a:path w="6642" h="4026" extrusionOk="0">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44" name="Google Shape;10444;p62"/>
                <p:cNvSpPr/>
                <p:nvPr/>
              </p:nvSpPr>
              <p:spPr>
                <a:xfrm>
                  <a:off x="4122046" y="3755473"/>
                  <a:ext cx="151258" cy="124091"/>
                </a:xfrm>
                <a:custGeom>
                  <a:avLst/>
                  <a:gdLst/>
                  <a:ahLst/>
                  <a:cxnLst/>
                  <a:rect l="l" t="t" r="r" b="b"/>
                  <a:pathLst>
                    <a:path w="5991" h="4915" extrusionOk="0">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45" name="Google Shape;10445;p62"/>
                <p:cNvSpPr/>
                <p:nvPr/>
              </p:nvSpPr>
              <p:spPr>
                <a:xfrm>
                  <a:off x="4097202" y="3724545"/>
                  <a:ext cx="209832" cy="186125"/>
                </a:xfrm>
                <a:custGeom>
                  <a:avLst/>
                  <a:gdLst/>
                  <a:ahLst/>
                  <a:cxnLst/>
                  <a:rect l="l" t="t" r="r" b="b"/>
                  <a:pathLst>
                    <a:path w="8311" h="7372" extrusionOk="0">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10446" name="Google Shape;10446;p62"/>
          <p:cNvGrpSpPr/>
          <p:nvPr/>
        </p:nvGrpSpPr>
        <p:grpSpPr>
          <a:xfrm>
            <a:off x="6797170" y="3064707"/>
            <a:ext cx="550623" cy="1310497"/>
            <a:chOff x="6797170" y="3050537"/>
            <a:chExt cx="550623" cy="1310497"/>
          </a:xfrm>
        </p:grpSpPr>
        <p:sp>
          <p:nvSpPr>
            <p:cNvPr id="10447" name="Google Shape;10447;p62"/>
            <p:cNvSpPr/>
            <p:nvPr/>
          </p:nvSpPr>
          <p:spPr>
            <a:xfrm>
              <a:off x="6846049" y="4311978"/>
              <a:ext cx="453041" cy="49056"/>
            </a:xfrm>
            <a:custGeom>
              <a:avLst/>
              <a:gdLst/>
              <a:ahLst/>
              <a:cxnLst/>
              <a:rect l="l" t="t" r="r" b="b"/>
              <a:pathLst>
                <a:path w="17944" h="1943" extrusionOk="0">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448" name="Google Shape;10448;p62"/>
            <p:cNvGrpSpPr/>
            <p:nvPr/>
          </p:nvGrpSpPr>
          <p:grpSpPr>
            <a:xfrm>
              <a:off x="6797170" y="3050537"/>
              <a:ext cx="550623" cy="1278079"/>
              <a:chOff x="6797170" y="3050537"/>
              <a:chExt cx="550623" cy="1278079"/>
            </a:xfrm>
          </p:grpSpPr>
          <p:sp>
            <p:nvSpPr>
              <p:cNvPr id="10449" name="Google Shape;10449;p62"/>
              <p:cNvSpPr/>
              <p:nvPr/>
            </p:nvSpPr>
            <p:spPr>
              <a:xfrm>
                <a:off x="6797170" y="3050537"/>
                <a:ext cx="550623" cy="1278079"/>
              </a:xfrm>
              <a:custGeom>
                <a:avLst/>
                <a:gdLst/>
                <a:ahLst/>
                <a:cxnLst/>
                <a:rect l="l" t="t" r="r" b="b"/>
                <a:pathLst>
                  <a:path w="21809" h="50622" extrusionOk="0">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450" name="Google Shape;10450;p62"/>
              <p:cNvGrpSpPr/>
              <p:nvPr/>
            </p:nvGrpSpPr>
            <p:grpSpPr>
              <a:xfrm>
                <a:off x="6810728" y="3444626"/>
                <a:ext cx="524340" cy="876265"/>
                <a:chOff x="6810728" y="3444626"/>
                <a:chExt cx="524340" cy="876265"/>
              </a:xfrm>
            </p:grpSpPr>
            <p:sp>
              <p:nvSpPr>
                <p:cNvPr id="10451" name="Google Shape;10451;p62"/>
                <p:cNvSpPr/>
                <p:nvPr/>
              </p:nvSpPr>
              <p:spPr>
                <a:xfrm>
                  <a:off x="6952997" y="3487572"/>
                  <a:ext cx="235988" cy="25702"/>
                </a:xfrm>
                <a:custGeom>
                  <a:avLst/>
                  <a:gdLst/>
                  <a:ahLst/>
                  <a:cxnLst/>
                  <a:rect l="l" t="t" r="r" b="b"/>
                  <a:pathLst>
                    <a:path w="9347" h="1018" extrusionOk="0">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52" name="Google Shape;10452;p62"/>
                <p:cNvSpPr/>
                <p:nvPr/>
              </p:nvSpPr>
              <p:spPr>
                <a:xfrm>
                  <a:off x="7038738" y="3444626"/>
                  <a:ext cx="64356" cy="25702"/>
                </a:xfrm>
                <a:custGeom>
                  <a:avLst/>
                  <a:gdLst/>
                  <a:ahLst/>
                  <a:cxnLst/>
                  <a:rect l="l" t="t" r="r" b="b"/>
                  <a:pathLst>
                    <a:path w="2549" h="1018" extrusionOk="0">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53" name="Google Shape;10453;p62"/>
                <p:cNvSpPr/>
                <p:nvPr/>
              </p:nvSpPr>
              <p:spPr>
                <a:xfrm>
                  <a:off x="7038738" y="3787891"/>
                  <a:ext cx="64356" cy="25853"/>
                </a:xfrm>
                <a:custGeom>
                  <a:avLst/>
                  <a:gdLst/>
                  <a:ahLst/>
                  <a:cxnLst/>
                  <a:rect l="l" t="t" r="r" b="b"/>
                  <a:pathLst>
                    <a:path w="2549" h="1024" extrusionOk="0">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54" name="Google Shape;10454;p62"/>
                <p:cNvSpPr/>
                <p:nvPr/>
              </p:nvSpPr>
              <p:spPr>
                <a:xfrm>
                  <a:off x="7038738" y="3744945"/>
                  <a:ext cx="64356" cy="25853"/>
                </a:xfrm>
                <a:custGeom>
                  <a:avLst/>
                  <a:gdLst/>
                  <a:ahLst/>
                  <a:cxnLst/>
                  <a:rect l="l" t="t" r="r" b="b"/>
                  <a:pathLst>
                    <a:path w="2549" h="1024" extrusionOk="0">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55" name="Google Shape;10455;p62"/>
                <p:cNvSpPr/>
                <p:nvPr/>
              </p:nvSpPr>
              <p:spPr>
                <a:xfrm>
                  <a:off x="7038738" y="3706417"/>
                  <a:ext cx="64356" cy="25702"/>
                </a:xfrm>
                <a:custGeom>
                  <a:avLst/>
                  <a:gdLst/>
                  <a:ahLst/>
                  <a:cxnLst/>
                  <a:rect l="l" t="t" r="r" b="b"/>
                  <a:pathLst>
                    <a:path w="2549" h="1018" extrusionOk="0">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56" name="Google Shape;10456;p62"/>
                <p:cNvSpPr/>
                <p:nvPr/>
              </p:nvSpPr>
              <p:spPr>
                <a:xfrm>
                  <a:off x="7051563" y="3491864"/>
                  <a:ext cx="34412" cy="193042"/>
                </a:xfrm>
                <a:custGeom>
                  <a:avLst/>
                  <a:gdLst/>
                  <a:ahLst/>
                  <a:cxnLst/>
                  <a:rect l="l" t="t" r="r" b="b"/>
                  <a:pathLst>
                    <a:path w="1363" h="7646" extrusionOk="0">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57" name="Google Shape;10457;p62"/>
                <p:cNvSpPr/>
                <p:nvPr/>
              </p:nvSpPr>
              <p:spPr>
                <a:xfrm>
                  <a:off x="7055351" y="3540945"/>
                  <a:ext cx="106166" cy="44915"/>
                </a:xfrm>
                <a:custGeom>
                  <a:avLst/>
                  <a:gdLst/>
                  <a:ahLst/>
                  <a:cxnLst/>
                  <a:rect l="l" t="t" r="r" b="b"/>
                  <a:pathLst>
                    <a:path w="4205" h="1779" extrusionOk="0">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58" name="Google Shape;10458;p62"/>
                <p:cNvSpPr/>
                <p:nvPr/>
              </p:nvSpPr>
              <p:spPr>
                <a:xfrm>
                  <a:off x="7046792" y="3596717"/>
                  <a:ext cx="118335" cy="44739"/>
                </a:xfrm>
                <a:custGeom>
                  <a:avLst/>
                  <a:gdLst/>
                  <a:ahLst/>
                  <a:cxnLst/>
                  <a:rect l="l" t="t" r="r" b="b"/>
                  <a:pathLst>
                    <a:path w="4687" h="1772" extrusionOk="0">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59" name="Google Shape;10459;p62"/>
                <p:cNvSpPr/>
                <p:nvPr/>
              </p:nvSpPr>
              <p:spPr>
                <a:xfrm>
                  <a:off x="6983118" y="3540768"/>
                  <a:ext cx="99576" cy="44739"/>
                </a:xfrm>
                <a:custGeom>
                  <a:avLst/>
                  <a:gdLst/>
                  <a:ahLst/>
                  <a:cxnLst/>
                  <a:rect l="l" t="t" r="r" b="b"/>
                  <a:pathLst>
                    <a:path w="3944" h="1772" extrusionOk="0">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60" name="Google Shape;10460;p62"/>
                <p:cNvSpPr/>
                <p:nvPr/>
              </p:nvSpPr>
              <p:spPr>
                <a:xfrm>
                  <a:off x="7054871" y="3655619"/>
                  <a:ext cx="106645" cy="45244"/>
                </a:xfrm>
                <a:custGeom>
                  <a:avLst/>
                  <a:gdLst/>
                  <a:ahLst/>
                  <a:cxnLst/>
                  <a:rect l="l" t="t" r="r" b="b"/>
                  <a:pathLst>
                    <a:path w="4224" h="1792" extrusionOk="0">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61" name="Google Shape;10461;p62"/>
                <p:cNvSpPr/>
                <p:nvPr/>
              </p:nvSpPr>
              <p:spPr>
                <a:xfrm>
                  <a:off x="6983118" y="3655619"/>
                  <a:ext cx="99576" cy="44739"/>
                </a:xfrm>
                <a:custGeom>
                  <a:avLst/>
                  <a:gdLst/>
                  <a:ahLst/>
                  <a:cxnLst/>
                  <a:rect l="l" t="t" r="r" b="b"/>
                  <a:pathLst>
                    <a:path w="3944" h="1772" extrusionOk="0">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62" name="Google Shape;10462;p62"/>
                <p:cNvSpPr/>
                <p:nvPr/>
              </p:nvSpPr>
              <p:spPr>
                <a:xfrm>
                  <a:off x="6973725" y="3596464"/>
                  <a:ext cx="117527" cy="44335"/>
                </a:xfrm>
                <a:custGeom>
                  <a:avLst/>
                  <a:gdLst/>
                  <a:ahLst/>
                  <a:cxnLst/>
                  <a:rect l="l" t="t" r="r" b="b"/>
                  <a:pathLst>
                    <a:path w="4655" h="1756" extrusionOk="0">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63" name="Google Shape;10463;p62"/>
                <p:cNvSpPr/>
                <p:nvPr/>
              </p:nvSpPr>
              <p:spPr>
                <a:xfrm>
                  <a:off x="7118368" y="3906680"/>
                  <a:ext cx="38881" cy="118007"/>
                </a:xfrm>
                <a:custGeom>
                  <a:avLst/>
                  <a:gdLst/>
                  <a:ahLst/>
                  <a:cxnLst/>
                  <a:rect l="l" t="t" r="r" b="b"/>
                  <a:pathLst>
                    <a:path w="1540" h="4674" extrusionOk="0">
                      <a:moveTo>
                        <a:pt x="1018" y="1"/>
                      </a:moveTo>
                      <a:lnTo>
                        <a:pt x="1" y="118"/>
                      </a:lnTo>
                      <a:lnTo>
                        <a:pt x="529" y="4674"/>
                      </a:lnTo>
                      <a:lnTo>
                        <a:pt x="1539" y="4557"/>
                      </a:lnTo>
                      <a:lnTo>
                        <a:pt x="10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64" name="Google Shape;10464;p62"/>
                <p:cNvSpPr/>
                <p:nvPr/>
              </p:nvSpPr>
              <p:spPr>
                <a:xfrm>
                  <a:off x="7122332" y="3882695"/>
                  <a:ext cx="43830" cy="37063"/>
                </a:xfrm>
                <a:custGeom>
                  <a:avLst/>
                  <a:gdLst/>
                  <a:ahLst/>
                  <a:cxnLst/>
                  <a:rect l="l" t="t" r="r" b="b"/>
                  <a:pathLst>
                    <a:path w="1736" h="1468" extrusionOk="0">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65" name="Google Shape;10465;p62"/>
                <p:cNvSpPr/>
                <p:nvPr/>
              </p:nvSpPr>
              <p:spPr>
                <a:xfrm>
                  <a:off x="7096656" y="3885674"/>
                  <a:ext cx="43981" cy="37013"/>
                </a:xfrm>
                <a:custGeom>
                  <a:avLst/>
                  <a:gdLst/>
                  <a:ahLst/>
                  <a:cxnLst/>
                  <a:rect l="l" t="t" r="r" b="b"/>
                  <a:pathLst>
                    <a:path w="1742" h="1466" extrusionOk="0">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66" name="Google Shape;10466;p62"/>
                <p:cNvSpPr/>
                <p:nvPr/>
              </p:nvSpPr>
              <p:spPr>
                <a:xfrm>
                  <a:off x="7135991" y="4002015"/>
                  <a:ext cx="43855" cy="37063"/>
                </a:xfrm>
                <a:custGeom>
                  <a:avLst/>
                  <a:gdLst/>
                  <a:ahLst/>
                  <a:cxnLst/>
                  <a:rect l="l" t="t" r="r" b="b"/>
                  <a:pathLst>
                    <a:path w="1737" h="1468" extrusionOk="0">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67" name="Google Shape;10467;p62"/>
                <p:cNvSpPr/>
                <p:nvPr/>
              </p:nvSpPr>
              <p:spPr>
                <a:xfrm>
                  <a:off x="7110314" y="4004969"/>
                  <a:ext cx="43981" cy="37063"/>
                </a:xfrm>
                <a:custGeom>
                  <a:avLst/>
                  <a:gdLst/>
                  <a:ahLst/>
                  <a:cxnLst/>
                  <a:rect l="l" t="t" r="r" b="b"/>
                  <a:pathLst>
                    <a:path w="1742" h="1468" extrusionOk="0">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68" name="Google Shape;10468;p62"/>
                <p:cNvSpPr/>
                <p:nvPr/>
              </p:nvSpPr>
              <p:spPr>
                <a:xfrm>
                  <a:off x="7129906" y="4152515"/>
                  <a:ext cx="21890" cy="99753"/>
                </a:xfrm>
                <a:custGeom>
                  <a:avLst/>
                  <a:gdLst/>
                  <a:ahLst/>
                  <a:cxnLst/>
                  <a:rect l="l" t="t" r="r" b="b"/>
                  <a:pathLst>
                    <a:path w="867" h="3951" extrusionOk="0">
                      <a:moveTo>
                        <a:pt x="78" y="1"/>
                      </a:moveTo>
                      <a:lnTo>
                        <a:pt x="0" y="3938"/>
                      </a:lnTo>
                      <a:lnTo>
                        <a:pt x="789" y="3951"/>
                      </a:lnTo>
                      <a:lnTo>
                        <a:pt x="867" y="21"/>
                      </a:lnTo>
                      <a:lnTo>
                        <a:pt x="7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69" name="Google Shape;10469;p62"/>
                <p:cNvSpPr/>
                <p:nvPr/>
              </p:nvSpPr>
              <p:spPr>
                <a:xfrm>
                  <a:off x="7140207" y="4137543"/>
                  <a:ext cx="36129" cy="30953"/>
                </a:xfrm>
                <a:custGeom>
                  <a:avLst/>
                  <a:gdLst/>
                  <a:ahLst/>
                  <a:cxnLst/>
                  <a:rect l="l" t="t" r="r" b="b"/>
                  <a:pathLst>
                    <a:path w="1431" h="1226" extrusionOk="0">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70" name="Google Shape;10470;p62"/>
                <p:cNvSpPr/>
                <p:nvPr/>
              </p:nvSpPr>
              <p:spPr>
                <a:xfrm>
                  <a:off x="7118924" y="4137215"/>
                  <a:ext cx="36180" cy="30802"/>
                </a:xfrm>
                <a:custGeom>
                  <a:avLst/>
                  <a:gdLst/>
                  <a:ahLst/>
                  <a:cxnLst/>
                  <a:rect l="l" t="t" r="r" b="b"/>
                  <a:pathLst>
                    <a:path w="1433" h="1220" extrusionOk="0">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71" name="Google Shape;10471;p62"/>
                <p:cNvSpPr/>
                <p:nvPr/>
              </p:nvSpPr>
              <p:spPr>
                <a:xfrm>
                  <a:off x="7138238" y="4237271"/>
                  <a:ext cx="36281" cy="30852"/>
                </a:xfrm>
                <a:custGeom>
                  <a:avLst/>
                  <a:gdLst/>
                  <a:ahLst/>
                  <a:cxnLst/>
                  <a:rect l="l" t="t" r="r" b="b"/>
                  <a:pathLst>
                    <a:path w="1437" h="1222" extrusionOk="0">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72" name="Google Shape;10472;p62"/>
                <p:cNvSpPr/>
                <p:nvPr/>
              </p:nvSpPr>
              <p:spPr>
                <a:xfrm>
                  <a:off x="7116828" y="4236766"/>
                  <a:ext cx="36306" cy="30878"/>
                </a:xfrm>
                <a:custGeom>
                  <a:avLst/>
                  <a:gdLst/>
                  <a:ahLst/>
                  <a:cxnLst/>
                  <a:rect l="l" t="t" r="r" b="b"/>
                  <a:pathLst>
                    <a:path w="1438" h="1223" extrusionOk="0">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73" name="Google Shape;10473;p62"/>
                <p:cNvSpPr/>
                <p:nvPr/>
              </p:nvSpPr>
              <p:spPr>
                <a:xfrm>
                  <a:off x="7245742" y="3712350"/>
                  <a:ext cx="54004" cy="108640"/>
                </a:xfrm>
                <a:custGeom>
                  <a:avLst/>
                  <a:gdLst/>
                  <a:ahLst/>
                  <a:cxnLst/>
                  <a:rect l="l" t="t" r="r" b="b"/>
                  <a:pathLst>
                    <a:path w="2139" h="4303" extrusionOk="0">
                      <a:moveTo>
                        <a:pt x="893" y="1"/>
                      </a:moveTo>
                      <a:lnTo>
                        <a:pt x="0" y="274"/>
                      </a:lnTo>
                      <a:lnTo>
                        <a:pt x="1245" y="4302"/>
                      </a:lnTo>
                      <a:lnTo>
                        <a:pt x="2138" y="4028"/>
                      </a:lnTo>
                      <a:lnTo>
                        <a:pt x="89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74" name="Google Shape;10474;p62"/>
                <p:cNvSpPr/>
                <p:nvPr/>
              </p:nvSpPr>
              <p:spPr>
                <a:xfrm>
                  <a:off x="7246398" y="3690183"/>
                  <a:ext cx="40472" cy="34185"/>
                </a:xfrm>
                <a:custGeom>
                  <a:avLst/>
                  <a:gdLst/>
                  <a:ahLst/>
                  <a:cxnLst/>
                  <a:rect l="l" t="t" r="r" b="b"/>
                  <a:pathLst>
                    <a:path w="1603" h="1354" extrusionOk="0">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75" name="Google Shape;10475;p62"/>
                <p:cNvSpPr/>
                <p:nvPr/>
              </p:nvSpPr>
              <p:spPr>
                <a:xfrm>
                  <a:off x="7223852" y="3697202"/>
                  <a:ext cx="40446" cy="34185"/>
                </a:xfrm>
                <a:custGeom>
                  <a:avLst/>
                  <a:gdLst/>
                  <a:ahLst/>
                  <a:cxnLst/>
                  <a:rect l="l" t="t" r="r" b="b"/>
                  <a:pathLst>
                    <a:path w="1602" h="1354" extrusionOk="0">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76" name="Google Shape;10476;p62"/>
                <p:cNvSpPr/>
                <p:nvPr/>
              </p:nvSpPr>
              <p:spPr>
                <a:xfrm>
                  <a:off x="7278993" y="3795642"/>
                  <a:ext cx="40598" cy="34261"/>
                </a:xfrm>
                <a:custGeom>
                  <a:avLst/>
                  <a:gdLst/>
                  <a:ahLst/>
                  <a:cxnLst/>
                  <a:rect l="l" t="t" r="r" b="b"/>
                  <a:pathLst>
                    <a:path w="1608" h="1357" extrusionOk="0">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77" name="Google Shape;10477;p62"/>
                <p:cNvSpPr/>
                <p:nvPr/>
              </p:nvSpPr>
              <p:spPr>
                <a:xfrm>
                  <a:off x="7256447" y="3802686"/>
                  <a:ext cx="40446" cy="34210"/>
                </a:xfrm>
                <a:custGeom>
                  <a:avLst/>
                  <a:gdLst/>
                  <a:ahLst/>
                  <a:cxnLst/>
                  <a:rect l="l" t="t" r="r" b="b"/>
                  <a:pathLst>
                    <a:path w="1602" h="1355" extrusionOk="0">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78" name="Google Shape;10478;p62"/>
                <p:cNvSpPr/>
                <p:nvPr/>
              </p:nvSpPr>
              <p:spPr>
                <a:xfrm>
                  <a:off x="7200498" y="3542207"/>
                  <a:ext cx="55469" cy="114220"/>
                </a:xfrm>
                <a:custGeom>
                  <a:avLst/>
                  <a:gdLst/>
                  <a:ahLst/>
                  <a:cxnLst/>
                  <a:rect l="l" t="t" r="r" b="b"/>
                  <a:pathLst>
                    <a:path w="2197" h="4524" extrusionOk="0">
                      <a:moveTo>
                        <a:pt x="945" y="0"/>
                      </a:moveTo>
                      <a:lnTo>
                        <a:pt x="0" y="281"/>
                      </a:lnTo>
                      <a:lnTo>
                        <a:pt x="1252" y="4524"/>
                      </a:lnTo>
                      <a:lnTo>
                        <a:pt x="2197" y="4243"/>
                      </a:lnTo>
                      <a:lnTo>
                        <a:pt x="94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79" name="Google Shape;10479;p62"/>
                <p:cNvSpPr/>
                <p:nvPr/>
              </p:nvSpPr>
              <p:spPr>
                <a:xfrm>
                  <a:off x="7201483" y="3519409"/>
                  <a:ext cx="42567" cy="35877"/>
                </a:xfrm>
                <a:custGeom>
                  <a:avLst/>
                  <a:gdLst/>
                  <a:ahLst/>
                  <a:cxnLst/>
                  <a:rect l="l" t="t" r="r" b="b"/>
                  <a:pathLst>
                    <a:path w="1686" h="1421" extrusionOk="0">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80" name="Google Shape;10480;p62"/>
                <p:cNvSpPr/>
                <p:nvPr/>
              </p:nvSpPr>
              <p:spPr>
                <a:xfrm>
                  <a:off x="7177776" y="3526428"/>
                  <a:ext cx="42416" cy="35927"/>
                </a:xfrm>
                <a:custGeom>
                  <a:avLst/>
                  <a:gdLst/>
                  <a:ahLst/>
                  <a:cxnLst/>
                  <a:rect l="l" t="t" r="r" b="b"/>
                  <a:pathLst>
                    <a:path w="1680" h="1423" extrusionOk="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81" name="Google Shape;10481;p62"/>
                <p:cNvSpPr/>
                <p:nvPr/>
              </p:nvSpPr>
              <p:spPr>
                <a:xfrm>
                  <a:off x="7234229" y="3630473"/>
                  <a:ext cx="42441" cy="35902"/>
                </a:xfrm>
                <a:custGeom>
                  <a:avLst/>
                  <a:gdLst/>
                  <a:ahLst/>
                  <a:cxnLst/>
                  <a:rect l="l" t="t" r="r" b="b"/>
                  <a:pathLst>
                    <a:path w="1681" h="1422" extrusionOk="0">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82" name="Google Shape;10482;p62"/>
                <p:cNvSpPr/>
                <p:nvPr/>
              </p:nvSpPr>
              <p:spPr>
                <a:xfrm>
                  <a:off x="7210370" y="3637517"/>
                  <a:ext cx="42391" cy="35826"/>
                </a:xfrm>
                <a:custGeom>
                  <a:avLst/>
                  <a:gdLst/>
                  <a:ahLst/>
                  <a:cxnLst/>
                  <a:rect l="l" t="t" r="r" b="b"/>
                  <a:pathLst>
                    <a:path w="1679" h="1419" extrusionOk="0">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83" name="Google Shape;10483;p62"/>
                <p:cNvSpPr/>
                <p:nvPr/>
              </p:nvSpPr>
              <p:spPr>
                <a:xfrm>
                  <a:off x="7278993" y="3842021"/>
                  <a:ext cx="47415" cy="37543"/>
                </a:xfrm>
                <a:custGeom>
                  <a:avLst/>
                  <a:gdLst/>
                  <a:ahLst/>
                  <a:cxnLst/>
                  <a:rect l="l" t="t" r="r" b="b"/>
                  <a:pathLst>
                    <a:path w="1878" h="1487" extrusionOk="0">
                      <a:moveTo>
                        <a:pt x="1030" y="0"/>
                      </a:moveTo>
                      <a:cubicBezTo>
                        <a:pt x="0" y="0"/>
                        <a:pt x="0" y="1486"/>
                        <a:pt x="1030" y="1486"/>
                      </a:cubicBezTo>
                      <a:cubicBezTo>
                        <a:pt x="1877" y="1486"/>
                        <a:pt x="1877" y="0"/>
                        <a:pt x="10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84" name="Google Shape;10484;p62"/>
                <p:cNvSpPr/>
                <p:nvPr/>
              </p:nvSpPr>
              <p:spPr>
                <a:xfrm>
                  <a:off x="7315829" y="3883074"/>
                  <a:ext cx="19239" cy="30045"/>
                </a:xfrm>
                <a:custGeom>
                  <a:avLst/>
                  <a:gdLst/>
                  <a:ahLst/>
                  <a:cxnLst/>
                  <a:rect l="l" t="t" r="r" b="b"/>
                  <a:pathLst>
                    <a:path w="762" h="1190" extrusionOk="0">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85" name="Google Shape;10485;p62"/>
                <p:cNvSpPr/>
                <p:nvPr/>
              </p:nvSpPr>
              <p:spPr>
                <a:xfrm>
                  <a:off x="7286719" y="3892920"/>
                  <a:ext cx="23379" cy="28479"/>
                </a:xfrm>
                <a:custGeom>
                  <a:avLst/>
                  <a:gdLst/>
                  <a:ahLst/>
                  <a:cxnLst/>
                  <a:rect l="l" t="t" r="r" b="b"/>
                  <a:pathLst>
                    <a:path w="926" h="1128" extrusionOk="0">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86" name="Google Shape;10486;p62"/>
                <p:cNvSpPr/>
                <p:nvPr/>
              </p:nvSpPr>
              <p:spPr>
                <a:xfrm>
                  <a:off x="7107512" y="4057585"/>
                  <a:ext cx="64381" cy="52843"/>
                </a:xfrm>
                <a:custGeom>
                  <a:avLst/>
                  <a:gdLst/>
                  <a:ahLst/>
                  <a:cxnLst/>
                  <a:rect l="l" t="t" r="r" b="b"/>
                  <a:pathLst>
                    <a:path w="2550" h="2093" extrusionOk="0">
                      <a:moveTo>
                        <a:pt x="1356" y="0"/>
                      </a:moveTo>
                      <a:cubicBezTo>
                        <a:pt x="1" y="0"/>
                        <a:pt x="1" y="2092"/>
                        <a:pt x="1356" y="2092"/>
                      </a:cubicBezTo>
                      <a:cubicBezTo>
                        <a:pt x="2549" y="2092"/>
                        <a:pt x="2549" y="0"/>
                        <a:pt x="13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87" name="Google Shape;10487;p62"/>
                <p:cNvSpPr/>
                <p:nvPr/>
              </p:nvSpPr>
              <p:spPr>
                <a:xfrm>
                  <a:off x="7116071" y="4284837"/>
                  <a:ext cx="47087" cy="36053"/>
                </a:xfrm>
                <a:custGeom>
                  <a:avLst/>
                  <a:gdLst/>
                  <a:ahLst/>
                  <a:cxnLst/>
                  <a:rect l="l" t="t" r="r" b="b"/>
                  <a:pathLst>
                    <a:path w="1865" h="1428" extrusionOk="0">
                      <a:moveTo>
                        <a:pt x="1017" y="0"/>
                      </a:moveTo>
                      <a:cubicBezTo>
                        <a:pt x="1" y="0"/>
                        <a:pt x="1" y="1427"/>
                        <a:pt x="1017" y="1427"/>
                      </a:cubicBezTo>
                      <a:cubicBezTo>
                        <a:pt x="1865" y="1427"/>
                        <a:pt x="1865" y="0"/>
                        <a:pt x="10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88" name="Google Shape;10488;p62"/>
                <p:cNvSpPr/>
                <p:nvPr/>
              </p:nvSpPr>
              <p:spPr>
                <a:xfrm>
                  <a:off x="7161819" y="4293598"/>
                  <a:ext cx="52767" cy="24010"/>
                </a:xfrm>
                <a:custGeom>
                  <a:avLst/>
                  <a:gdLst/>
                  <a:ahLst/>
                  <a:cxnLst/>
                  <a:rect l="l" t="t" r="r" b="b"/>
                  <a:pathLst>
                    <a:path w="2090" h="951" extrusionOk="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89" name="Google Shape;10489;p62"/>
                <p:cNvSpPr/>
                <p:nvPr/>
              </p:nvSpPr>
              <p:spPr>
                <a:xfrm>
                  <a:off x="6988394" y="3906857"/>
                  <a:ext cx="38856" cy="118007"/>
                </a:xfrm>
                <a:custGeom>
                  <a:avLst/>
                  <a:gdLst/>
                  <a:ahLst/>
                  <a:cxnLst/>
                  <a:rect l="l" t="t" r="r" b="b"/>
                  <a:pathLst>
                    <a:path w="1539" h="4674" extrusionOk="0">
                      <a:moveTo>
                        <a:pt x="528" y="0"/>
                      </a:moveTo>
                      <a:lnTo>
                        <a:pt x="0" y="4556"/>
                      </a:lnTo>
                      <a:lnTo>
                        <a:pt x="1017" y="4673"/>
                      </a:lnTo>
                      <a:lnTo>
                        <a:pt x="1538" y="111"/>
                      </a:lnTo>
                      <a:lnTo>
                        <a:pt x="52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90" name="Google Shape;10490;p62"/>
                <p:cNvSpPr/>
                <p:nvPr/>
              </p:nvSpPr>
              <p:spPr>
                <a:xfrm>
                  <a:off x="6979482" y="3882695"/>
                  <a:ext cx="43981" cy="37063"/>
                </a:xfrm>
                <a:custGeom>
                  <a:avLst/>
                  <a:gdLst/>
                  <a:ahLst/>
                  <a:cxnLst/>
                  <a:rect l="l" t="t" r="r" b="b"/>
                  <a:pathLst>
                    <a:path w="1742" h="1468" extrusionOk="0">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91" name="Google Shape;10491;p62"/>
                <p:cNvSpPr/>
                <p:nvPr/>
              </p:nvSpPr>
              <p:spPr>
                <a:xfrm>
                  <a:off x="7005133" y="3885674"/>
                  <a:ext cx="43830" cy="37013"/>
                </a:xfrm>
                <a:custGeom>
                  <a:avLst/>
                  <a:gdLst/>
                  <a:ahLst/>
                  <a:cxnLst/>
                  <a:rect l="l" t="t" r="r" b="b"/>
                  <a:pathLst>
                    <a:path w="1736" h="1466" extrusionOk="0">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92" name="Google Shape;10492;p62"/>
                <p:cNvSpPr/>
                <p:nvPr/>
              </p:nvSpPr>
              <p:spPr>
                <a:xfrm>
                  <a:off x="6965772" y="4002015"/>
                  <a:ext cx="43855" cy="37063"/>
                </a:xfrm>
                <a:custGeom>
                  <a:avLst/>
                  <a:gdLst/>
                  <a:ahLst/>
                  <a:cxnLst/>
                  <a:rect l="l" t="t" r="r" b="b"/>
                  <a:pathLst>
                    <a:path w="1737" h="1468" extrusionOk="0">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93" name="Google Shape;10493;p62"/>
                <p:cNvSpPr/>
                <p:nvPr/>
              </p:nvSpPr>
              <p:spPr>
                <a:xfrm>
                  <a:off x="6991323" y="4004969"/>
                  <a:ext cx="43981" cy="37063"/>
                </a:xfrm>
                <a:custGeom>
                  <a:avLst/>
                  <a:gdLst/>
                  <a:ahLst/>
                  <a:cxnLst/>
                  <a:rect l="l" t="t" r="r" b="b"/>
                  <a:pathLst>
                    <a:path w="1742" h="1468" extrusionOk="0">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94" name="Google Shape;10494;p62"/>
                <p:cNvSpPr/>
                <p:nvPr/>
              </p:nvSpPr>
              <p:spPr>
                <a:xfrm>
                  <a:off x="6990187" y="4156151"/>
                  <a:ext cx="21915" cy="99728"/>
                </a:xfrm>
                <a:custGeom>
                  <a:avLst/>
                  <a:gdLst/>
                  <a:ahLst/>
                  <a:cxnLst/>
                  <a:rect l="l" t="t" r="r" b="b"/>
                  <a:pathLst>
                    <a:path w="868" h="3950" extrusionOk="0">
                      <a:moveTo>
                        <a:pt x="783" y="0"/>
                      </a:moveTo>
                      <a:lnTo>
                        <a:pt x="1" y="20"/>
                      </a:lnTo>
                      <a:lnTo>
                        <a:pt x="79" y="3950"/>
                      </a:lnTo>
                      <a:lnTo>
                        <a:pt x="868" y="3937"/>
                      </a:lnTo>
                      <a:lnTo>
                        <a:pt x="7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95" name="Google Shape;10495;p62"/>
                <p:cNvSpPr/>
                <p:nvPr/>
              </p:nvSpPr>
              <p:spPr>
                <a:xfrm>
                  <a:off x="6969130" y="4137543"/>
                  <a:ext cx="36281" cy="30953"/>
                </a:xfrm>
                <a:custGeom>
                  <a:avLst/>
                  <a:gdLst/>
                  <a:ahLst/>
                  <a:cxnLst/>
                  <a:rect l="l" t="t" r="r" b="b"/>
                  <a:pathLst>
                    <a:path w="1437" h="1226" extrusionOk="0">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96" name="Google Shape;10496;p62"/>
                <p:cNvSpPr/>
                <p:nvPr/>
              </p:nvSpPr>
              <p:spPr>
                <a:xfrm>
                  <a:off x="6990515" y="4137215"/>
                  <a:ext cx="36306" cy="30878"/>
                </a:xfrm>
                <a:custGeom>
                  <a:avLst/>
                  <a:gdLst/>
                  <a:ahLst/>
                  <a:cxnLst/>
                  <a:rect l="l" t="t" r="r" b="b"/>
                  <a:pathLst>
                    <a:path w="1438" h="1223" extrusionOk="0">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97" name="Google Shape;10497;p62"/>
                <p:cNvSpPr/>
                <p:nvPr/>
              </p:nvSpPr>
              <p:spPr>
                <a:xfrm>
                  <a:off x="6971276" y="4237271"/>
                  <a:ext cx="36154" cy="30852"/>
                </a:xfrm>
                <a:custGeom>
                  <a:avLst/>
                  <a:gdLst/>
                  <a:ahLst/>
                  <a:cxnLst/>
                  <a:rect l="l" t="t" r="r" b="b"/>
                  <a:pathLst>
                    <a:path w="1432" h="1222" extrusionOk="0">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98" name="Google Shape;10498;p62"/>
                <p:cNvSpPr/>
                <p:nvPr/>
              </p:nvSpPr>
              <p:spPr>
                <a:xfrm>
                  <a:off x="6992661" y="4236766"/>
                  <a:ext cx="36180" cy="30878"/>
                </a:xfrm>
                <a:custGeom>
                  <a:avLst/>
                  <a:gdLst/>
                  <a:ahLst/>
                  <a:cxnLst/>
                  <a:rect l="l" t="t" r="r" b="b"/>
                  <a:pathLst>
                    <a:path w="1433" h="1223" extrusionOk="0">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499" name="Google Shape;10499;p62"/>
                <p:cNvSpPr/>
                <p:nvPr/>
              </p:nvSpPr>
              <p:spPr>
                <a:xfrm>
                  <a:off x="6845544" y="3711694"/>
                  <a:ext cx="54181" cy="108791"/>
                </a:xfrm>
                <a:custGeom>
                  <a:avLst/>
                  <a:gdLst/>
                  <a:ahLst/>
                  <a:cxnLst/>
                  <a:rect l="l" t="t" r="r" b="b"/>
                  <a:pathLst>
                    <a:path w="2146" h="4309" extrusionOk="0">
                      <a:moveTo>
                        <a:pt x="1246" y="0"/>
                      </a:moveTo>
                      <a:lnTo>
                        <a:pt x="1" y="4028"/>
                      </a:lnTo>
                      <a:lnTo>
                        <a:pt x="894" y="4309"/>
                      </a:lnTo>
                      <a:lnTo>
                        <a:pt x="2145" y="274"/>
                      </a:lnTo>
                      <a:lnTo>
                        <a:pt x="124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00" name="Google Shape;10500;p62"/>
                <p:cNvSpPr/>
                <p:nvPr/>
              </p:nvSpPr>
              <p:spPr>
                <a:xfrm>
                  <a:off x="6858748" y="3690183"/>
                  <a:ext cx="40472" cy="34185"/>
                </a:xfrm>
                <a:custGeom>
                  <a:avLst/>
                  <a:gdLst/>
                  <a:ahLst/>
                  <a:cxnLst/>
                  <a:rect l="l" t="t" r="r" b="b"/>
                  <a:pathLst>
                    <a:path w="1603" h="1354" extrusionOk="0">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01" name="Google Shape;10501;p62"/>
                <p:cNvSpPr/>
                <p:nvPr/>
              </p:nvSpPr>
              <p:spPr>
                <a:xfrm>
                  <a:off x="6881345" y="3697202"/>
                  <a:ext cx="40573" cy="34185"/>
                </a:xfrm>
                <a:custGeom>
                  <a:avLst/>
                  <a:gdLst/>
                  <a:ahLst/>
                  <a:cxnLst/>
                  <a:rect l="l" t="t" r="r" b="b"/>
                  <a:pathLst>
                    <a:path w="1607" h="1354" extrusionOk="0">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02" name="Google Shape;10502;p62"/>
                <p:cNvSpPr/>
                <p:nvPr/>
              </p:nvSpPr>
              <p:spPr>
                <a:xfrm>
                  <a:off x="6826154" y="3795642"/>
                  <a:ext cx="40472" cy="34311"/>
                </a:xfrm>
                <a:custGeom>
                  <a:avLst/>
                  <a:gdLst/>
                  <a:ahLst/>
                  <a:cxnLst/>
                  <a:rect l="l" t="t" r="r" b="b"/>
                  <a:pathLst>
                    <a:path w="1603" h="1359" extrusionOk="0">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03" name="Google Shape;10503;p62"/>
                <p:cNvSpPr/>
                <p:nvPr/>
              </p:nvSpPr>
              <p:spPr>
                <a:xfrm>
                  <a:off x="6848725" y="3802686"/>
                  <a:ext cx="40446" cy="34210"/>
                </a:xfrm>
                <a:custGeom>
                  <a:avLst/>
                  <a:gdLst/>
                  <a:ahLst/>
                  <a:cxnLst/>
                  <a:rect l="l" t="t" r="r" b="b"/>
                  <a:pathLst>
                    <a:path w="1602" h="1355" extrusionOk="0">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04" name="Google Shape;10504;p62"/>
                <p:cNvSpPr/>
                <p:nvPr/>
              </p:nvSpPr>
              <p:spPr>
                <a:xfrm>
                  <a:off x="6889803" y="3542207"/>
                  <a:ext cx="55317" cy="114220"/>
                </a:xfrm>
                <a:custGeom>
                  <a:avLst/>
                  <a:gdLst/>
                  <a:ahLst/>
                  <a:cxnLst/>
                  <a:rect l="l" t="t" r="r" b="b"/>
                  <a:pathLst>
                    <a:path w="2191" h="4524" extrusionOk="0">
                      <a:moveTo>
                        <a:pt x="1246" y="0"/>
                      </a:moveTo>
                      <a:lnTo>
                        <a:pt x="1" y="4243"/>
                      </a:lnTo>
                      <a:lnTo>
                        <a:pt x="940" y="4524"/>
                      </a:lnTo>
                      <a:lnTo>
                        <a:pt x="2191" y="281"/>
                      </a:lnTo>
                      <a:lnTo>
                        <a:pt x="124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05" name="Google Shape;10505;p62"/>
                <p:cNvSpPr/>
                <p:nvPr/>
              </p:nvSpPr>
              <p:spPr>
                <a:xfrm>
                  <a:off x="6901593" y="3519358"/>
                  <a:ext cx="42542" cy="35952"/>
                </a:xfrm>
                <a:custGeom>
                  <a:avLst/>
                  <a:gdLst/>
                  <a:ahLst/>
                  <a:cxnLst/>
                  <a:rect l="l" t="t" r="r" b="b"/>
                  <a:pathLst>
                    <a:path w="1685" h="1424" extrusionOk="0">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06" name="Google Shape;10506;p62"/>
                <p:cNvSpPr/>
                <p:nvPr/>
              </p:nvSpPr>
              <p:spPr>
                <a:xfrm>
                  <a:off x="6925452" y="3526428"/>
                  <a:ext cx="42542" cy="35851"/>
                </a:xfrm>
                <a:custGeom>
                  <a:avLst/>
                  <a:gdLst/>
                  <a:ahLst/>
                  <a:cxnLst/>
                  <a:rect l="l" t="t" r="r" b="b"/>
                  <a:pathLst>
                    <a:path w="1685" h="1420" extrusionOk="0">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07" name="Google Shape;10507;p62"/>
                <p:cNvSpPr/>
                <p:nvPr/>
              </p:nvSpPr>
              <p:spPr>
                <a:xfrm>
                  <a:off x="6868974" y="3630473"/>
                  <a:ext cx="42416" cy="35902"/>
                </a:xfrm>
                <a:custGeom>
                  <a:avLst/>
                  <a:gdLst/>
                  <a:ahLst/>
                  <a:cxnLst/>
                  <a:rect l="l" t="t" r="r" b="b"/>
                  <a:pathLst>
                    <a:path w="1680" h="1422" extrusionOk="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08" name="Google Shape;10508;p62"/>
                <p:cNvSpPr/>
                <p:nvPr/>
              </p:nvSpPr>
              <p:spPr>
                <a:xfrm>
                  <a:off x="6892858" y="3637517"/>
                  <a:ext cx="42391" cy="35826"/>
                </a:xfrm>
                <a:custGeom>
                  <a:avLst/>
                  <a:gdLst/>
                  <a:ahLst/>
                  <a:cxnLst/>
                  <a:rect l="l" t="t" r="r" b="b"/>
                  <a:pathLst>
                    <a:path w="1679" h="1419" extrusionOk="0">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09" name="Google Shape;10509;p62"/>
                <p:cNvSpPr/>
                <p:nvPr/>
              </p:nvSpPr>
              <p:spPr>
                <a:xfrm>
                  <a:off x="6819892" y="3842021"/>
                  <a:ext cx="47238" cy="37543"/>
                </a:xfrm>
                <a:custGeom>
                  <a:avLst/>
                  <a:gdLst/>
                  <a:ahLst/>
                  <a:cxnLst/>
                  <a:rect l="l" t="t" r="r" b="b"/>
                  <a:pathLst>
                    <a:path w="1871" h="1487" extrusionOk="0">
                      <a:moveTo>
                        <a:pt x="854" y="0"/>
                      </a:moveTo>
                      <a:cubicBezTo>
                        <a:pt x="0" y="0"/>
                        <a:pt x="0" y="1486"/>
                        <a:pt x="854" y="1486"/>
                      </a:cubicBezTo>
                      <a:cubicBezTo>
                        <a:pt x="1871" y="1486"/>
                        <a:pt x="1871" y="0"/>
                        <a:pt x="8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10" name="Google Shape;10510;p62"/>
                <p:cNvSpPr/>
                <p:nvPr/>
              </p:nvSpPr>
              <p:spPr>
                <a:xfrm>
                  <a:off x="6810728" y="3883074"/>
                  <a:ext cx="19062" cy="30045"/>
                </a:xfrm>
                <a:custGeom>
                  <a:avLst/>
                  <a:gdLst/>
                  <a:ahLst/>
                  <a:cxnLst/>
                  <a:rect l="l" t="t" r="r" b="b"/>
                  <a:pathLst>
                    <a:path w="755" h="1190" extrusionOk="0">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11" name="Google Shape;10511;p62"/>
                <p:cNvSpPr/>
                <p:nvPr/>
              </p:nvSpPr>
              <p:spPr>
                <a:xfrm>
                  <a:off x="6835672" y="3892920"/>
                  <a:ext cx="23404" cy="28479"/>
                </a:xfrm>
                <a:custGeom>
                  <a:avLst/>
                  <a:gdLst/>
                  <a:ahLst/>
                  <a:cxnLst/>
                  <a:rect l="l" t="t" r="r" b="b"/>
                  <a:pathLst>
                    <a:path w="927" h="1128" extrusionOk="0">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12" name="Google Shape;10512;p62"/>
                <p:cNvSpPr/>
                <p:nvPr/>
              </p:nvSpPr>
              <p:spPr>
                <a:xfrm>
                  <a:off x="6974407" y="4057585"/>
                  <a:ext cx="64356" cy="52843"/>
                </a:xfrm>
                <a:custGeom>
                  <a:avLst/>
                  <a:gdLst/>
                  <a:ahLst/>
                  <a:cxnLst/>
                  <a:rect l="l" t="t" r="r" b="b"/>
                  <a:pathLst>
                    <a:path w="2549" h="2093" extrusionOk="0">
                      <a:moveTo>
                        <a:pt x="1193" y="0"/>
                      </a:moveTo>
                      <a:cubicBezTo>
                        <a:pt x="0" y="0"/>
                        <a:pt x="0" y="2092"/>
                        <a:pt x="1193" y="2092"/>
                      </a:cubicBezTo>
                      <a:cubicBezTo>
                        <a:pt x="2548" y="2092"/>
                        <a:pt x="2548" y="0"/>
                        <a:pt x="11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13" name="Google Shape;10513;p62"/>
                <p:cNvSpPr/>
                <p:nvPr/>
              </p:nvSpPr>
              <p:spPr>
                <a:xfrm>
                  <a:off x="6982941" y="4284837"/>
                  <a:ext cx="47263" cy="36053"/>
                </a:xfrm>
                <a:custGeom>
                  <a:avLst/>
                  <a:gdLst/>
                  <a:ahLst/>
                  <a:cxnLst/>
                  <a:rect l="l" t="t" r="r" b="b"/>
                  <a:pathLst>
                    <a:path w="1872" h="1428" extrusionOk="0">
                      <a:moveTo>
                        <a:pt x="855" y="0"/>
                      </a:moveTo>
                      <a:cubicBezTo>
                        <a:pt x="1" y="0"/>
                        <a:pt x="1" y="1427"/>
                        <a:pt x="855" y="1427"/>
                      </a:cubicBezTo>
                      <a:cubicBezTo>
                        <a:pt x="1871" y="1427"/>
                        <a:pt x="1871" y="0"/>
                        <a:pt x="8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14" name="Google Shape;10514;p62"/>
                <p:cNvSpPr/>
                <p:nvPr/>
              </p:nvSpPr>
              <p:spPr>
                <a:xfrm>
                  <a:off x="6931310" y="4293598"/>
                  <a:ext cx="52490" cy="24010"/>
                </a:xfrm>
                <a:custGeom>
                  <a:avLst/>
                  <a:gdLst/>
                  <a:ahLst/>
                  <a:cxnLst/>
                  <a:rect l="l" t="t" r="r" b="b"/>
                  <a:pathLst>
                    <a:path w="2079" h="951" extrusionOk="0">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15" name="Google Shape;10515;p62"/>
                <p:cNvSpPr/>
                <p:nvPr/>
              </p:nvSpPr>
              <p:spPr>
                <a:xfrm>
                  <a:off x="6959410" y="3809275"/>
                  <a:ext cx="116038" cy="64684"/>
                </a:xfrm>
                <a:custGeom>
                  <a:avLst/>
                  <a:gdLst/>
                  <a:ahLst/>
                  <a:cxnLst/>
                  <a:rect l="l" t="t" r="r" b="b"/>
                  <a:pathLst>
                    <a:path w="4596" h="2562" extrusionOk="0">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16" name="Google Shape;10516;p62"/>
                <p:cNvSpPr/>
                <p:nvPr/>
              </p:nvSpPr>
              <p:spPr>
                <a:xfrm>
                  <a:off x="7066384" y="3809275"/>
                  <a:ext cx="116038" cy="64684"/>
                </a:xfrm>
                <a:custGeom>
                  <a:avLst/>
                  <a:gdLst/>
                  <a:ahLst/>
                  <a:cxnLst/>
                  <a:rect l="l" t="t" r="r" b="b"/>
                  <a:pathLst>
                    <a:path w="4596" h="2562" extrusionOk="0">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517" name="Google Shape;10517;p62"/>
              <p:cNvGrpSpPr/>
              <p:nvPr/>
            </p:nvGrpSpPr>
            <p:grpSpPr>
              <a:xfrm>
                <a:off x="6922902" y="3131329"/>
                <a:ext cx="300496" cy="274642"/>
                <a:chOff x="6922902" y="3131329"/>
                <a:chExt cx="300496" cy="274642"/>
              </a:xfrm>
            </p:grpSpPr>
            <p:sp>
              <p:nvSpPr>
                <p:cNvPr id="10518" name="Google Shape;10518;p62"/>
                <p:cNvSpPr/>
                <p:nvPr/>
              </p:nvSpPr>
              <p:spPr>
                <a:xfrm>
                  <a:off x="6922902" y="3131329"/>
                  <a:ext cx="300496" cy="214604"/>
                </a:xfrm>
                <a:custGeom>
                  <a:avLst/>
                  <a:gdLst/>
                  <a:ahLst/>
                  <a:cxnLst/>
                  <a:rect l="l" t="t" r="r" b="b"/>
                  <a:pathLst>
                    <a:path w="11902" h="8500" extrusionOk="0">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19" name="Google Shape;10519;p62"/>
                <p:cNvSpPr/>
                <p:nvPr/>
              </p:nvSpPr>
              <p:spPr>
                <a:xfrm>
                  <a:off x="6995792" y="3277285"/>
                  <a:ext cx="150248" cy="128687"/>
                </a:xfrm>
                <a:custGeom>
                  <a:avLst/>
                  <a:gdLst/>
                  <a:ahLst/>
                  <a:cxnLst/>
                  <a:rect l="l" t="t" r="r" b="b"/>
                  <a:pathLst>
                    <a:path w="5951" h="5097" extrusionOk="0">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20" name="Google Shape;10520;p62"/>
                <p:cNvSpPr/>
                <p:nvPr/>
              </p:nvSpPr>
              <p:spPr>
                <a:xfrm>
                  <a:off x="7056007" y="3287965"/>
                  <a:ext cx="34261" cy="47087"/>
                </a:xfrm>
                <a:custGeom>
                  <a:avLst/>
                  <a:gdLst/>
                  <a:ahLst/>
                  <a:cxnLst/>
                  <a:rect l="l" t="t" r="r" b="b"/>
                  <a:pathLst>
                    <a:path w="1357" h="1865" extrusionOk="0">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sp>
        <p:nvSpPr>
          <p:cNvPr id="10521" name="Google Shape;10521;p62"/>
          <p:cNvSpPr/>
          <p:nvPr/>
        </p:nvSpPr>
        <p:spPr>
          <a:xfrm>
            <a:off x="6132554" y="3248509"/>
            <a:ext cx="682" cy="25"/>
          </a:xfrm>
          <a:custGeom>
            <a:avLst/>
            <a:gdLst/>
            <a:ahLst/>
            <a:cxnLst/>
            <a:rect l="l" t="t" r="r" b="b"/>
            <a:pathLst>
              <a:path w="27" h="1" extrusionOk="0">
                <a:moveTo>
                  <a:pt x="0" y="0"/>
                </a:moveTo>
                <a:lnTo>
                  <a:pt x="26" y="0"/>
                </a:lnTo>
                <a:cubicBezTo>
                  <a:pt x="13" y="0"/>
                  <a:pt x="7"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522" name="Google Shape;10522;p62"/>
          <p:cNvGrpSpPr/>
          <p:nvPr/>
        </p:nvGrpSpPr>
        <p:grpSpPr>
          <a:xfrm>
            <a:off x="5904140" y="3064707"/>
            <a:ext cx="550951" cy="1310497"/>
            <a:chOff x="5904140" y="3050537"/>
            <a:chExt cx="550951" cy="1310497"/>
          </a:xfrm>
        </p:grpSpPr>
        <p:sp>
          <p:nvSpPr>
            <p:cNvPr id="10523" name="Google Shape;10523;p62"/>
            <p:cNvSpPr/>
            <p:nvPr/>
          </p:nvSpPr>
          <p:spPr>
            <a:xfrm>
              <a:off x="5953020" y="4311978"/>
              <a:ext cx="453041" cy="49056"/>
            </a:xfrm>
            <a:custGeom>
              <a:avLst/>
              <a:gdLst/>
              <a:ahLst/>
              <a:cxnLst/>
              <a:rect l="l" t="t" r="r" b="b"/>
              <a:pathLst>
                <a:path w="17944" h="1943" extrusionOk="0">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524" name="Google Shape;10524;p62"/>
            <p:cNvGrpSpPr/>
            <p:nvPr/>
          </p:nvGrpSpPr>
          <p:grpSpPr>
            <a:xfrm>
              <a:off x="5904140" y="3050537"/>
              <a:ext cx="550951" cy="1278256"/>
              <a:chOff x="5904140" y="3050537"/>
              <a:chExt cx="550951" cy="1278256"/>
            </a:xfrm>
          </p:grpSpPr>
          <p:sp>
            <p:nvSpPr>
              <p:cNvPr id="10525" name="Google Shape;10525;p62"/>
              <p:cNvSpPr/>
              <p:nvPr/>
            </p:nvSpPr>
            <p:spPr>
              <a:xfrm>
                <a:off x="5904140" y="3050537"/>
                <a:ext cx="550951" cy="1278256"/>
              </a:xfrm>
              <a:custGeom>
                <a:avLst/>
                <a:gdLst/>
                <a:ahLst/>
                <a:cxnLst/>
                <a:rect l="l" t="t" r="r" b="b"/>
                <a:pathLst>
                  <a:path w="21822" h="50629" extrusionOk="0">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526" name="Google Shape;10526;p62"/>
              <p:cNvGrpSpPr/>
              <p:nvPr/>
            </p:nvGrpSpPr>
            <p:grpSpPr>
              <a:xfrm>
                <a:off x="5952515" y="3084268"/>
                <a:ext cx="450087" cy="1165046"/>
                <a:chOff x="5952515" y="3084268"/>
                <a:chExt cx="450087" cy="1165046"/>
              </a:xfrm>
            </p:grpSpPr>
            <p:grpSp>
              <p:nvGrpSpPr>
                <p:cNvPr id="10527" name="Google Shape;10527;p62"/>
                <p:cNvGrpSpPr/>
                <p:nvPr/>
              </p:nvGrpSpPr>
              <p:grpSpPr>
                <a:xfrm>
                  <a:off x="5952515" y="3225780"/>
                  <a:ext cx="450087" cy="1023534"/>
                  <a:chOff x="5952515" y="3225780"/>
                  <a:chExt cx="450087" cy="1023534"/>
                </a:xfrm>
              </p:grpSpPr>
              <p:sp>
                <p:nvSpPr>
                  <p:cNvPr id="10528" name="Google Shape;10528;p62"/>
                  <p:cNvSpPr/>
                  <p:nvPr/>
                </p:nvSpPr>
                <p:spPr>
                  <a:xfrm>
                    <a:off x="5952515" y="3489819"/>
                    <a:ext cx="227758" cy="348946"/>
                  </a:xfrm>
                  <a:custGeom>
                    <a:avLst/>
                    <a:gdLst/>
                    <a:ahLst/>
                    <a:cxnLst/>
                    <a:rect l="l" t="t" r="r" b="b"/>
                    <a:pathLst>
                      <a:path w="9021" h="13821" extrusionOk="0">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29" name="Google Shape;10529;p62"/>
                  <p:cNvSpPr/>
                  <p:nvPr/>
                </p:nvSpPr>
                <p:spPr>
                  <a:xfrm>
                    <a:off x="6083170" y="3518576"/>
                    <a:ext cx="99500" cy="38300"/>
                  </a:xfrm>
                  <a:custGeom>
                    <a:avLst/>
                    <a:gdLst/>
                    <a:ahLst/>
                    <a:cxnLst/>
                    <a:rect l="l" t="t" r="r" b="b"/>
                    <a:pathLst>
                      <a:path w="3941" h="1517" extrusionOk="0">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30" name="Google Shape;10530;p62"/>
                  <p:cNvSpPr/>
                  <p:nvPr/>
                </p:nvSpPr>
                <p:spPr>
                  <a:xfrm>
                    <a:off x="6083170" y="3557255"/>
                    <a:ext cx="99627" cy="38300"/>
                  </a:xfrm>
                  <a:custGeom>
                    <a:avLst/>
                    <a:gdLst/>
                    <a:ahLst/>
                    <a:cxnLst/>
                    <a:rect l="l" t="t" r="r" b="b"/>
                    <a:pathLst>
                      <a:path w="3946" h="1517" extrusionOk="0">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31" name="Google Shape;10531;p62"/>
                  <p:cNvSpPr/>
                  <p:nvPr/>
                </p:nvSpPr>
                <p:spPr>
                  <a:xfrm>
                    <a:off x="6083170" y="3595782"/>
                    <a:ext cx="99475" cy="38275"/>
                  </a:xfrm>
                  <a:custGeom>
                    <a:avLst/>
                    <a:gdLst/>
                    <a:ahLst/>
                    <a:cxnLst/>
                    <a:rect l="l" t="t" r="r" b="b"/>
                    <a:pathLst>
                      <a:path w="3940" h="1516" extrusionOk="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32" name="Google Shape;10532;p62"/>
                  <p:cNvSpPr/>
                  <p:nvPr/>
                </p:nvSpPr>
                <p:spPr>
                  <a:xfrm>
                    <a:off x="6083170" y="3634462"/>
                    <a:ext cx="99500" cy="38250"/>
                  </a:xfrm>
                  <a:custGeom>
                    <a:avLst/>
                    <a:gdLst/>
                    <a:ahLst/>
                    <a:cxnLst/>
                    <a:rect l="l" t="t" r="r" b="b"/>
                    <a:pathLst>
                      <a:path w="3941" h="1515" extrusionOk="0">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33" name="Google Shape;10533;p62"/>
                  <p:cNvSpPr/>
                  <p:nvPr/>
                </p:nvSpPr>
                <p:spPr>
                  <a:xfrm>
                    <a:off x="6083170" y="3673090"/>
                    <a:ext cx="99450" cy="38300"/>
                  </a:xfrm>
                  <a:custGeom>
                    <a:avLst/>
                    <a:gdLst/>
                    <a:ahLst/>
                    <a:cxnLst/>
                    <a:rect l="l" t="t" r="r" b="b"/>
                    <a:pathLst>
                      <a:path w="3939" h="1517" extrusionOk="0">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34" name="Google Shape;10534;p62"/>
                  <p:cNvSpPr/>
                  <p:nvPr/>
                </p:nvSpPr>
                <p:spPr>
                  <a:xfrm>
                    <a:off x="6083170" y="3711719"/>
                    <a:ext cx="99475" cy="38351"/>
                  </a:xfrm>
                  <a:custGeom>
                    <a:avLst/>
                    <a:gdLst/>
                    <a:ahLst/>
                    <a:cxnLst/>
                    <a:rect l="l" t="t" r="r" b="b"/>
                    <a:pathLst>
                      <a:path w="3940" h="1519" extrusionOk="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35" name="Google Shape;10535;p62"/>
                  <p:cNvSpPr/>
                  <p:nvPr/>
                </p:nvSpPr>
                <p:spPr>
                  <a:xfrm>
                    <a:off x="6083170" y="3750272"/>
                    <a:ext cx="99500" cy="38300"/>
                  </a:xfrm>
                  <a:custGeom>
                    <a:avLst/>
                    <a:gdLst/>
                    <a:ahLst/>
                    <a:cxnLst/>
                    <a:rect l="l" t="t" r="r" b="b"/>
                    <a:pathLst>
                      <a:path w="3941" h="1517" extrusionOk="0">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36" name="Google Shape;10536;p62"/>
                  <p:cNvSpPr/>
                  <p:nvPr/>
                </p:nvSpPr>
                <p:spPr>
                  <a:xfrm>
                    <a:off x="6101778" y="3786679"/>
                    <a:ext cx="78242" cy="462458"/>
                  </a:xfrm>
                  <a:custGeom>
                    <a:avLst/>
                    <a:gdLst/>
                    <a:ahLst/>
                    <a:cxnLst/>
                    <a:rect l="l" t="t" r="r" b="b"/>
                    <a:pathLst>
                      <a:path w="3099" h="18317" extrusionOk="0">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37" name="Google Shape;10537;p62"/>
                  <p:cNvSpPr/>
                  <p:nvPr/>
                </p:nvSpPr>
                <p:spPr>
                  <a:xfrm>
                    <a:off x="6105312" y="3937305"/>
                    <a:ext cx="36634" cy="80161"/>
                  </a:xfrm>
                  <a:custGeom>
                    <a:avLst/>
                    <a:gdLst/>
                    <a:ahLst/>
                    <a:cxnLst/>
                    <a:rect l="l" t="t" r="r" b="b"/>
                    <a:pathLst>
                      <a:path w="1451" h="3175" extrusionOk="0">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38" name="Google Shape;10538;p62"/>
                  <p:cNvSpPr/>
                  <p:nvPr/>
                </p:nvSpPr>
                <p:spPr>
                  <a:xfrm>
                    <a:off x="6108292" y="3860073"/>
                    <a:ext cx="50596" cy="64735"/>
                  </a:xfrm>
                  <a:custGeom>
                    <a:avLst/>
                    <a:gdLst/>
                    <a:ahLst/>
                    <a:cxnLst/>
                    <a:rect l="l" t="t" r="r" b="b"/>
                    <a:pathLst>
                      <a:path w="2004" h="2564" extrusionOk="0">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39" name="Google Shape;10539;p62"/>
                  <p:cNvSpPr/>
                  <p:nvPr/>
                </p:nvSpPr>
                <p:spPr>
                  <a:xfrm>
                    <a:off x="6102914" y="4067557"/>
                    <a:ext cx="36079" cy="81549"/>
                  </a:xfrm>
                  <a:custGeom>
                    <a:avLst/>
                    <a:gdLst/>
                    <a:ahLst/>
                    <a:cxnLst/>
                    <a:rect l="l" t="t" r="r" b="b"/>
                    <a:pathLst>
                      <a:path w="1429" h="3230" extrusionOk="0">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0" name="Google Shape;10540;p62"/>
                  <p:cNvSpPr/>
                  <p:nvPr/>
                </p:nvSpPr>
                <p:spPr>
                  <a:xfrm>
                    <a:off x="6081706" y="3893097"/>
                    <a:ext cx="34236" cy="64305"/>
                  </a:xfrm>
                  <a:custGeom>
                    <a:avLst/>
                    <a:gdLst/>
                    <a:ahLst/>
                    <a:cxnLst/>
                    <a:rect l="l" t="t" r="r" b="b"/>
                    <a:pathLst>
                      <a:path w="1356" h="2547" extrusionOk="0">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1" name="Google Shape;10541;p62"/>
                  <p:cNvSpPr/>
                  <p:nvPr/>
                </p:nvSpPr>
                <p:spPr>
                  <a:xfrm>
                    <a:off x="5971374" y="3754842"/>
                    <a:ext cx="29060" cy="66628"/>
                  </a:xfrm>
                  <a:custGeom>
                    <a:avLst/>
                    <a:gdLst/>
                    <a:ahLst/>
                    <a:cxnLst/>
                    <a:rect l="l" t="t" r="r" b="b"/>
                    <a:pathLst>
                      <a:path w="1151" h="2639" extrusionOk="0">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2" name="Google Shape;10542;p62"/>
                  <p:cNvSpPr/>
                  <p:nvPr/>
                </p:nvSpPr>
                <p:spPr>
                  <a:xfrm>
                    <a:off x="5969632" y="3672914"/>
                    <a:ext cx="37442" cy="39310"/>
                  </a:xfrm>
                  <a:custGeom>
                    <a:avLst/>
                    <a:gdLst/>
                    <a:ahLst/>
                    <a:cxnLst/>
                    <a:rect l="l" t="t" r="r" b="b"/>
                    <a:pathLst>
                      <a:path w="1483" h="1557" extrusionOk="0">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3" name="Google Shape;10543;p62"/>
                  <p:cNvSpPr/>
                  <p:nvPr/>
                </p:nvSpPr>
                <p:spPr>
                  <a:xfrm>
                    <a:off x="6015356" y="3608936"/>
                    <a:ext cx="28025" cy="46683"/>
                  </a:xfrm>
                  <a:custGeom>
                    <a:avLst/>
                    <a:gdLst/>
                    <a:ahLst/>
                    <a:cxnLst/>
                    <a:rect l="l" t="t" r="r" b="b"/>
                    <a:pathLst>
                      <a:path w="1110" h="1849" extrusionOk="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4" name="Google Shape;10544;p62"/>
                  <p:cNvSpPr/>
                  <p:nvPr/>
                </p:nvSpPr>
                <p:spPr>
                  <a:xfrm>
                    <a:off x="6001066" y="3539077"/>
                    <a:ext cx="45370" cy="39361"/>
                  </a:xfrm>
                  <a:custGeom>
                    <a:avLst/>
                    <a:gdLst/>
                    <a:ahLst/>
                    <a:cxnLst/>
                    <a:rect l="l" t="t" r="r" b="b"/>
                    <a:pathLst>
                      <a:path w="1797" h="1559" extrusionOk="0">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5" name="Google Shape;10545;p62"/>
                  <p:cNvSpPr/>
                  <p:nvPr/>
                </p:nvSpPr>
                <p:spPr>
                  <a:xfrm>
                    <a:off x="6074788" y="4163397"/>
                    <a:ext cx="34261" cy="58599"/>
                  </a:xfrm>
                  <a:custGeom>
                    <a:avLst/>
                    <a:gdLst/>
                    <a:ahLst/>
                    <a:cxnLst/>
                    <a:rect l="l" t="t" r="r" b="b"/>
                    <a:pathLst>
                      <a:path w="1357" h="2321" extrusionOk="0">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6" name="Google Shape;10546;p62"/>
                  <p:cNvSpPr/>
                  <p:nvPr/>
                </p:nvSpPr>
                <p:spPr>
                  <a:xfrm>
                    <a:off x="6081529" y="4015547"/>
                    <a:ext cx="34463" cy="59180"/>
                  </a:xfrm>
                  <a:custGeom>
                    <a:avLst/>
                    <a:gdLst/>
                    <a:ahLst/>
                    <a:cxnLst/>
                    <a:rect l="l" t="t" r="r" b="b"/>
                    <a:pathLst>
                      <a:path w="1365" h="2344" extrusionOk="0">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7" name="Google Shape;10547;p62"/>
                  <p:cNvSpPr/>
                  <p:nvPr/>
                </p:nvSpPr>
                <p:spPr>
                  <a:xfrm>
                    <a:off x="6083473" y="3225780"/>
                    <a:ext cx="183726" cy="588443"/>
                  </a:xfrm>
                  <a:custGeom>
                    <a:avLst/>
                    <a:gdLst/>
                    <a:ahLst/>
                    <a:cxnLst/>
                    <a:rect l="l" t="t" r="r" b="b"/>
                    <a:pathLst>
                      <a:path w="7277" h="23307" extrusionOk="0">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8" name="Google Shape;10548;p62"/>
                  <p:cNvSpPr/>
                  <p:nvPr/>
                </p:nvSpPr>
                <p:spPr>
                  <a:xfrm>
                    <a:off x="6174869" y="3489819"/>
                    <a:ext cx="227732" cy="348946"/>
                  </a:xfrm>
                  <a:custGeom>
                    <a:avLst/>
                    <a:gdLst/>
                    <a:ahLst/>
                    <a:cxnLst/>
                    <a:rect l="l" t="t" r="r" b="b"/>
                    <a:pathLst>
                      <a:path w="9020" h="13821" extrusionOk="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49" name="Google Shape;10549;p62"/>
                  <p:cNvSpPr/>
                  <p:nvPr/>
                </p:nvSpPr>
                <p:spPr>
                  <a:xfrm>
                    <a:off x="6172345" y="3518576"/>
                    <a:ext cx="99425" cy="38300"/>
                  </a:xfrm>
                  <a:custGeom>
                    <a:avLst/>
                    <a:gdLst/>
                    <a:ahLst/>
                    <a:cxnLst/>
                    <a:rect l="l" t="t" r="r" b="b"/>
                    <a:pathLst>
                      <a:path w="3938" h="1517" extrusionOk="0">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0" name="Google Shape;10550;p62"/>
                  <p:cNvSpPr/>
                  <p:nvPr/>
                </p:nvSpPr>
                <p:spPr>
                  <a:xfrm>
                    <a:off x="6172168" y="3557255"/>
                    <a:ext cx="99601" cy="38300"/>
                  </a:xfrm>
                  <a:custGeom>
                    <a:avLst/>
                    <a:gdLst/>
                    <a:ahLst/>
                    <a:cxnLst/>
                    <a:rect l="l" t="t" r="r" b="b"/>
                    <a:pathLst>
                      <a:path w="3945" h="1517" extrusionOk="0">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1" name="Google Shape;10551;p62"/>
                  <p:cNvSpPr/>
                  <p:nvPr/>
                </p:nvSpPr>
                <p:spPr>
                  <a:xfrm>
                    <a:off x="6172319" y="3595782"/>
                    <a:ext cx="99425" cy="38300"/>
                  </a:xfrm>
                  <a:custGeom>
                    <a:avLst/>
                    <a:gdLst/>
                    <a:ahLst/>
                    <a:cxnLst/>
                    <a:rect l="l" t="t" r="r" b="b"/>
                    <a:pathLst>
                      <a:path w="3938" h="1517" extrusionOk="0">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2" name="Google Shape;10552;p62"/>
                  <p:cNvSpPr/>
                  <p:nvPr/>
                </p:nvSpPr>
                <p:spPr>
                  <a:xfrm>
                    <a:off x="6172294" y="3634436"/>
                    <a:ext cx="99450" cy="38275"/>
                  </a:xfrm>
                  <a:custGeom>
                    <a:avLst/>
                    <a:gdLst/>
                    <a:ahLst/>
                    <a:cxnLst/>
                    <a:rect l="l" t="t" r="r" b="b"/>
                    <a:pathLst>
                      <a:path w="3939" h="1516" extrusionOk="0">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3" name="Google Shape;10553;p62"/>
                  <p:cNvSpPr/>
                  <p:nvPr/>
                </p:nvSpPr>
                <p:spPr>
                  <a:xfrm>
                    <a:off x="6172319" y="3673040"/>
                    <a:ext cx="99450" cy="38351"/>
                  </a:xfrm>
                  <a:custGeom>
                    <a:avLst/>
                    <a:gdLst/>
                    <a:ahLst/>
                    <a:cxnLst/>
                    <a:rect l="l" t="t" r="r" b="b"/>
                    <a:pathLst>
                      <a:path w="3939" h="1519" extrusionOk="0">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4" name="Google Shape;10554;p62"/>
                  <p:cNvSpPr/>
                  <p:nvPr/>
                </p:nvSpPr>
                <p:spPr>
                  <a:xfrm>
                    <a:off x="6172319" y="3711643"/>
                    <a:ext cx="99450" cy="38427"/>
                  </a:xfrm>
                  <a:custGeom>
                    <a:avLst/>
                    <a:gdLst/>
                    <a:ahLst/>
                    <a:cxnLst/>
                    <a:rect l="l" t="t" r="r" b="b"/>
                    <a:pathLst>
                      <a:path w="3939" h="1522" extrusionOk="0">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5" name="Google Shape;10555;p62"/>
                  <p:cNvSpPr/>
                  <p:nvPr/>
                </p:nvSpPr>
                <p:spPr>
                  <a:xfrm>
                    <a:off x="6172345" y="3750272"/>
                    <a:ext cx="99425" cy="38300"/>
                  </a:xfrm>
                  <a:custGeom>
                    <a:avLst/>
                    <a:gdLst/>
                    <a:ahLst/>
                    <a:cxnLst/>
                    <a:rect l="l" t="t" r="r" b="b"/>
                    <a:pathLst>
                      <a:path w="3938" h="1517" extrusionOk="0">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6" name="Google Shape;10556;p62"/>
                  <p:cNvSpPr/>
                  <p:nvPr/>
                </p:nvSpPr>
                <p:spPr>
                  <a:xfrm>
                    <a:off x="6175097" y="3786679"/>
                    <a:ext cx="78242" cy="462635"/>
                  </a:xfrm>
                  <a:custGeom>
                    <a:avLst/>
                    <a:gdLst/>
                    <a:ahLst/>
                    <a:cxnLst/>
                    <a:rect l="l" t="t" r="r" b="b"/>
                    <a:pathLst>
                      <a:path w="3099" h="18324" extrusionOk="0">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7" name="Google Shape;10557;p62"/>
                  <p:cNvSpPr/>
                  <p:nvPr/>
                </p:nvSpPr>
                <p:spPr>
                  <a:xfrm>
                    <a:off x="6213170" y="3937356"/>
                    <a:ext cx="36533" cy="80110"/>
                  </a:xfrm>
                  <a:custGeom>
                    <a:avLst/>
                    <a:gdLst/>
                    <a:ahLst/>
                    <a:cxnLst/>
                    <a:rect l="l" t="t" r="r" b="b"/>
                    <a:pathLst>
                      <a:path w="1447" h="3173" extrusionOk="0">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8" name="Google Shape;10558;p62"/>
                  <p:cNvSpPr/>
                  <p:nvPr/>
                </p:nvSpPr>
                <p:spPr>
                  <a:xfrm>
                    <a:off x="6196052" y="3860099"/>
                    <a:ext cx="50672" cy="64709"/>
                  </a:xfrm>
                  <a:custGeom>
                    <a:avLst/>
                    <a:gdLst/>
                    <a:ahLst/>
                    <a:cxnLst/>
                    <a:rect l="l" t="t" r="r" b="b"/>
                    <a:pathLst>
                      <a:path w="2007" h="2563" extrusionOk="0">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59" name="Google Shape;10559;p62"/>
                  <p:cNvSpPr/>
                  <p:nvPr/>
                </p:nvSpPr>
                <p:spPr>
                  <a:xfrm>
                    <a:off x="6216149" y="4067254"/>
                    <a:ext cx="37997" cy="81852"/>
                  </a:xfrm>
                  <a:custGeom>
                    <a:avLst/>
                    <a:gdLst/>
                    <a:ahLst/>
                    <a:cxnLst/>
                    <a:rect l="l" t="t" r="r" b="b"/>
                    <a:pathLst>
                      <a:path w="1505" h="3242" extrusionOk="0">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60" name="Google Shape;10560;p62"/>
                  <p:cNvSpPr/>
                  <p:nvPr/>
                </p:nvSpPr>
                <p:spPr>
                  <a:xfrm>
                    <a:off x="6240816" y="3893097"/>
                    <a:ext cx="32620" cy="64305"/>
                  </a:xfrm>
                  <a:custGeom>
                    <a:avLst/>
                    <a:gdLst/>
                    <a:ahLst/>
                    <a:cxnLst/>
                    <a:rect l="l" t="t" r="r" b="b"/>
                    <a:pathLst>
                      <a:path w="1292" h="2547" extrusionOk="0">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61" name="Google Shape;10561;p62"/>
                  <p:cNvSpPr/>
                  <p:nvPr/>
                </p:nvSpPr>
                <p:spPr>
                  <a:xfrm>
                    <a:off x="6354531" y="3754539"/>
                    <a:ext cx="29413" cy="66931"/>
                  </a:xfrm>
                  <a:custGeom>
                    <a:avLst/>
                    <a:gdLst/>
                    <a:ahLst/>
                    <a:cxnLst/>
                    <a:rect l="l" t="t" r="r" b="b"/>
                    <a:pathLst>
                      <a:path w="1165" h="2651" extrusionOk="0">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62" name="Google Shape;10562;p62"/>
                  <p:cNvSpPr/>
                  <p:nvPr/>
                </p:nvSpPr>
                <p:spPr>
                  <a:xfrm>
                    <a:off x="6349759" y="3672914"/>
                    <a:ext cx="35725" cy="39462"/>
                  </a:xfrm>
                  <a:custGeom>
                    <a:avLst/>
                    <a:gdLst/>
                    <a:ahLst/>
                    <a:cxnLst/>
                    <a:rect l="l" t="t" r="r" b="b"/>
                    <a:pathLst>
                      <a:path w="1415" h="1563" extrusionOk="0">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63" name="Google Shape;10563;p62"/>
                  <p:cNvSpPr/>
                  <p:nvPr/>
                </p:nvSpPr>
                <p:spPr>
                  <a:xfrm>
                    <a:off x="6311585" y="3609138"/>
                    <a:ext cx="26510" cy="46481"/>
                  </a:xfrm>
                  <a:custGeom>
                    <a:avLst/>
                    <a:gdLst/>
                    <a:ahLst/>
                    <a:cxnLst/>
                    <a:rect l="l" t="t" r="r" b="b"/>
                    <a:pathLst>
                      <a:path w="1050" h="1841" extrusionOk="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64" name="Google Shape;10564;p62"/>
                  <p:cNvSpPr/>
                  <p:nvPr/>
                </p:nvSpPr>
                <p:spPr>
                  <a:xfrm>
                    <a:off x="6310095" y="3539077"/>
                    <a:ext cx="43956" cy="39361"/>
                  </a:xfrm>
                  <a:custGeom>
                    <a:avLst/>
                    <a:gdLst/>
                    <a:ahLst/>
                    <a:cxnLst/>
                    <a:rect l="l" t="t" r="r" b="b"/>
                    <a:pathLst>
                      <a:path w="1741" h="1559" extrusionOk="0">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65" name="Google Shape;10565;p62"/>
                  <p:cNvSpPr/>
                  <p:nvPr/>
                </p:nvSpPr>
                <p:spPr>
                  <a:xfrm>
                    <a:off x="6246092" y="4163548"/>
                    <a:ext cx="34236" cy="58448"/>
                  </a:xfrm>
                  <a:custGeom>
                    <a:avLst/>
                    <a:gdLst/>
                    <a:ahLst/>
                    <a:cxnLst/>
                    <a:rect l="l" t="t" r="r" b="b"/>
                    <a:pathLst>
                      <a:path w="1356" h="2315" extrusionOk="0">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66" name="Google Shape;10566;p62"/>
                  <p:cNvSpPr/>
                  <p:nvPr/>
                </p:nvSpPr>
                <p:spPr>
                  <a:xfrm>
                    <a:off x="6239175" y="4015497"/>
                    <a:ext cx="34261" cy="59231"/>
                  </a:xfrm>
                  <a:custGeom>
                    <a:avLst/>
                    <a:gdLst/>
                    <a:ahLst/>
                    <a:cxnLst/>
                    <a:rect l="l" t="t" r="r" b="b"/>
                    <a:pathLst>
                      <a:path w="1357" h="2346" extrusionOk="0">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0567" name="Google Shape;10567;p62"/>
                <p:cNvSpPr/>
                <p:nvPr/>
              </p:nvSpPr>
              <p:spPr>
                <a:xfrm>
                  <a:off x="6020481" y="3084268"/>
                  <a:ext cx="321880" cy="160978"/>
                </a:xfrm>
                <a:custGeom>
                  <a:avLst/>
                  <a:gdLst/>
                  <a:ahLst/>
                  <a:cxnLst/>
                  <a:rect l="l" t="t" r="r" b="b"/>
                  <a:pathLst>
                    <a:path w="12749" h="6376" extrusionOk="0">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grpSp>
        <p:nvGrpSpPr>
          <p:cNvPr id="10568" name="Google Shape;10568;p62"/>
          <p:cNvGrpSpPr/>
          <p:nvPr/>
        </p:nvGrpSpPr>
        <p:grpSpPr>
          <a:xfrm>
            <a:off x="6794039" y="1544979"/>
            <a:ext cx="556884" cy="1305801"/>
            <a:chOff x="6794039" y="1544979"/>
            <a:chExt cx="556884" cy="1305801"/>
          </a:xfrm>
        </p:grpSpPr>
        <p:sp>
          <p:nvSpPr>
            <p:cNvPr id="10569" name="Google Shape;10569;p62"/>
            <p:cNvSpPr/>
            <p:nvPr/>
          </p:nvSpPr>
          <p:spPr>
            <a:xfrm>
              <a:off x="6843751" y="2801244"/>
              <a:ext cx="457459" cy="49536"/>
            </a:xfrm>
            <a:custGeom>
              <a:avLst/>
              <a:gdLst/>
              <a:ahLst/>
              <a:cxnLst/>
              <a:rect l="l" t="t" r="r" b="b"/>
              <a:pathLst>
                <a:path w="18119" h="1962" extrusionOk="0">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570" name="Google Shape;10570;p62"/>
            <p:cNvGrpSpPr/>
            <p:nvPr/>
          </p:nvGrpSpPr>
          <p:grpSpPr>
            <a:xfrm>
              <a:off x="6794039" y="1544979"/>
              <a:ext cx="556884" cy="1272726"/>
              <a:chOff x="6794039" y="1544979"/>
              <a:chExt cx="556884" cy="1272726"/>
            </a:xfrm>
          </p:grpSpPr>
          <p:sp>
            <p:nvSpPr>
              <p:cNvPr id="10571" name="Google Shape;10571;p62"/>
              <p:cNvSpPr/>
              <p:nvPr/>
            </p:nvSpPr>
            <p:spPr>
              <a:xfrm>
                <a:off x="6887026" y="1671923"/>
                <a:ext cx="366796" cy="342129"/>
              </a:xfrm>
              <a:custGeom>
                <a:avLst/>
                <a:gdLst/>
                <a:ahLst/>
                <a:cxnLst/>
                <a:rect l="l" t="t" r="r" b="b"/>
                <a:pathLst>
                  <a:path w="14528" h="13551" extrusionOk="0">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572" name="Google Shape;10572;p62"/>
              <p:cNvGrpSpPr/>
              <p:nvPr/>
            </p:nvGrpSpPr>
            <p:grpSpPr>
              <a:xfrm>
                <a:off x="6794039" y="1545206"/>
                <a:ext cx="556884" cy="1272499"/>
                <a:chOff x="6794039" y="1545206"/>
                <a:chExt cx="556884" cy="1272499"/>
              </a:xfrm>
            </p:grpSpPr>
            <p:sp>
              <p:nvSpPr>
                <p:cNvPr id="10573" name="Google Shape;10573;p62"/>
                <p:cNvSpPr/>
                <p:nvPr/>
              </p:nvSpPr>
              <p:spPr>
                <a:xfrm>
                  <a:off x="6794039" y="1545206"/>
                  <a:ext cx="556884" cy="1272499"/>
                </a:xfrm>
                <a:custGeom>
                  <a:avLst/>
                  <a:gdLst/>
                  <a:ahLst/>
                  <a:cxnLst/>
                  <a:rect l="l" t="t" r="r" b="b"/>
                  <a:pathLst>
                    <a:path w="22057" h="50401" extrusionOk="0">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574" name="Google Shape;10574;p62"/>
                <p:cNvGrpSpPr/>
                <p:nvPr/>
              </p:nvGrpSpPr>
              <p:grpSpPr>
                <a:xfrm>
                  <a:off x="6812697" y="1636703"/>
                  <a:ext cx="515453" cy="1170626"/>
                  <a:chOff x="6812697" y="1636703"/>
                  <a:chExt cx="515453" cy="1170626"/>
                </a:xfrm>
              </p:grpSpPr>
              <p:sp>
                <p:nvSpPr>
                  <p:cNvPr id="10575" name="Google Shape;10575;p62"/>
                  <p:cNvSpPr/>
                  <p:nvPr/>
                </p:nvSpPr>
                <p:spPr>
                  <a:xfrm>
                    <a:off x="6985920" y="2372566"/>
                    <a:ext cx="24692" cy="111266"/>
                  </a:xfrm>
                  <a:custGeom>
                    <a:avLst/>
                    <a:gdLst/>
                    <a:ahLst/>
                    <a:cxnLst/>
                    <a:rect l="l" t="t" r="r" b="b"/>
                    <a:pathLst>
                      <a:path w="978" h="4407" extrusionOk="0">
                        <a:moveTo>
                          <a:pt x="0" y="1"/>
                        </a:moveTo>
                        <a:lnTo>
                          <a:pt x="0" y="4407"/>
                        </a:lnTo>
                        <a:lnTo>
                          <a:pt x="978" y="4407"/>
                        </a:lnTo>
                        <a:lnTo>
                          <a:pt x="97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76" name="Google Shape;10576;p62"/>
                  <p:cNvSpPr/>
                  <p:nvPr/>
                </p:nvSpPr>
                <p:spPr>
                  <a:xfrm>
                    <a:off x="6963525" y="2349212"/>
                    <a:ext cx="41658" cy="35877"/>
                  </a:xfrm>
                  <a:custGeom>
                    <a:avLst/>
                    <a:gdLst/>
                    <a:ahLst/>
                    <a:cxnLst/>
                    <a:rect l="l" t="t" r="r" b="b"/>
                    <a:pathLst>
                      <a:path w="1650" h="1421" extrusionOk="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77" name="Google Shape;10577;p62"/>
                  <p:cNvSpPr/>
                  <p:nvPr/>
                </p:nvSpPr>
                <p:spPr>
                  <a:xfrm>
                    <a:off x="6988218" y="2349212"/>
                    <a:ext cx="41658" cy="35877"/>
                  </a:xfrm>
                  <a:custGeom>
                    <a:avLst/>
                    <a:gdLst/>
                    <a:ahLst/>
                    <a:cxnLst/>
                    <a:rect l="l" t="t" r="r" b="b"/>
                    <a:pathLst>
                      <a:path w="1650" h="1421" extrusionOk="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78" name="Google Shape;10578;p62"/>
                  <p:cNvSpPr/>
                  <p:nvPr/>
                </p:nvSpPr>
                <p:spPr>
                  <a:xfrm>
                    <a:off x="6963525" y="2464720"/>
                    <a:ext cx="41658" cy="35700"/>
                  </a:xfrm>
                  <a:custGeom>
                    <a:avLst/>
                    <a:gdLst/>
                    <a:ahLst/>
                    <a:cxnLst/>
                    <a:rect l="l" t="t" r="r" b="b"/>
                    <a:pathLst>
                      <a:path w="1650" h="1414" extrusionOk="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79" name="Google Shape;10579;p62"/>
                  <p:cNvSpPr/>
                  <p:nvPr/>
                </p:nvSpPr>
                <p:spPr>
                  <a:xfrm>
                    <a:off x="6988218" y="2464720"/>
                    <a:ext cx="41658" cy="35700"/>
                  </a:xfrm>
                  <a:custGeom>
                    <a:avLst/>
                    <a:gdLst/>
                    <a:ahLst/>
                    <a:cxnLst/>
                    <a:rect l="l" t="t" r="r" b="b"/>
                    <a:pathLst>
                      <a:path w="1650" h="1414" extrusionOk="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80" name="Google Shape;10580;p62"/>
                  <p:cNvSpPr/>
                  <p:nvPr/>
                </p:nvSpPr>
                <p:spPr>
                  <a:xfrm>
                    <a:off x="7001876" y="2594214"/>
                    <a:ext cx="30625" cy="104525"/>
                  </a:xfrm>
                  <a:custGeom>
                    <a:avLst/>
                    <a:gdLst/>
                    <a:ahLst/>
                    <a:cxnLst/>
                    <a:rect l="l" t="t" r="r" b="b"/>
                    <a:pathLst>
                      <a:path w="1213" h="4140" extrusionOk="0">
                        <a:moveTo>
                          <a:pt x="815" y="1"/>
                        </a:moveTo>
                        <a:lnTo>
                          <a:pt x="0" y="79"/>
                        </a:lnTo>
                        <a:lnTo>
                          <a:pt x="398" y="4140"/>
                        </a:lnTo>
                        <a:lnTo>
                          <a:pt x="1213" y="4061"/>
                        </a:lnTo>
                        <a:lnTo>
                          <a:pt x="81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81" name="Google Shape;10581;p62"/>
                  <p:cNvSpPr/>
                  <p:nvPr/>
                </p:nvSpPr>
                <p:spPr>
                  <a:xfrm>
                    <a:off x="6979987" y="2577349"/>
                    <a:ext cx="38124" cy="31938"/>
                  </a:xfrm>
                  <a:custGeom>
                    <a:avLst/>
                    <a:gdLst/>
                    <a:ahLst/>
                    <a:cxnLst/>
                    <a:rect l="l" t="t" r="r" b="b"/>
                    <a:pathLst>
                      <a:path w="1510" h="1265" extrusionOk="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82" name="Google Shape;10582;p62"/>
                  <p:cNvSpPr/>
                  <p:nvPr/>
                </p:nvSpPr>
                <p:spPr>
                  <a:xfrm>
                    <a:off x="7002028" y="2575077"/>
                    <a:ext cx="38124" cy="32090"/>
                  </a:xfrm>
                  <a:custGeom>
                    <a:avLst/>
                    <a:gdLst/>
                    <a:ahLst/>
                    <a:cxnLst/>
                    <a:rect l="l" t="t" r="r" b="b"/>
                    <a:pathLst>
                      <a:path w="1510" h="1271" extrusionOk="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83" name="Google Shape;10583;p62"/>
                  <p:cNvSpPr/>
                  <p:nvPr/>
                </p:nvSpPr>
                <p:spPr>
                  <a:xfrm>
                    <a:off x="6989859" y="2680182"/>
                    <a:ext cx="38174" cy="31963"/>
                  </a:xfrm>
                  <a:custGeom>
                    <a:avLst/>
                    <a:gdLst/>
                    <a:ahLst/>
                    <a:cxnLst/>
                    <a:rect l="l" t="t" r="r" b="b"/>
                    <a:pathLst>
                      <a:path w="1512" h="1266" extrusionOk="0">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84" name="Google Shape;10584;p62"/>
                  <p:cNvSpPr/>
                  <p:nvPr/>
                </p:nvSpPr>
                <p:spPr>
                  <a:xfrm>
                    <a:off x="7012076" y="2678086"/>
                    <a:ext cx="37997" cy="32090"/>
                  </a:xfrm>
                  <a:custGeom>
                    <a:avLst/>
                    <a:gdLst/>
                    <a:ahLst/>
                    <a:cxnLst/>
                    <a:rect l="l" t="t" r="r" b="b"/>
                    <a:pathLst>
                      <a:path w="1505" h="1271" extrusionOk="0">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85" name="Google Shape;10585;p62"/>
                  <p:cNvSpPr/>
                  <p:nvPr/>
                </p:nvSpPr>
                <p:spPr>
                  <a:xfrm>
                    <a:off x="6850316" y="2178085"/>
                    <a:ext cx="55974" cy="109271"/>
                  </a:xfrm>
                  <a:custGeom>
                    <a:avLst/>
                    <a:gdLst/>
                    <a:ahLst/>
                    <a:cxnLst/>
                    <a:rect l="l" t="t" r="r" b="b"/>
                    <a:pathLst>
                      <a:path w="2217" h="4328" extrusionOk="0">
                        <a:moveTo>
                          <a:pt x="1317" y="0"/>
                        </a:moveTo>
                        <a:lnTo>
                          <a:pt x="1" y="4035"/>
                        </a:lnTo>
                        <a:lnTo>
                          <a:pt x="894" y="4328"/>
                        </a:lnTo>
                        <a:lnTo>
                          <a:pt x="2217" y="287"/>
                        </a:lnTo>
                        <a:lnTo>
                          <a:pt x="131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86" name="Google Shape;10586;p62"/>
                  <p:cNvSpPr/>
                  <p:nvPr/>
                </p:nvSpPr>
                <p:spPr>
                  <a:xfrm>
                    <a:off x="6864858" y="2156120"/>
                    <a:ext cx="40775" cy="34463"/>
                  </a:xfrm>
                  <a:custGeom>
                    <a:avLst/>
                    <a:gdLst/>
                    <a:ahLst/>
                    <a:cxnLst/>
                    <a:rect l="l" t="t" r="r" b="b"/>
                    <a:pathLst>
                      <a:path w="1615" h="1365" extrusionOk="0">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87" name="Google Shape;10587;p62"/>
                  <p:cNvSpPr/>
                  <p:nvPr/>
                </p:nvSpPr>
                <p:spPr>
                  <a:xfrm>
                    <a:off x="6887581" y="2163517"/>
                    <a:ext cx="40775" cy="34463"/>
                  </a:xfrm>
                  <a:custGeom>
                    <a:avLst/>
                    <a:gdLst/>
                    <a:ahLst/>
                    <a:cxnLst/>
                    <a:rect l="l" t="t" r="r" b="b"/>
                    <a:pathLst>
                      <a:path w="1615" h="1365" extrusionOk="0">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88" name="Google Shape;10588;p62"/>
                  <p:cNvSpPr/>
                  <p:nvPr/>
                </p:nvSpPr>
                <p:spPr>
                  <a:xfrm>
                    <a:off x="6830471" y="2261755"/>
                    <a:ext cx="40775" cy="34539"/>
                  </a:xfrm>
                  <a:custGeom>
                    <a:avLst/>
                    <a:gdLst/>
                    <a:ahLst/>
                    <a:cxnLst/>
                    <a:rect l="l" t="t" r="r" b="b"/>
                    <a:pathLst>
                      <a:path w="1615" h="1368" extrusionOk="0">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89" name="Google Shape;10589;p62"/>
                  <p:cNvSpPr/>
                  <p:nvPr/>
                </p:nvSpPr>
                <p:spPr>
                  <a:xfrm>
                    <a:off x="6853017" y="2269178"/>
                    <a:ext cx="40775" cy="34539"/>
                  </a:xfrm>
                  <a:custGeom>
                    <a:avLst/>
                    <a:gdLst/>
                    <a:ahLst/>
                    <a:cxnLst/>
                    <a:rect l="l" t="t" r="r" b="b"/>
                    <a:pathLst>
                      <a:path w="1615" h="1368" extrusionOk="0">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0" name="Google Shape;10590;p62"/>
                  <p:cNvSpPr/>
                  <p:nvPr/>
                </p:nvSpPr>
                <p:spPr>
                  <a:xfrm>
                    <a:off x="6907905" y="2021424"/>
                    <a:ext cx="55974" cy="109448"/>
                  </a:xfrm>
                  <a:custGeom>
                    <a:avLst/>
                    <a:gdLst/>
                    <a:ahLst/>
                    <a:cxnLst/>
                    <a:rect l="l" t="t" r="r" b="b"/>
                    <a:pathLst>
                      <a:path w="2217" h="4335" extrusionOk="0">
                        <a:moveTo>
                          <a:pt x="1324" y="0"/>
                        </a:moveTo>
                        <a:lnTo>
                          <a:pt x="1" y="4041"/>
                        </a:lnTo>
                        <a:lnTo>
                          <a:pt x="900" y="4335"/>
                        </a:lnTo>
                        <a:lnTo>
                          <a:pt x="2217" y="294"/>
                        </a:lnTo>
                        <a:lnTo>
                          <a:pt x="132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1" name="Google Shape;10591;p62"/>
                  <p:cNvSpPr/>
                  <p:nvPr/>
                </p:nvSpPr>
                <p:spPr>
                  <a:xfrm>
                    <a:off x="6922625" y="1999459"/>
                    <a:ext cx="40775" cy="34387"/>
                  </a:xfrm>
                  <a:custGeom>
                    <a:avLst/>
                    <a:gdLst/>
                    <a:ahLst/>
                    <a:cxnLst/>
                    <a:rect l="l" t="t" r="r" b="b"/>
                    <a:pathLst>
                      <a:path w="1615" h="1362" extrusionOk="0">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2" name="Google Shape;10592;p62"/>
                  <p:cNvSpPr/>
                  <p:nvPr/>
                </p:nvSpPr>
                <p:spPr>
                  <a:xfrm>
                    <a:off x="6945196" y="2006882"/>
                    <a:ext cx="40749" cy="34463"/>
                  </a:xfrm>
                  <a:custGeom>
                    <a:avLst/>
                    <a:gdLst/>
                    <a:ahLst/>
                    <a:cxnLst/>
                    <a:rect l="l" t="t" r="r" b="b"/>
                    <a:pathLst>
                      <a:path w="1614" h="1365" extrusionOk="0">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3" name="Google Shape;10593;p62"/>
                  <p:cNvSpPr/>
                  <p:nvPr/>
                </p:nvSpPr>
                <p:spPr>
                  <a:xfrm>
                    <a:off x="6888061" y="2105271"/>
                    <a:ext cx="40775" cy="34488"/>
                  </a:xfrm>
                  <a:custGeom>
                    <a:avLst/>
                    <a:gdLst/>
                    <a:ahLst/>
                    <a:cxnLst/>
                    <a:rect l="l" t="t" r="r" b="b"/>
                    <a:pathLst>
                      <a:path w="1615" h="1366" extrusionOk="0">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4" name="Google Shape;10594;p62"/>
                  <p:cNvSpPr/>
                  <p:nvPr/>
                </p:nvSpPr>
                <p:spPr>
                  <a:xfrm>
                    <a:off x="6910783" y="2112517"/>
                    <a:ext cx="40775" cy="34539"/>
                  </a:xfrm>
                  <a:custGeom>
                    <a:avLst/>
                    <a:gdLst/>
                    <a:ahLst/>
                    <a:cxnLst/>
                    <a:rect l="l" t="t" r="r" b="b"/>
                    <a:pathLst>
                      <a:path w="1615" h="1368" extrusionOk="0">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5" name="Google Shape;10595;p62"/>
                  <p:cNvSpPr/>
                  <p:nvPr/>
                </p:nvSpPr>
                <p:spPr>
                  <a:xfrm>
                    <a:off x="6957113" y="1968758"/>
                    <a:ext cx="226622" cy="24717"/>
                  </a:xfrm>
                  <a:custGeom>
                    <a:avLst/>
                    <a:gdLst/>
                    <a:ahLst/>
                    <a:cxnLst/>
                    <a:rect l="l" t="t" r="r" b="b"/>
                    <a:pathLst>
                      <a:path w="8976" h="979" extrusionOk="0">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6" name="Google Shape;10596;p62"/>
                  <p:cNvSpPr/>
                  <p:nvPr/>
                </p:nvSpPr>
                <p:spPr>
                  <a:xfrm>
                    <a:off x="7039546" y="1927453"/>
                    <a:ext cx="61907" cy="24717"/>
                  </a:xfrm>
                  <a:custGeom>
                    <a:avLst/>
                    <a:gdLst/>
                    <a:ahLst/>
                    <a:cxnLst/>
                    <a:rect l="l" t="t" r="r" b="b"/>
                    <a:pathLst>
                      <a:path w="2452" h="979" extrusionOk="0">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7" name="Google Shape;10597;p62"/>
                  <p:cNvSpPr/>
                  <p:nvPr/>
                </p:nvSpPr>
                <p:spPr>
                  <a:xfrm>
                    <a:off x="7039546" y="2257236"/>
                    <a:ext cx="61907" cy="24692"/>
                  </a:xfrm>
                  <a:custGeom>
                    <a:avLst/>
                    <a:gdLst/>
                    <a:ahLst/>
                    <a:cxnLst/>
                    <a:rect l="l" t="t" r="r" b="b"/>
                    <a:pathLst>
                      <a:path w="2452" h="978" extrusionOk="0">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8" name="Google Shape;10598;p62"/>
                  <p:cNvSpPr/>
                  <p:nvPr/>
                </p:nvSpPr>
                <p:spPr>
                  <a:xfrm>
                    <a:off x="7039546" y="2216082"/>
                    <a:ext cx="61907" cy="24717"/>
                  </a:xfrm>
                  <a:custGeom>
                    <a:avLst/>
                    <a:gdLst/>
                    <a:ahLst/>
                    <a:cxnLst/>
                    <a:rect l="l" t="t" r="r" b="b"/>
                    <a:pathLst>
                      <a:path w="2452" h="979" extrusionOk="0">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599" name="Google Shape;10599;p62"/>
                  <p:cNvSpPr/>
                  <p:nvPr/>
                </p:nvSpPr>
                <p:spPr>
                  <a:xfrm>
                    <a:off x="7039546" y="2178893"/>
                    <a:ext cx="61907" cy="24717"/>
                  </a:xfrm>
                  <a:custGeom>
                    <a:avLst/>
                    <a:gdLst/>
                    <a:ahLst/>
                    <a:cxnLst/>
                    <a:rect l="l" t="t" r="r" b="b"/>
                    <a:pathLst>
                      <a:path w="2452" h="979" extrusionOk="0">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00" name="Google Shape;10600;p62"/>
                  <p:cNvSpPr/>
                  <p:nvPr/>
                </p:nvSpPr>
                <p:spPr>
                  <a:xfrm>
                    <a:off x="7051892" y="1972873"/>
                    <a:ext cx="32948" cy="185493"/>
                  </a:xfrm>
                  <a:custGeom>
                    <a:avLst/>
                    <a:gdLst/>
                    <a:ahLst/>
                    <a:cxnLst/>
                    <a:rect l="l" t="t" r="r" b="b"/>
                    <a:pathLst>
                      <a:path w="1305" h="7347" extrusionOk="0">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01" name="Google Shape;10601;p62"/>
                  <p:cNvSpPr/>
                  <p:nvPr/>
                </p:nvSpPr>
                <p:spPr>
                  <a:xfrm>
                    <a:off x="7058810" y="2022661"/>
                    <a:ext cx="95461" cy="38124"/>
                  </a:xfrm>
                  <a:custGeom>
                    <a:avLst/>
                    <a:gdLst/>
                    <a:ahLst/>
                    <a:cxnLst/>
                    <a:rect l="l" t="t" r="r" b="b"/>
                    <a:pathLst>
                      <a:path w="3781" h="1510" extrusionOk="0">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02" name="Google Shape;10602;p62"/>
                  <p:cNvSpPr/>
                  <p:nvPr/>
                </p:nvSpPr>
                <p:spPr>
                  <a:xfrm>
                    <a:off x="7050427" y="2076135"/>
                    <a:ext cx="108135" cy="37947"/>
                  </a:xfrm>
                  <a:custGeom>
                    <a:avLst/>
                    <a:gdLst/>
                    <a:ahLst/>
                    <a:cxnLst/>
                    <a:rect l="l" t="t" r="r" b="b"/>
                    <a:pathLst>
                      <a:path w="4283" h="1503" extrusionOk="0">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03" name="Google Shape;10603;p62"/>
                  <p:cNvSpPr/>
                  <p:nvPr/>
                </p:nvSpPr>
                <p:spPr>
                  <a:xfrm>
                    <a:off x="6988722" y="2022358"/>
                    <a:ext cx="90361" cy="37922"/>
                  </a:xfrm>
                  <a:custGeom>
                    <a:avLst/>
                    <a:gdLst/>
                    <a:ahLst/>
                    <a:cxnLst/>
                    <a:rect l="l" t="t" r="r" b="b"/>
                    <a:pathLst>
                      <a:path w="3579" h="1502" extrusionOk="0">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04" name="Google Shape;10604;p62"/>
                  <p:cNvSpPr/>
                  <p:nvPr/>
                </p:nvSpPr>
                <p:spPr>
                  <a:xfrm>
                    <a:off x="7058305" y="2132892"/>
                    <a:ext cx="95966" cy="38149"/>
                  </a:xfrm>
                  <a:custGeom>
                    <a:avLst/>
                    <a:gdLst/>
                    <a:ahLst/>
                    <a:cxnLst/>
                    <a:rect l="l" t="t" r="r" b="b"/>
                    <a:pathLst>
                      <a:path w="3801" h="1511" extrusionOk="0">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05" name="Google Shape;10605;p62"/>
                  <p:cNvSpPr/>
                  <p:nvPr/>
                </p:nvSpPr>
                <p:spPr>
                  <a:xfrm>
                    <a:off x="6988722" y="2132589"/>
                    <a:ext cx="90361" cy="38098"/>
                  </a:xfrm>
                  <a:custGeom>
                    <a:avLst/>
                    <a:gdLst/>
                    <a:ahLst/>
                    <a:cxnLst/>
                    <a:rect l="l" t="t" r="r" b="b"/>
                    <a:pathLst>
                      <a:path w="3579" h="1509" extrusionOk="0">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06" name="Google Shape;10606;p62"/>
                  <p:cNvSpPr/>
                  <p:nvPr/>
                </p:nvSpPr>
                <p:spPr>
                  <a:xfrm>
                    <a:off x="6976351" y="2075959"/>
                    <a:ext cx="110786" cy="37493"/>
                  </a:xfrm>
                  <a:custGeom>
                    <a:avLst/>
                    <a:gdLst/>
                    <a:ahLst/>
                    <a:cxnLst/>
                    <a:rect l="l" t="t" r="r" b="b"/>
                    <a:pathLst>
                      <a:path w="4388" h="1485" extrusionOk="0">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07" name="Google Shape;10607;p62"/>
                  <p:cNvSpPr/>
                  <p:nvPr/>
                </p:nvSpPr>
                <p:spPr>
                  <a:xfrm>
                    <a:off x="6825321" y="2309220"/>
                    <a:ext cx="45269" cy="36053"/>
                  </a:xfrm>
                  <a:custGeom>
                    <a:avLst/>
                    <a:gdLst/>
                    <a:ahLst/>
                    <a:cxnLst/>
                    <a:rect l="l" t="t" r="r" b="b"/>
                    <a:pathLst>
                      <a:path w="1793" h="1428" extrusionOk="0">
                        <a:moveTo>
                          <a:pt x="815" y="1"/>
                        </a:moveTo>
                        <a:cubicBezTo>
                          <a:pt x="0" y="1"/>
                          <a:pt x="0" y="1428"/>
                          <a:pt x="815" y="1428"/>
                        </a:cubicBezTo>
                        <a:cubicBezTo>
                          <a:pt x="1792" y="1428"/>
                          <a:pt x="1792" y="1"/>
                          <a:pt x="8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08" name="Google Shape;10608;p62"/>
                  <p:cNvSpPr/>
                  <p:nvPr/>
                </p:nvSpPr>
                <p:spPr>
                  <a:xfrm>
                    <a:off x="6812697" y="2361054"/>
                    <a:ext cx="18405" cy="28883"/>
                  </a:xfrm>
                  <a:custGeom>
                    <a:avLst/>
                    <a:gdLst/>
                    <a:ahLst/>
                    <a:cxnLst/>
                    <a:rect l="l" t="t" r="r" b="b"/>
                    <a:pathLst>
                      <a:path w="729" h="1144" extrusionOk="0">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09" name="Google Shape;10609;p62"/>
                  <p:cNvSpPr/>
                  <p:nvPr/>
                </p:nvSpPr>
                <p:spPr>
                  <a:xfrm>
                    <a:off x="6832339" y="2374662"/>
                    <a:ext cx="22773" cy="27318"/>
                  </a:xfrm>
                  <a:custGeom>
                    <a:avLst/>
                    <a:gdLst/>
                    <a:ahLst/>
                    <a:cxnLst/>
                    <a:rect l="l" t="t" r="r" b="b"/>
                    <a:pathLst>
                      <a:path w="902" h="1082" extrusionOk="0">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10" name="Google Shape;10610;p62"/>
                  <p:cNvSpPr/>
                  <p:nvPr/>
                </p:nvSpPr>
                <p:spPr>
                  <a:xfrm>
                    <a:off x="6973725" y="2516225"/>
                    <a:ext cx="61755" cy="50722"/>
                  </a:xfrm>
                  <a:custGeom>
                    <a:avLst/>
                    <a:gdLst/>
                    <a:ahLst/>
                    <a:cxnLst/>
                    <a:rect l="l" t="t" r="r" b="b"/>
                    <a:pathLst>
                      <a:path w="2446" h="2009" extrusionOk="0">
                        <a:moveTo>
                          <a:pt x="1142" y="1"/>
                        </a:moveTo>
                        <a:cubicBezTo>
                          <a:pt x="1" y="1"/>
                          <a:pt x="1" y="2008"/>
                          <a:pt x="1142" y="2008"/>
                        </a:cubicBezTo>
                        <a:cubicBezTo>
                          <a:pt x="2445" y="2008"/>
                          <a:pt x="2445" y="1"/>
                          <a:pt x="11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11" name="Google Shape;10611;p62"/>
                  <p:cNvSpPr/>
                  <p:nvPr/>
                </p:nvSpPr>
                <p:spPr>
                  <a:xfrm>
                    <a:off x="6998418" y="2738706"/>
                    <a:ext cx="45269" cy="34589"/>
                  </a:xfrm>
                  <a:custGeom>
                    <a:avLst/>
                    <a:gdLst/>
                    <a:ahLst/>
                    <a:cxnLst/>
                    <a:rect l="l" t="t" r="r" b="b"/>
                    <a:pathLst>
                      <a:path w="1793" h="1370" extrusionOk="0">
                        <a:moveTo>
                          <a:pt x="815" y="0"/>
                        </a:moveTo>
                        <a:cubicBezTo>
                          <a:pt x="1" y="0"/>
                          <a:pt x="1" y="1369"/>
                          <a:pt x="815" y="1369"/>
                        </a:cubicBezTo>
                        <a:cubicBezTo>
                          <a:pt x="1793" y="1369"/>
                          <a:pt x="1793" y="0"/>
                          <a:pt x="8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12" name="Google Shape;10612;p62"/>
                  <p:cNvSpPr/>
                  <p:nvPr/>
                </p:nvSpPr>
                <p:spPr>
                  <a:xfrm>
                    <a:off x="6982007" y="2784202"/>
                    <a:ext cx="50672" cy="23127"/>
                  </a:xfrm>
                  <a:custGeom>
                    <a:avLst/>
                    <a:gdLst/>
                    <a:ahLst/>
                    <a:cxnLst/>
                    <a:rect l="l" t="t" r="r" b="b"/>
                    <a:pathLst>
                      <a:path w="2007" h="916" extrusionOk="0">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13" name="Google Shape;10613;p62"/>
                  <p:cNvSpPr/>
                  <p:nvPr/>
                </p:nvSpPr>
                <p:spPr>
                  <a:xfrm>
                    <a:off x="7130235" y="2372566"/>
                    <a:ext cx="24692" cy="111266"/>
                  </a:xfrm>
                  <a:custGeom>
                    <a:avLst/>
                    <a:gdLst/>
                    <a:ahLst/>
                    <a:cxnLst/>
                    <a:rect l="l" t="t" r="r" b="b"/>
                    <a:pathLst>
                      <a:path w="978" h="4407" extrusionOk="0">
                        <a:moveTo>
                          <a:pt x="0" y="1"/>
                        </a:moveTo>
                        <a:lnTo>
                          <a:pt x="0" y="4407"/>
                        </a:lnTo>
                        <a:lnTo>
                          <a:pt x="978" y="4407"/>
                        </a:lnTo>
                        <a:lnTo>
                          <a:pt x="97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14" name="Google Shape;10614;p62"/>
                  <p:cNvSpPr/>
                  <p:nvPr/>
                </p:nvSpPr>
                <p:spPr>
                  <a:xfrm>
                    <a:off x="7135663" y="2349212"/>
                    <a:ext cx="41810" cy="35877"/>
                  </a:xfrm>
                  <a:custGeom>
                    <a:avLst/>
                    <a:gdLst/>
                    <a:ahLst/>
                    <a:cxnLst/>
                    <a:rect l="l" t="t" r="r" b="b"/>
                    <a:pathLst>
                      <a:path w="1656" h="1421" extrusionOk="0">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15" name="Google Shape;10615;p62"/>
                  <p:cNvSpPr/>
                  <p:nvPr/>
                </p:nvSpPr>
                <p:spPr>
                  <a:xfrm>
                    <a:off x="7110971" y="2349212"/>
                    <a:ext cx="41835" cy="35877"/>
                  </a:xfrm>
                  <a:custGeom>
                    <a:avLst/>
                    <a:gdLst/>
                    <a:ahLst/>
                    <a:cxnLst/>
                    <a:rect l="l" t="t" r="r" b="b"/>
                    <a:pathLst>
                      <a:path w="1657" h="1421" extrusionOk="0">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16" name="Google Shape;10616;p62"/>
                  <p:cNvSpPr/>
                  <p:nvPr/>
                </p:nvSpPr>
                <p:spPr>
                  <a:xfrm>
                    <a:off x="7135663" y="2464720"/>
                    <a:ext cx="41810" cy="35776"/>
                  </a:xfrm>
                  <a:custGeom>
                    <a:avLst/>
                    <a:gdLst/>
                    <a:ahLst/>
                    <a:cxnLst/>
                    <a:rect l="l" t="t" r="r" b="b"/>
                    <a:pathLst>
                      <a:path w="1656" h="1417" extrusionOk="0">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17" name="Google Shape;10617;p62"/>
                  <p:cNvSpPr/>
                  <p:nvPr/>
                </p:nvSpPr>
                <p:spPr>
                  <a:xfrm>
                    <a:off x="7110971" y="2464720"/>
                    <a:ext cx="41835" cy="35776"/>
                  </a:xfrm>
                  <a:custGeom>
                    <a:avLst/>
                    <a:gdLst/>
                    <a:ahLst/>
                    <a:cxnLst/>
                    <a:rect l="l" t="t" r="r" b="b"/>
                    <a:pathLst>
                      <a:path w="1657" h="1417" extrusionOk="0">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18" name="Google Shape;10618;p62"/>
                  <p:cNvSpPr/>
                  <p:nvPr/>
                </p:nvSpPr>
                <p:spPr>
                  <a:xfrm>
                    <a:off x="7108673" y="2594568"/>
                    <a:ext cx="30474" cy="104499"/>
                  </a:xfrm>
                  <a:custGeom>
                    <a:avLst/>
                    <a:gdLst/>
                    <a:ahLst/>
                    <a:cxnLst/>
                    <a:rect l="l" t="t" r="r" b="b"/>
                    <a:pathLst>
                      <a:path w="1207" h="4139" extrusionOk="0">
                        <a:moveTo>
                          <a:pt x="398" y="0"/>
                        </a:moveTo>
                        <a:lnTo>
                          <a:pt x="0" y="4060"/>
                        </a:lnTo>
                        <a:lnTo>
                          <a:pt x="815" y="4139"/>
                        </a:lnTo>
                        <a:lnTo>
                          <a:pt x="1206" y="78"/>
                        </a:lnTo>
                        <a:lnTo>
                          <a:pt x="3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19" name="Google Shape;10619;p62"/>
                  <p:cNvSpPr/>
                  <p:nvPr/>
                </p:nvSpPr>
                <p:spPr>
                  <a:xfrm>
                    <a:off x="7122913" y="2577349"/>
                    <a:ext cx="38098" cy="31938"/>
                  </a:xfrm>
                  <a:custGeom>
                    <a:avLst/>
                    <a:gdLst/>
                    <a:ahLst/>
                    <a:cxnLst/>
                    <a:rect l="l" t="t" r="r" b="b"/>
                    <a:pathLst>
                      <a:path w="1509" h="1265" extrusionOk="0">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0" name="Google Shape;10620;p62"/>
                  <p:cNvSpPr/>
                  <p:nvPr/>
                </p:nvSpPr>
                <p:spPr>
                  <a:xfrm>
                    <a:off x="7100821" y="2575077"/>
                    <a:ext cx="38149" cy="32090"/>
                  </a:xfrm>
                  <a:custGeom>
                    <a:avLst/>
                    <a:gdLst/>
                    <a:ahLst/>
                    <a:cxnLst/>
                    <a:rect l="l" t="t" r="r" b="b"/>
                    <a:pathLst>
                      <a:path w="1511" h="1271" extrusionOk="0">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1" name="Google Shape;10621;p62"/>
                  <p:cNvSpPr/>
                  <p:nvPr/>
                </p:nvSpPr>
                <p:spPr>
                  <a:xfrm>
                    <a:off x="7112864" y="2680182"/>
                    <a:ext cx="38124" cy="31963"/>
                  </a:xfrm>
                  <a:custGeom>
                    <a:avLst/>
                    <a:gdLst/>
                    <a:ahLst/>
                    <a:cxnLst/>
                    <a:rect l="l" t="t" r="r" b="b"/>
                    <a:pathLst>
                      <a:path w="1510" h="1266" extrusionOk="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2" name="Google Shape;10622;p62"/>
                  <p:cNvSpPr/>
                  <p:nvPr/>
                </p:nvSpPr>
                <p:spPr>
                  <a:xfrm>
                    <a:off x="7090823" y="2678086"/>
                    <a:ext cx="38124" cy="32090"/>
                  </a:xfrm>
                  <a:custGeom>
                    <a:avLst/>
                    <a:gdLst/>
                    <a:ahLst/>
                    <a:cxnLst/>
                    <a:rect l="l" t="t" r="r" b="b"/>
                    <a:pathLst>
                      <a:path w="1510" h="1271" extrusionOk="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3" name="Google Shape;10623;p62"/>
                  <p:cNvSpPr/>
                  <p:nvPr/>
                </p:nvSpPr>
                <p:spPr>
                  <a:xfrm>
                    <a:off x="7234886" y="2178085"/>
                    <a:ext cx="55974" cy="109448"/>
                  </a:xfrm>
                  <a:custGeom>
                    <a:avLst/>
                    <a:gdLst/>
                    <a:ahLst/>
                    <a:cxnLst/>
                    <a:rect l="l" t="t" r="r" b="b"/>
                    <a:pathLst>
                      <a:path w="2217" h="4335" extrusionOk="0">
                        <a:moveTo>
                          <a:pt x="900" y="0"/>
                        </a:moveTo>
                        <a:lnTo>
                          <a:pt x="0" y="293"/>
                        </a:lnTo>
                        <a:lnTo>
                          <a:pt x="1317" y="4334"/>
                        </a:lnTo>
                        <a:lnTo>
                          <a:pt x="2216" y="4041"/>
                        </a:lnTo>
                        <a:lnTo>
                          <a:pt x="9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4" name="Google Shape;10624;p62"/>
                  <p:cNvSpPr/>
                  <p:nvPr/>
                </p:nvSpPr>
                <p:spPr>
                  <a:xfrm>
                    <a:off x="7235214" y="2156120"/>
                    <a:ext cx="40775" cy="34463"/>
                  </a:xfrm>
                  <a:custGeom>
                    <a:avLst/>
                    <a:gdLst/>
                    <a:ahLst/>
                    <a:cxnLst/>
                    <a:rect l="l" t="t" r="r" b="b"/>
                    <a:pathLst>
                      <a:path w="1615" h="1365" extrusionOk="0">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5" name="Google Shape;10625;p62"/>
                  <p:cNvSpPr/>
                  <p:nvPr/>
                </p:nvSpPr>
                <p:spPr>
                  <a:xfrm>
                    <a:off x="7212668" y="2163517"/>
                    <a:ext cx="40749" cy="34488"/>
                  </a:xfrm>
                  <a:custGeom>
                    <a:avLst/>
                    <a:gdLst/>
                    <a:ahLst/>
                    <a:cxnLst/>
                    <a:rect l="l" t="t" r="r" b="b"/>
                    <a:pathLst>
                      <a:path w="1614" h="1366" extrusionOk="0">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6" name="Google Shape;10626;p62"/>
                  <p:cNvSpPr/>
                  <p:nvPr/>
                </p:nvSpPr>
                <p:spPr>
                  <a:xfrm>
                    <a:off x="7269778" y="2261932"/>
                    <a:ext cx="40749" cy="34362"/>
                  </a:xfrm>
                  <a:custGeom>
                    <a:avLst/>
                    <a:gdLst/>
                    <a:ahLst/>
                    <a:cxnLst/>
                    <a:rect l="l" t="t" r="r" b="b"/>
                    <a:pathLst>
                      <a:path w="1614" h="1361" extrusionOk="0">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7" name="Google Shape;10627;p62"/>
                  <p:cNvSpPr/>
                  <p:nvPr/>
                </p:nvSpPr>
                <p:spPr>
                  <a:xfrm>
                    <a:off x="7247055" y="2269178"/>
                    <a:ext cx="40775" cy="34539"/>
                  </a:xfrm>
                  <a:custGeom>
                    <a:avLst/>
                    <a:gdLst/>
                    <a:ahLst/>
                    <a:cxnLst/>
                    <a:rect l="l" t="t" r="r" b="b"/>
                    <a:pathLst>
                      <a:path w="1615" h="1368" extrusionOk="0">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8" name="Google Shape;10628;p62"/>
                  <p:cNvSpPr/>
                  <p:nvPr/>
                </p:nvSpPr>
                <p:spPr>
                  <a:xfrm>
                    <a:off x="7177119" y="2021601"/>
                    <a:ext cx="55974" cy="109271"/>
                  </a:xfrm>
                  <a:custGeom>
                    <a:avLst/>
                    <a:gdLst/>
                    <a:ahLst/>
                    <a:cxnLst/>
                    <a:rect l="l" t="t" r="r" b="b"/>
                    <a:pathLst>
                      <a:path w="2217" h="4328" extrusionOk="0">
                        <a:moveTo>
                          <a:pt x="900" y="0"/>
                        </a:moveTo>
                        <a:lnTo>
                          <a:pt x="1" y="287"/>
                        </a:lnTo>
                        <a:lnTo>
                          <a:pt x="1324" y="4328"/>
                        </a:lnTo>
                        <a:lnTo>
                          <a:pt x="2217" y="4034"/>
                        </a:lnTo>
                        <a:lnTo>
                          <a:pt x="9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29" name="Google Shape;10629;p62"/>
                  <p:cNvSpPr/>
                  <p:nvPr/>
                </p:nvSpPr>
                <p:spPr>
                  <a:xfrm>
                    <a:off x="7177624" y="1999459"/>
                    <a:ext cx="40749" cy="34387"/>
                  </a:xfrm>
                  <a:custGeom>
                    <a:avLst/>
                    <a:gdLst/>
                    <a:ahLst/>
                    <a:cxnLst/>
                    <a:rect l="l" t="t" r="r" b="b"/>
                    <a:pathLst>
                      <a:path w="1614" h="1362" extrusionOk="0">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0" name="Google Shape;10630;p62"/>
                  <p:cNvSpPr/>
                  <p:nvPr/>
                </p:nvSpPr>
                <p:spPr>
                  <a:xfrm>
                    <a:off x="7154902" y="2006882"/>
                    <a:ext cx="40775" cy="34463"/>
                  </a:xfrm>
                  <a:custGeom>
                    <a:avLst/>
                    <a:gdLst/>
                    <a:ahLst/>
                    <a:cxnLst/>
                    <a:rect l="l" t="t" r="r" b="b"/>
                    <a:pathLst>
                      <a:path w="1615" h="1365" extrusionOk="0">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1" name="Google Shape;10631;p62"/>
                  <p:cNvSpPr/>
                  <p:nvPr/>
                </p:nvSpPr>
                <p:spPr>
                  <a:xfrm>
                    <a:off x="7212163" y="2105271"/>
                    <a:ext cx="40623" cy="34488"/>
                  </a:xfrm>
                  <a:custGeom>
                    <a:avLst/>
                    <a:gdLst/>
                    <a:ahLst/>
                    <a:cxnLst/>
                    <a:rect l="l" t="t" r="r" b="b"/>
                    <a:pathLst>
                      <a:path w="1609" h="1366" extrusionOk="0">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2" name="Google Shape;10632;p62"/>
                  <p:cNvSpPr/>
                  <p:nvPr/>
                </p:nvSpPr>
                <p:spPr>
                  <a:xfrm>
                    <a:off x="7189465" y="2112517"/>
                    <a:ext cx="40749" cy="34539"/>
                  </a:xfrm>
                  <a:custGeom>
                    <a:avLst/>
                    <a:gdLst/>
                    <a:ahLst/>
                    <a:cxnLst/>
                    <a:rect l="l" t="t" r="r" b="b"/>
                    <a:pathLst>
                      <a:path w="1614" h="1368" extrusionOk="0">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3" name="Google Shape;10633;p62"/>
                  <p:cNvSpPr/>
                  <p:nvPr/>
                </p:nvSpPr>
                <p:spPr>
                  <a:xfrm>
                    <a:off x="7270434" y="2309220"/>
                    <a:ext cx="45269" cy="36053"/>
                  </a:xfrm>
                  <a:custGeom>
                    <a:avLst/>
                    <a:gdLst/>
                    <a:ahLst/>
                    <a:cxnLst/>
                    <a:rect l="l" t="t" r="r" b="b"/>
                    <a:pathLst>
                      <a:path w="1793" h="1428" extrusionOk="0">
                        <a:moveTo>
                          <a:pt x="978" y="1"/>
                        </a:moveTo>
                        <a:cubicBezTo>
                          <a:pt x="0" y="1"/>
                          <a:pt x="0" y="1428"/>
                          <a:pt x="978" y="1428"/>
                        </a:cubicBezTo>
                        <a:cubicBezTo>
                          <a:pt x="1792" y="1428"/>
                          <a:pt x="1792" y="1"/>
                          <a:pt x="9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4" name="Google Shape;10634;p62"/>
                  <p:cNvSpPr/>
                  <p:nvPr/>
                </p:nvSpPr>
                <p:spPr>
                  <a:xfrm>
                    <a:off x="7309921" y="2361054"/>
                    <a:ext cx="18229" cy="28883"/>
                  </a:xfrm>
                  <a:custGeom>
                    <a:avLst/>
                    <a:gdLst/>
                    <a:ahLst/>
                    <a:cxnLst/>
                    <a:rect l="l" t="t" r="r" b="b"/>
                    <a:pathLst>
                      <a:path w="722" h="1144" extrusionOk="0">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5" name="Google Shape;10635;p62"/>
                  <p:cNvSpPr/>
                  <p:nvPr/>
                </p:nvSpPr>
                <p:spPr>
                  <a:xfrm>
                    <a:off x="7285886" y="2374662"/>
                    <a:ext cx="22420" cy="27318"/>
                  </a:xfrm>
                  <a:custGeom>
                    <a:avLst/>
                    <a:gdLst/>
                    <a:ahLst/>
                    <a:cxnLst/>
                    <a:rect l="l" t="t" r="r" b="b"/>
                    <a:pathLst>
                      <a:path w="888" h="1082" extrusionOk="0">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6" name="Google Shape;10636;p62"/>
                  <p:cNvSpPr/>
                  <p:nvPr/>
                </p:nvSpPr>
                <p:spPr>
                  <a:xfrm>
                    <a:off x="7105543" y="2516225"/>
                    <a:ext cx="61730" cy="50722"/>
                  </a:xfrm>
                  <a:custGeom>
                    <a:avLst/>
                    <a:gdLst/>
                    <a:ahLst/>
                    <a:cxnLst/>
                    <a:rect l="l" t="t" r="r" b="b"/>
                    <a:pathLst>
                      <a:path w="2445" h="2009" extrusionOk="0">
                        <a:moveTo>
                          <a:pt x="1304" y="1"/>
                        </a:moveTo>
                        <a:cubicBezTo>
                          <a:pt x="1" y="1"/>
                          <a:pt x="1" y="2008"/>
                          <a:pt x="1304" y="2008"/>
                        </a:cubicBezTo>
                        <a:cubicBezTo>
                          <a:pt x="2445" y="2008"/>
                          <a:pt x="2445" y="1"/>
                          <a:pt x="13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7" name="Google Shape;10637;p62"/>
                  <p:cNvSpPr/>
                  <p:nvPr/>
                </p:nvSpPr>
                <p:spPr>
                  <a:xfrm>
                    <a:off x="7097160" y="2738706"/>
                    <a:ext cx="45420" cy="34589"/>
                  </a:xfrm>
                  <a:custGeom>
                    <a:avLst/>
                    <a:gdLst/>
                    <a:ahLst/>
                    <a:cxnLst/>
                    <a:rect l="l" t="t" r="r" b="b"/>
                    <a:pathLst>
                      <a:path w="1799" h="1370" extrusionOk="0">
                        <a:moveTo>
                          <a:pt x="984" y="0"/>
                        </a:moveTo>
                        <a:cubicBezTo>
                          <a:pt x="0" y="0"/>
                          <a:pt x="0" y="1369"/>
                          <a:pt x="984" y="1369"/>
                        </a:cubicBezTo>
                        <a:cubicBezTo>
                          <a:pt x="1799" y="1369"/>
                          <a:pt x="1799" y="0"/>
                          <a:pt x="9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8" name="Google Shape;10638;p62"/>
                  <p:cNvSpPr/>
                  <p:nvPr/>
                </p:nvSpPr>
                <p:spPr>
                  <a:xfrm>
                    <a:off x="7108345" y="2784202"/>
                    <a:ext cx="50520" cy="23127"/>
                  </a:xfrm>
                  <a:custGeom>
                    <a:avLst/>
                    <a:gdLst/>
                    <a:ahLst/>
                    <a:cxnLst/>
                    <a:rect l="l" t="t" r="r" b="b"/>
                    <a:pathLst>
                      <a:path w="2001" h="916" extrusionOk="0">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39" name="Google Shape;10639;p62"/>
                  <p:cNvSpPr/>
                  <p:nvPr/>
                </p:nvSpPr>
                <p:spPr>
                  <a:xfrm>
                    <a:off x="6949715" y="2273849"/>
                    <a:ext cx="125581" cy="69961"/>
                  </a:xfrm>
                  <a:custGeom>
                    <a:avLst/>
                    <a:gdLst/>
                    <a:ahLst/>
                    <a:cxnLst/>
                    <a:rect l="l" t="t" r="r" b="b"/>
                    <a:pathLst>
                      <a:path w="4974" h="2771" extrusionOk="0">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40" name="Google Shape;10640;p62"/>
                  <p:cNvSpPr/>
                  <p:nvPr/>
                </p:nvSpPr>
                <p:spPr>
                  <a:xfrm>
                    <a:off x="7065551" y="2273849"/>
                    <a:ext cx="125758" cy="69961"/>
                  </a:xfrm>
                  <a:custGeom>
                    <a:avLst/>
                    <a:gdLst/>
                    <a:ahLst/>
                    <a:cxnLst/>
                    <a:rect l="l" t="t" r="r" b="b"/>
                    <a:pathLst>
                      <a:path w="4981" h="2771" extrusionOk="0">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641" name="Google Shape;10641;p62"/>
                  <p:cNvGrpSpPr/>
                  <p:nvPr/>
                </p:nvGrpSpPr>
                <p:grpSpPr>
                  <a:xfrm>
                    <a:off x="6934567" y="1636703"/>
                    <a:ext cx="275980" cy="252450"/>
                    <a:chOff x="6934567" y="1636703"/>
                    <a:chExt cx="275980" cy="252450"/>
                  </a:xfrm>
                </p:grpSpPr>
                <p:sp>
                  <p:nvSpPr>
                    <p:cNvPr id="10642" name="Google Shape;10642;p62"/>
                    <p:cNvSpPr/>
                    <p:nvPr/>
                  </p:nvSpPr>
                  <p:spPr>
                    <a:xfrm>
                      <a:off x="6934567" y="1636703"/>
                      <a:ext cx="275980" cy="197334"/>
                    </a:xfrm>
                    <a:custGeom>
                      <a:avLst/>
                      <a:gdLst/>
                      <a:ahLst/>
                      <a:cxnLst/>
                      <a:rect l="l" t="t" r="r" b="b"/>
                      <a:pathLst>
                        <a:path w="10931" h="7816" extrusionOk="0">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43" name="Google Shape;10643;p62"/>
                    <p:cNvSpPr/>
                    <p:nvPr/>
                  </p:nvSpPr>
                  <p:spPr>
                    <a:xfrm>
                      <a:off x="7001700" y="1770817"/>
                      <a:ext cx="137927" cy="118335"/>
                    </a:xfrm>
                    <a:custGeom>
                      <a:avLst/>
                      <a:gdLst/>
                      <a:ahLst/>
                      <a:cxnLst/>
                      <a:rect l="l" t="t" r="r" b="b"/>
                      <a:pathLst>
                        <a:path w="5463" h="4687" extrusionOk="0">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44" name="Google Shape;10644;p62"/>
                    <p:cNvSpPr/>
                    <p:nvPr/>
                  </p:nvSpPr>
                  <p:spPr>
                    <a:xfrm>
                      <a:off x="7057168" y="1780689"/>
                      <a:ext cx="30802" cy="42643"/>
                    </a:xfrm>
                    <a:custGeom>
                      <a:avLst/>
                      <a:gdLst/>
                      <a:ahLst/>
                      <a:cxnLst/>
                      <a:rect l="l" t="t" r="r" b="b"/>
                      <a:pathLst>
                        <a:path w="1220" h="1689" extrusionOk="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sp>
            <p:nvSpPr>
              <p:cNvPr id="10645" name="Google Shape;10645;p62"/>
              <p:cNvSpPr/>
              <p:nvPr/>
            </p:nvSpPr>
            <p:spPr>
              <a:xfrm>
                <a:off x="6865944" y="1544979"/>
                <a:ext cx="406813" cy="325238"/>
              </a:xfrm>
              <a:custGeom>
                <a:avLst/>
                <a:gdLst/>
                <a:ahLst/>
                <a:cxnLst/>
                <a:rect l="l" t="t" r="r" b="b"/>
                <a:pathLst>
                  <a:path w="16113" h="12882" extrusionOk="0">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10646" name="Google Shape;10646;p62"/>
          <p:cNvSpPr/>
          <p:nvPr/>
        </p:nvSpPr>
        <p:spPr>
          <a:xfrm>
            <a:off x="4964226" y="4326883"/>
            <a:ext cx="452864" cy="49056"/>
          </a:xfrm>
          <a:custGeom>
            <a:avLst/>
            <a:gdLst/>
            <a:ahLst/>
            <a:cxnLst/>
            <a:rect l="l" t="t" r="r" b="b"/>
            <a:pathLst>
              <a:path w="17937" h="1943" extrusionOk="0">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47" name="Google Shape;10647;p62"/>
          <p:cNvSpPr/>
          <p:nvPr/>
        </p:nvSpPr>
        <p:spPr>
          <a:xfrm>
            <a:off x="4915019" y="3065442"/>
            <a:ext cx="550774" cy="1277927"/>
          </a:xfrm>
          <a:custGeom>
            <a:avLst/>
            <a:gdLst/>
            <a:ahLst/>
            <a:cxnLst/>
            <a:rect l="l" t="t" r="r" b="b"/>
            <a:pathLst>
              <a:path w="21815" h="50616" extrusionOk="0">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48" name="Google Shape;10648;p62"/>
          <p:cNvSpPr/>
          <p:nvPr/>
        </p:nvSpPr>
        <p:spPr>
          <a:xfrm>
            <a:off x="5177644" y="3411484"/>
            <a:ext cx="24869" cy="164260"/>
          </a:xfrm>
          <a:custGeom>
            <a:avLst/>
            <a:gdLst/>
            <a:ahLst/>
            <a:cxnLst/>
            <a:rect l="l" t="t" r="r" b="b"/>
            <a:pathLst>
              <a:path w="985" h="6506" extrusionOk="0">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49" name="Google Shape;10649;p62"/>
          <p:cNvSpPr/>
          <p:nvPr/>
        </p:nvSpPr>
        <p:spPr>
          <a:xfrm>
            <a:off x="5148685" y="3555774"/>
            <a:ext cx="80338" cy="55014"/>
          </a:xfrm>
          <a:custGeom>
            <a:avLst/>
            <a:gdLst/>
            <a:ahLst/>
            <a:cxnLst/>
            <a:rect l="l" t="t" r="r" b="b"/>
            <a:pathLst>
              <a:path w="3182" h="2179" extrusionOk="0">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50" name="Google Shape;10650;p62"/>
          <p:cNvSpPr/>
          <p:nvPr/>
        </p:nvSpPr>
        <p:spPr>
          <a:xfrm>
            <a:off x="5088217" y="3540499"/>
            <a:ext cx="91093" cy="197536"/>
          </a:xfrm>
          <a:custGeom>
            <a:avLst/>
            <a:gdLst/>
            <a:ahLst/>
            <a:cxnLst/>
            <a:rect l="l" t="t" r="r" b="b"/>
            <a:pathLst>
              <a:path w="3608" h="7824" extrusionOk="0">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51" name="Google Shape;10651;p62"/>
          <p:cNvSpPr/>
          <p:nvPr/>
        </p:nvSpPr>
        <p:spPr>
          <a:xfrm>
            <a:off x="5201831" y="3540499"/>
            <a:ext cx="91118" cy="197536"/>
          </a:xfrm>
          <a:custGeom>
            <a:avLst/>
            <a:gdLst/>
            <a:ahLst/>
            <a:cxnLst/>
            <a:rect l="l" t="t" r="r" b="b"/>
            <a:pathLst>
              <a:path w="3609" h="7824" extrusionOk="0">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652" name="Google Shape;10652;p62"/>
          <p:cNvGrpSpPr/>
          <p:nvPr/>
        </p:nvGrpSpPr>
        <p:grpSpPr>
          <a:xfrm>
            <a:off x="996380" y="1542757"/>
            <a:ext cx="556859" cy="1310345"/>
            <a:chOff x="996380" y="1542757"/>
            <a:chExt cx="556859" cy="1310345"/>
          </a:xfrm>
        </p:grpSpPr>
        <p:sp>
          <p:nvSpPr>
            <p:cNvPr id="10653" name="Google Shape;10653;p62"/>
            <p:cNvSpPr/>
            <p:nvPr/>
          </p:nvSpPr>
          <p:spPr>
            <a:xfrm>
              <a:off x="1091487" y="1674397"/>
              <a:ext cx="366796" cy="342104"/>
            </a:xfrm>
            <a:custGeom>
              <a:avLst/>
              <a:gdLst/>
              <a:ahLst/>
              <a:cxnLst/>
              <a:rect l="l" t="t" r="r" b="b"/>
              <a:pathLst>
                <a:path w="14528" h="13550" extrusionOk="0">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54" name="Google Shape;10654;p62"/>
            <p:cNvSpPr/>
            <p:nvPr/>
          </p:nvSpPr>
          <p:spPr>
            <a:xfrm>
              <a:off x="996380" y="1547529"/>
              <a:ext cx="556859" cy="1272651"/>
            </a:xfrm>
            <a:custGeom>
              <a:avLst/>
              <a:gdLst/>
              <a:ahLst/>
              <a:cxnLst/>
              <a:rect l="l" t="t" r="r" b="b"/>
              <a:pathLst>
                <a:path w="22056" h="50407" extrusionOk="0">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55" name="Google Shape;10655;p62"/>
            <p:cNvSpPr/>
            <p:nvPr/>
          </p:nvSpPr>
          <p:spPr>
            <a:xfrm>
              <a:off x="1046067" y="2803693"/>
              <a:ext cx="457485" cy="49409"/>
            </a:xfrm>
            <a:custGeom>
              <a:avLst/>
              <a:gdLst/>
              <a:ahLst/>
              <a:cxnLst/>
              <a:rect l="l" t="t" r="r" b="b"/>
              <a:pathLst>
                <a:path w="18120" h="1957" extrusionOk="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56" name="Google Shape;10656;p62"/>
            <p:cNvSpPr/>
            <p:nvPr/>
          </p:nvSpPr>
          <p:spPr>
            <a:xfrm>
              <a:off x="1067780" y="1542757"/>
              <a:ext cx="406813" cy="325163"/>
            </a:xfrm>
            <a:custGeom>
              <a:avLst/>
              <a:gdLst/>
              <a:ahLst/>
              <a:cxnLst/>
              <a:rect l="l" t="t" r="r" b="b"/>
              <a:pathLst>
                <a:path w="16113" h="12879" extrusionOk="0">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657" name="Google Shape;10657;p62"/>
          <p:cNvGrpSpPr/>
          <p:nvPr/>
        </p:nvGrpSpPr>
        <p:grpSpPr>
          <a:xfrm>
            <a:off x="998349" y="3064858"/>
            <a:ext cx="550774" cy="1310345"/>
            <a:chOff x="998349" y="3050689"/>
            <a:chExt cx="550774" cy="1310345"/>
          </a:xfrm>
        </p:grpSpPr>
        <p:sp>
          <p:nvSpPr>
            <p:cNvPr id="10658" name="Google Shape;10658;p62"/>
            <p:cNvSpPr/>
            <p:nvPr/>
          </p:nvSpPr>
          <p:spPr>
            <a:xfrm>
              <a:off x="998349" y="3072250"/>
              <a:ext cx="550774" cy="1256366"/>
            </a:xfrm>
            <a:custGeom>
              <a:avLst/>
              <a:gdLst/>
              <a:ahLst/>
              <a:cxnLst/>
              <a:rect l="l" t="t" r="r" b="b"/>
              <a:pathLst>
                <a:path w="21815" h="49762" extrusionOk="0">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59" name="Google Shape;10659;p62"/>
            <p:cNvSpPr/>
            <p:nvPr/>
          </p:nvSpPr>
          <p:spPr>
            <a:xfrm>
              <a:off x="1047380" y="4311978"/>
              <a:ext cx="453041" cy="49056"/>
            </a:xfrm>
            <a:custGeom>
              <a:avLst/>
              <a:gdLst/>
              <a:ahLst/>
              <a:cxnLst/>
              <a:rect l="l" t="t" r="r" b="b"/>
              <a:pathLst>
                <a:path w="17944" h="1943" extrusionOk="0">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60" name="Google Shape;10660;p62"/>
            <p:cNvSpPr/>
            <p:nvPr/>
          </p:nvSpPr>
          <p:spPr>
            <a:xfrm>
              <a:off x="1329091" y="3076164"/>
              <a:ext cx="124748" cy="171203"/>
            </a:xfrm>
            <a:custGeom>
              <a:avLst/>
              <a:gdLst/>
              <a:ahLst/>
              <a:cxnLst/>
              <a:rect l="l" t="t" r="r" b="b"/>
              <a:pathLst>
                <a:path w="4941" h="6781" extrusionOk="0">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61" name="Google Shape;10661;p62"/>
            <p:cNvSpPr/>
            <p:nvPr/>
          </p:nvSpPr>
          <p:spPr>
            <a:xfrm>
              <a:off x="1088508" y="3050689"/>
              <a:ext cx="368311" cy="203899"/>
            </a:xfrm>
            <a:custGeom>
              <a:avLst/>
              <a:gdLst/>
              <a:ahLst/>
              <a:cxnLst/>
              <a:rect l="l" t="t" r="r" b="b"/>
              <a:pathLst>
                <a:path w="14588" h="8076" extrusionOk="0">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662" name="Google Shape;10662;p62"/>
          <p:cNvGrpSpPr/>
          <p:nvPr/>
        </p:nvGrpSpPr>
        <p:grpSpPr>
          <a:xfrm>
            <a:off x="7660912" y="1542757"/>
            <a:ext cx="557515" cy="1310345"/>
            <a:chOff x="7660912" y="1542757"/>
            <a:chExt cx="557515" cy="1310345"/>
          </a:xfrm>
        </p:grpSpPr>
        <p:sp>
          <p:nvSpPr>
            <p:cNvPr id="10663" name="Google Shape;10663;p62"/>
            <p:cNvSpPr/>
            <p:nvPr/>
          </p:nvSpPr>
          <p:spPr>
            <a:xfrm>
              <a:off x="7711255" y="2803693"/>
              <a:ext cx="457485" cy="49409"/>
            </a:xfrm>
            <a:custGeom>
              <a:avLst/>
              <a:gdLst/>
              <a:ahLst/>
              <a:cxnLst/>
              <a:rect l="l" t="t" r="r" b="b"/>
              <a:pathLst>
                <a:path w="18120" h="1957" extrusionOk="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664" name="Google Shape;10664;p62"/>
            <p:cNvGrpSpPr/>
            <p:nvPr/>
          </p:nvGrpSpPr>
          <p:grpSpPr>
            <a:xfrm>
              <a:off x="7660912" y="1542757"/>
              <a:ext cx="557515" cy="1277423"/>
              <a:chOff x="7660912" y="1542757"/>
              <a:chExt cx="557515" cy="1277423"/>
            </a:xfrm>
          </p:grpSpPr>
          <p:sp>
            <p:nvSpPr>
              <p:cNvPr id="10665" name="Google Shape;10665;p62"/>
              <p:cNvSpPr/>
              <p:nvPr/>
            </p:nvSpPr>
            <p:spPr>
              <a:xfrm>
                <a:off x="7756524" y="1674397"/>
                <a:ext cx="366796" cy="342104"/>
              </a:xfrm>
              <a:custGeom>
                <a:avLst/>
                <a:gdLst/>
                <a:ahLst/>
                <a:cxnLst/>
                <a:rect l="l" t="t" r="r" b="b"/>
                <a:pathLst>
                  <a:path w="14528" h="13550" extrusionOk="0">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666" name="Google Shape;10666;p62"/>
              <p:cNvGrpSpPr/>
              <p:nvPr/>
            </p:nvGrpSpPr>
            <p:grpSpPr>
              <a:xfrm>
                <a:off x="7660912" y="1547529"/>
                <a:ext cx="557515" cy="1272651"/>
                <a:chOff x="7660912" y="1547529"/>
                <a:chExt cx="557515" cy="1272651"/>
              </a:xfrm>
            </p:grpSpPr>
            <p:sp>
              <p:nvSpPr>
                <p:cNvPr id="10667" name="Google Shape;10667;p62"/>
                <p:cNvSpPr/>
                <p:nvPr/>
              </p:nvSpPr>
              <p:spPr>
                <a:xfrm>
                  <a:off x="7660912" y="1547529"/>
                  <a:ext cx="557515" cy="1272651"/>
                </a:xfrm>
                <a:custGeom>
                  <a:avLst/>
                  <a:gdLst/>
                  <a:ahLst/>
                  <a:cxnLst/>
                  <a:rect l="l" t="t" r="r" b="b"/>
                  <a:pathLst>
                    <a:path w="22082" h="50407" extrusionOk="0">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668" name="Google Shape;10668;p62"/>
                <p:cNvGrpSpPr/>
                <p:nvPr/>
              </p:nvGrpSpPr>
              <p:grpSpPr>
                <a:xfrm>
                  <a:off x="7873243" y="2256453"/>
                  <a:ext cx="129570" cy="89679"/>
                  <a:chOff x="7873243" y="2256453"/>
                  <a:chExt cx="129570" cy="89679"/>
                </a:xfrm>
              </p:grpSpPr>
              <p:sp>
                <p:nvSpPr>
                  <p:cNvPr id="10669" name="Google Shape;10669;p62"/>
                  <p:cNvSpPr/>
                  <p:nvPr/>
                </p:nvSpPr>
                <p:spPr>
                  <a:xfrm>
                    <a:off x="7960877" y="2272687"/>
                    <a:ext cx="36079" cy="22243"/>
                  </a:xfrm>
                  <a:custGeom>
                    <a:avLst/>
                    <a:gdLst/>
                    <a:ahLst/>
                    <a:cxnLst/>
                    <a:rect l="l" t="t" r="r" b="b"/>
                    <a:pathLst>
                      <a:path w="1429" h="881" extrusionOk="0">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70" name="Google Shape;10670;p62"/>
                  <p:cNvSpPr/>
                  <p:nvPr/>
                </p:nvSpPr>
                <p:spPr>
                  <a:xfrm>
                    <a:off x="7879278" y="2272687"/>
                    <a:ext cx="36053" cy="22243"/>
                  </a:xfrm>
                  <a:custGeom>
                    <a:avLst/>
                    <a:gdLst/>
                    <a:ahLst/>
                    <a:cxnLst/>
                    <a:rect l="l" t="t" r="r" b="b"/>
                    <a:pathLst>
                      <a:path w="1428" h="881" extrusionOk="0">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71" name="Google Shape;10671;p62"/>
                  <p:cNvSpPr/>
                  <p:nvPr/>
                </p:nvSpPr>
                <p:spPr>
                  <a:xfrm>
                    <a:off x="7873243" y="2256453"/>
                    <a:ext cx="129570" cy="89679"/>
                  </a:xfrm>
                  <a:custGeom>
                    <a:avLst/>
                    <a:gdLst/>
                    <a:ahLst/>
                    <a:cxnLst/>
                    <a:rect l="l" t="t" r="r" b="b"/>
                    <a:pathLst>
                      <a:path w="5132" h="3552" extrusionOk="0">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72" name="Google Shape;10672;p62"/>
                  <p:cNvSpPr/>
                  <p:nvPr/>
                </p:nvSpPr>
                <p:spPr>
                  <a:xfrm>
                    <a:off x="7916947" y="2261351"/>
                    <a:ext cx="42163" cy="81145"/>
                  </a:xfrm>
                  <a:custGeom>
                    <a:avLst/>
                    <a:gdLst/>
                    <a:ahLst/>
                    <a:cxnLst/>
                    <a:rect l="l" t="t" r="r" b="b"/>
                    <a:pathLst>
                      <a:path w="1670" h="3214" extrusionOk="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10673" name="Google Shape;10673;p62"/>
              <p:cNvSpPr/>
              <p:nvPr/>
            </p:nvSpPr>
            <p:spPr>
              <a:xfrm>
                <a:off x="7732994" y="1542757"/>
                <a:ext cx="406788" cy="325163"/>
              </a:xfrm>
              <a:custGeom>
                <a:avLst/>
                <a:gdLst/>
                <a:ahLst/>
                <a:cxnLst/>
                <a:rect l="l" t="t" r="r" b="b"/>
                <a:pathLst>
                  <a:path w="16112" h="12879" extrusionOk="0">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
        <p:nvSpPr>
          <p:cNvPr id="10674" name="Google Shape;10674;p62"/>
          <p:cNvSpPr/>
          <p:nvPr/>
        </p:nvSpPr>
        <p:spPr>
          <a:xfrm>
            <a:off x="7712417" y="4326148"/>
            <a:ext cx="452864" cy="49056"/>
          </a:xfrm>
          <a:custGeom>
            <a:avLst/>
            <a:gdLst/>
            <a:ahLst/>
            <a:cxnLst/>
            <a:rect l="l" t="t" r="r" b="b"/>
            <a:pathLst>
              <a:path w="17937" h="1943" extrusionOk="0">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675" name="Google Shape;10675;p62"/>
          <p:cNvGrpSpPr/>
          <p:nvPr/>
        </p:nvGrpSpPr>
        <p:grpSpPr>
          <a:xfrm>
            <a:off x="7665988" y="3067429"/>
            <a:ext cx="550774" cy="1277927"/>
            <a:chOff x="7665988" y="3067429"/>
            <a:chExt cx="550774" cy="1277927"/>
          </a:xfrm>
        </p:grpSpPr>
        <p:sp>
          <p:nvSpPr>
            <p:cNvPr id="10676" name="Google Shape;10676;p62"/>
            <p:cNvSpPr/>
            <p:nvPr/>
          </p:nvSpPr>
          <p:spPr>
            <a:xfrm>
              <a:off x="7665988" y="3067429"/>
              <a:ext cx="550774" cy="1277927"/>
            </a:xfrm>
            <a:custGeom>
              <a:avLst/>
              <a:gdLst/>
              <a:ahLst/>
              <a:cxnLst/>
              <a:rect l="l" t="t" r="r" b="b"/>
              <a:pathLst>
                <a:path w="21815" h="50616" extrusionOk="0">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677" name="Google Shape;10677;p62"/>
            <p:cNvGrpSpPr/>
            <p:nvPr/>
          </p:nvGrpSpPr>
          <p:grpSpPr>
            <a:xfrm>
              <a:off x="7893590" y="3786407"/>
              <a:ext cx="93163" cy="118840"/>
              <a:chOff x="7890614" y="3772237"/>
              <a:chExt cx="93163" cy="118840"/>
            </a:xfrm>
          </p:grpSpPr>
          <p:sp>
            <p:nvSpPr>
              <p:cNvPr id="10678" name="Google Shape;10678;p62"/>
              <p:cNvSpPr/>
              <p:nvPr/>
            </p:nvSpPr>
            <p:spPr>
              <a:xfrm>
                <a:off x="7954717" y="3788017"/>
                <a:ext cx="8988" cy="49637"/>
              </a:xfrm>
              <a:custGeom>
                <a:avLst/>
                <a:gdLst/>
                <a:ahLst/>
                <a:cxnLst/>
                <a:rect l="l" t="t" r="r" b="b"/>
                <a:pathLst>
                  <a:path w="356" h="1966" extrusionOk="0">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79" name="Google Shape;10679;p62"/>
              <p:cNvSpPr/>
              <p:nvPr/>
            </p:nvSpPr>
            <p:spPr>
              <a:xfrm>
                <a:off x="7910862" y="3788017"/>
                <a:ext cx="8736" cy="49409"/>
              </a:xfrm>
              <a:custGeom>
                <a:avLst/>
                <a:gdLst/>
                <a:ahLst/>
                <a:cxnLst/>
                <a:rect l="l" t="t" r="r" b="b"/>
                <a:pathLst>
                  <a:path w="346" h="1957" extrusionOk="0">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80" name="Google Shape;10680;p62"/>
              <p:cNvSpPr/>
              <p:nvPr/>
            </p:nvSpPr>
            <p:spPr>
              <a:xfrm>
                <a:off x="7901647" y="3841693"/>
                <a:ext cx="29161" cy="38023"/>
              </a:xfrm>
              <a:custGeom>
                <a:avLst/>
                <a:gdLst/>
                <a:ahLst/>
                <a:cxnLst/>
                <a:rect l="l" t="t" r="r" b="b"/>
                <a:pathLst>
                  <a:path w="1155" h="1506" extrusionOk="0">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81" name="Google Shape;10681;p62"/>
              <p:cNvSpPr/>
              <p:nvPr/>
            </p:nvSpPr>
            <p:spPr>
              <a:xfrm>
                <a:off x="7943785" y="3841693"/>
                <a:ext cx="29136" cy="38023"/>
              </a:xfrm>
              <a:custGeom>
                <a:avLst/>
                <a:gdLst/>
                <a:ahLst/>
                <a:cxnLst/>
                <a:rect l="l" t="t" r="r" b="b"/>
                <a:pathLst>
                  <a:path w="1154" h="1506" extrusionOk="0">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82" name="Google Shape;10682;p62"/>
              <p:cNvSpPr/>
              <p:nvPr/>
            </p:nvSpPr>
            <p:spPr>
              <a:xfrm>
                <a:off x="7916139" y="3833462"/>
                <a:ext cx="42315" cy="57615"/>
              </a:xfrm>
              <a:custGeom>
                <a:avLst/>
                <a:gdLst/>
                <a:ahLst/>
                <a:cxnLst/>
                <a:rect l="l" t="t" r="r" b="b"/>
                <a:pathLst>
                  <a:path w="1676" h="2282" extrusionOk="0">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83" name="Google Shape;10683;p62"/>
              <p:cNvSpPr/>
              <p:nvPr/>
            </p:nvSpPr>
            <p:spPr>
              <a:xfrm>
                <a:off x="7890614" y="3772237"/>
                <a:ext cx="23884" cy="34917"/>
              </a:xfrm>
              <a:custGeom>
                <a:avLst/>
                <a:gdLst/>
                <a:ahLst/>
                <a:cxnLst/>
                <a:rect l="l" t="t" r="r" b="b"/>
                <a:pathLst>
                  <a:path w="946" h="1383" extrusionOk="0">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84" name="Google Shape;10684;p62"/>
              <p:cNvSpPr/>
              <p:nvPr/>
            </p:nvSpPr>
            <p:spPr>
              <a:xfrm>
                <a:off x="7959893" y="3772237"/>
                <a:ext cx="23884" cy="34917"/>
              </a:xfrm>
              <a:custGeom>
                <a:avLst/>
                <a:gdLst/>
                <a:ahLst/>
                <a:cxnLst/>
                <a:rect l="l" t="t" r="r" b="b"/>
                <a:pathLst>
                  <a:path w="946" h="1383" extrusionOk="0">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88"/>
        <p:cNvGrpSpPr/>
        <p:nvPr/>
      </p:nvGrpSpPr>
      <p:grpSpPr>
        <a:xfrm>
          <a:off x="0" y="0"/>
          <a:ext cx="0" cy="0"/>
          <a:chOff x="0" y="0"/>
          <a:chExt cx="0" cy="0"/>
        </a:xfrm>
      </p:grpSpPr>
      <p:sp>
        <p:nvSpPr>
          <p:cNvPr id="10689" name="Google Shape;10689;p6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a:solidFill>
                  <a:srgbClr val="FFFFFF"/>
                </a:solidFill>
                <a:latin typeface="Arial"/>
                <a:ea typeface="Arial"/>
                <a:cs typeface="Arial"/>
                <a:sym typeface="Arial"/>
              </a:rPr>
              <a:t>...and </a:t>
            </a:r>
            <a:r>
              <a:rPr lang="it-IT" noProof="0" dirty="0" err="1">
                <a:solidFill>
                  <a:srgbClr val="FFFFFF"/>
                </a:solidFill>
                <a:latin typeface="Arial"/>
                <a:ea typeface="Arial"/>
                <a:cs typeface="Arial"/>
                <a:sym typeface="Arial"/>
              </a:rPr>
              <a:t>our</a:t>
            </a:r>
            <a:r>
              <a:rPr lang="it-IT" noProof="0" dirty="0">
                <a:solidFill>
                  <a:srgbClr val="FFFFFF"/>
                </a:solidFill>
                <a:latin typeface="Arial"/>
                <a:ea typeface="Arial"/>
                <a:cs typeface="Arial"/>
                <a:sym typeface="Arial"/>
              </a:rPr>
              <a:t> </a:t>
            </a:r>
            <a:r>
              <a:rPr lang="it-IT" noProof="0" dirty="0">
                <a:latin typeface="Arial"/>
                <a:ea typeface="Arial"/>
                <a:cs typeface="Arial"/>
                <a:sym typeface="Arial"/>
              </a:rPr>
              <a:t>sets </a:t>
            </a:r>
            <a:r>
              <a:rPr lang="it-IT" noProof="0" dirty="0">
                <a:solidFill>
                  <a:srgbClr val="FFFFFF"/>
                </a:solidFill>
                <a:latin typeface="Arial"/>
                <a:ea typeface="Arial"/>
                <a:cs typeface="Arial"/>
                <a:sym typeface="Arial"/>
              </a:rPr>
              <a:t>of </a:t>
            </a:r>
            <a:r>
              <a:rPr lang="it-IT" noProof="0" dirty="0" err="1">
                <a:solidFill>
                  <a:srgbClr val="FFFFFF"/>
                </a:solidFill>
                <a:latin typeface="Arial"/>
                <a:ea typeface="Arial"/>
                <a:cs typeface="Arial"/>
                <a:sym typeface="Arial"/>
              </a:rPr>
              <a:t>editable</a:t>
            </a:r>
            <a:r>
              <a:rPr lang="it-IT"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icons</a:t>
            </a:r>
            <a:endParaRPr lang="it-IT" noProof="0" dirty="0">
              <a:solidFill>
                <a:srgbClr val="FFFFFF"/>
              </a:solidFill>
              <a:latin typeface="Arial"/>
              <a:ea typeface="Arial"/>
              <a:cs typeface="Arial"/>
              <a:sym typeface="Arial"/>
            </a:endParaRPr>
          </a:p>
        </p:txBody>
      </p:sp>
      <p:sp>
        <p:nvSpPr>
          <p:cNvPr id="10690" name="Google Shape;10690;p63"/>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noProof="0" dirty="0">
                <a:solidFill>
                  <a:srgbClr val="FFFFFF"/>
                </a:solidFill>
                <a:latin typeface="Arial"/>
                <a:ea typeface="Arial"/>
                <a:cs typeface="Arial"/>
                <a:sym typeface="Arial"/>
              </a:rPr>
              <a:t>You can</a:t>
            </a:r>
            <a:r>
              <a:rPr lang="it-IT" noProof="0" dirty="0">
                <a:solidFill>
                  <a:srgbClr val="435D74"/>
                </a:solidFill>
                <a:latin typeface="Arial"/>
                <a:ea typeface="Arial"/>
                <a:cs typeface="Arial"/>
                <a:sym typeface="Arial"/>
              </a:rPr>
              <a:t> </a:t>
            </a:r>
            <a:r>
              <a:rPr lang="it-IT" noProof="0" dirty="0" err="1">
                <a:solidFill>
                  <a:srgbClr val="869FB2"/>
                </a:solidFill>
                <a:latin typeface="Arial"/>
                <a:ea typeface="Arial"/>
                <a:cs typeface="Arial"/>
                <a:sym typeface="Arial"/>
              </a:rPr>
              <a:t>resize</a:t>
            </a:r>
            <a:r>
              <a:rPr lang="it-IT" noProof="0" dirty="0">
                <a:solidFill>
                  <a:srgbClr val="435D74"/>
                </a:solidFill>
                <a:latin typeface="Arial"/>
                <a:ea typeface="Arial"/>
                <a:cs typeface="Arial"/>
                <a:sym typeface="Arial"/>
              </a:rPr>
              <a:t> </a:t>
            </a:r>
            <a:r>
              <a:rPr lang="it-IT" noProof="0" dirty="0" err="1">
                <a:solidFill>
                  <a:srgbClr val="FFFFFF"/>
                </a:solidFill>
                <a:latin typeface="Arial"/>
                <a:ea typeface="Arial"/>
                <a:cs typeface="Arial"/>
                <a:sym typeface="Arial"/>
              </a:rPr>
              <a:t>these</a:t>
            </a:r>
            <a:r>
              <a:rPr lang="it-IT"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icons</a:t>
            </a:r>
            <a:r>
              <a:rPr lang="it-IT"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without</a:t>
            </a:r>
            <a:r>
              <a:rPr lang="it-IT"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losing</a:t>
            </a:r>
            <a:r>
              <a:rPr lang="it-IT"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quality</a:t>
            </a:r>
            <a:r>
              <a:rPr lang="it-IT" noProof="0" dirty="0">
                <a:solidFill>
                  <a:srgbClr val="FFFFFF"/>
                </a:solidFill>
                <a:latin typeface="Arial"/>
                <a:ea typeface="Arial"/>
                <a:cs typeface="Arial"/>
                <a:sym typeface="Arial"/>
              </a:rPr>
              <a:t>.</a:t>
            </a:r>
          </a:p>
          <a:p>
            <a:pPr marL="0" lvl="0" indent="0" algn="ctr" rtl="0">
              <a:spcBef>
                <a:spcPts val="0"/>
              </a:spcBef>
              <a:spcAft>
                <a:spcPts val="0"/>
              </a:spcAft>
              <a:buNone/>
            </a:pPr>
            <a:r>
              <a:rPr lang="it-IT" noProof="0" dirty="0">
                <a:solidFill>
                  <a:srgbClr val="FFFFFF"/>
                </a:solidFill>
                <a:latin typeface="Arial"/>
                <a:ea typeface="Arial"/>
                <a:cs typeface="Arial"/>
                <a:sym typeface="Arial"/>
              </a:rPr>
              <a:t>You can </a:t>
            </a:r>
            <a:r>
              <a:rPr lang="it-IT" noProof="0" dirty="0" err="1">
                <a:solidFill>
                  <a:srgbClr val="869FB2"/>
                </a:solidFill>
                <a:latin typeface="Arial"/>
                <a:ea typeface="Arial"/>
                <a:cs typeface="Arial"/>
                <a:sym typeface="Arial"/>
              </a:rPr>
              <a:t>change</a:t>
            </a:r>
            <a:r>
              <a:rPr lang="it-IT" noProof="0" dirty="0">
                <a:solidFill>
                  <a:srgbClr val="869FB2"/>
                </a:solidFill>
                <a:latin typeface="Arial"/>
                <a:ea typeface="Arial"/>
                <a:cs typeface="Arial"/>
                <a:sym typeface="Arial"/>
              </a:rPr>
              <a:t> the stroke and </a:t>
            </a:r>
            <a:r>
              <a:rPr lang="it-IT" noProof="0" dirty="0" err="1">
                <a:solidFill>
                  <a:srgbClr val="869FB2"/>
                </a:solidFill>
                <a:latin typeface="Arial"/>
                <a:ea typeface="Arial"/>
                <a:cs typeface="Arial"/>
                <a:sym typeface="Arial"/>
              </a:rPr>
              <a:t>fill</a:t>
            </a:r>
            <a:r>
              <a:rPr lang="it-IT" noProof="0" dirty="0">
                <a:solidFill>
                  <a:srgbClr val="869FB2"/>
                </a:solidFill>
                <a:latin typeface="Arial"/>
                <a:ea typeface="Arial"/>
                <a:cs typeface="Arial"/>
                <a:sym typeface="Arial"/>
              </a:rPr>
              <a:t> color</a:t>
            </a:r>
            <a:r>
              <a:rPr lang="it-IT" noProof="0" dirty="0">
                <a:solidFill>
                  <a:srgbClr val="FFFFFF"/>
                </a:solidFill>
                <a:latin typeface="Arial"/>
                <a:ea typeface="Arial"/>
                <a:cs typeface="Arial"/>
                <a:sym typeface="Arial"/>
              </a:rPr>
              <a:t>; just </a:t>
            </a:r>
            <a:r>
              <a:rPr lang="it-IT" noProof="0" dirty="0" err="1">
                <a:solidFill>
                  <a:srgbClr val="FFFFFF"/>
                </a:solidFill>
                <a:latin typeface="Arial"/>
                <a:ea typeface="Arial"/>
                <a:cs typeface="Arial"/>
                <a:sym typeface="Arial"/>
              </a:rPr>
              <a:t>select</a:t>
            </a:r>
            <a:r>
              <a:rPr lang="it-IT" noProof="0" dirty="0">
                <a:solidFill>
                  <a:srgbClr val="FFFFFF"/>
                </a:solidFill>
                <a:latin typeface="Arial"/>
                <a:ea typeface="Arial"/>
                <a:cs typeface="Arial"/>
                <a:sym typeface="Arial"/>
              </a:rPr>
              <a:t> the </a:t>
            </a:r>
            <a:r>
              <a:rPr lang="it-IT" noProof="0" dirty="0" err="1">
                <a:solidFill>
                  <a:srgbClr val="FFFFFF"/>
                </a:solidFill>
                <a:latin typeface="Arial"/>
                <a:ea typeface="Arial"/>
                <a:cs typeface="Arial"/>
                <a:sym typeface="Arial"/>
              </a:rPr>
              <a:t>icon</a:t>
            </a:r>
            <a:r>
              <a:rPr lang="it-IT" noProof="0" dirty="0">
                <a:solidFill>
                  <a:srgbClr val="FFFFFF"/>
                </a:solidFill>
                <a:latin typeface="Arial"/>
                <a:ea typeface="Arial"/>
                <a:cs typeface="Arial"/>
                <a:sym typeface="Arial"/>
              </a:rPr>
              <a:t> and click on the</a:t>
            </a:r>
            <a:r>
              <a:rPr lang="it-IT" noProof="0" dirty="0">
                <a:solidFill>
                  <a:srgbClr val="435D74"/>
                </a:solidFill>
                <a:latin typeface="Arial"/>
                <a:ea typeface="Arial"/>
                <a:cs typeface="Arial"/>
                <a:sym typeface="Arial"/>
              </a:rPr>
              <a:t> </a:t>
            </a:r>
            <a:r>
              <a:rPr lang="it-IT" noProof="0" dirty="0" err="1">
                <a:solidFill>
                  <a:srgbClr val="869FB2"/>
                </a:solidFill>
                <a:latin typeface="Arial"/>
                <a:ea typeface="Arial"/>
                <a:cs typeface="Arial"/>
                <a:sym typeface="Arial"/>
              </a:rPr>
              <a:t>paint</a:t>
            </a:r>
            <a:r>
              <a:rPr lang="it-IT" noProof="0" dirty="0">
                <a:solidFill>
                  <a:srgbClr val="869FB2"/>
                </a:solidFill>
                <a:latin typeface="Arial"/>
                <a:ea typeface="Arial"/>
                <a:cs typeface="Arial"/>
                <a:sym typeface="Arial"/>
              </a:rPr>
              <a:t> bucket/</a:t>
            </a:r>
            <a:r>
              <a:rPr lang="it-IT" noProof="0" dirty="0" err="1">
                <a:solidFill>
                  <a:srgbClr val="869FB2"/>
                </a:solidFill>
                <a:latin typeface="Arial"/>
                <a:ea typeface="Arial"/>
                <a:cs typeface="Arial"/>
                <a:sym typeface="Arial"/>
              </a:rPr>
              <a:t>pen</a:t>
            </a:r>
            <a:r>
              <a:rPr lang="it-IT" noProof="0" dirty="0">
                <a:solidFill>
                  <a:srgbClr val="FFFFFF"/>
                </a:solidFill>
                <a:latin typeface="Arial"/>
                <a:ea typeface="Arial"/>
                <a:cs typeface="Arial"/>
                <a:sym typeface="Arial"/>
              </a:rPr>
              <a:t>.</a:t>
            </a:r>
          </a:p>
          <a:p>
            <a:pPr marL="0" lvl="0" indent="0" algn="ctr" rtl="0">
              <a:spcBef>
                <a:spcPts val="0"/>
              </a:spcBef>
              <a:spcAft>
                <a:spcPts val="0"/>
              </a:spcAft>
              <a:buNone/>
            </a:pPr>
            <a:r>
              <a:rPr lang="it-IT" noProof="0" dirty="0">
                <a:solidFill>
                  <a:srgbClr val="FFFFFF"/>
                </a:solidFill>
                <a:latin typeface="Arial"/>
                <a:ea typeface="Arial"/>
                <a:cs typeface="Arial"/>
                <a:sym typeface="Arial"/>
              </a:rPr>
              <a:t>In Google Slides, </a:t>
            </a:r>
            <a:r>
              <a:rPr lang="it-IT" noProof="0" dirty="0" err="1">
                <a:solidFill>
                  <a:srgbClr val="FFFFFF"/>
                </a:solidFill>
                <a:latin typeface="Arial"/>
                <a:ea typeface="Arial"/>
                <a:cs typeface="Arial"/>
                <a:sym typeface="Arial"/>
              </a:rPr>
              <a:t>you</a:t>
            </a:r>
            <a:r>
              <a:rPr lang="it-IT" noProof="0" dirty="0">
                <a:solidFill>
                  <a:srgbClr val="FFFFFF"/>
                </a:solidFill>
                <a:latin typeface="Arial"/>
                <a:ea typeface="Arial"/>
                <a:cs typeface="Arial"/>
                <a:sym typeface="Arial"/>
              </a:rPr>
              <a:t> can </a:t>
            </a:r>
            <a:r>
              <a:rPr lang="it-IT" noProof="0" dirty="0" err="1">
                <a:solidFill>
                  <a:srgbClr val="FFFFFF"/>
                </a:solidFill>
                <a:latin typeface="Arial"/>
                <a:ea typeface="Arial"/>
                <a:cs typeface="Arial"/>
                <a:sym typeface="Arial"/>
              </a:rPr>
              <a:t>also</a:t>
            </a:r>
            <a:r>
              <a:rPr lang="it-IT" noProof="0" dirty="0">
                <a:solidFill>
                  <a:srgbClr val="FFFFFF"/>
                </a:solidFill>
                <a:latin typeface="Arial"/>
                <a:ea typeface="Arial"/>
                <a:cs typeface="Arial"/>
                <a:sym typeface="Arial"/>
              </a:rPr>
              <a:t> use </a:t>
            </a:r>
            <a:r>
              <a:rPr lang="it-IT" noProof="0" dirty="0" err="1">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a:t>
            </a:r>
            <a:r>
              <a:rPr lang="it-IT" noProof="0" dirty="0">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 extension</a:t>
            </a:r>
            <a:r>
              <a:rPr lang="it-IT"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allowing</a:t>
            </a:r>
            <a:r>
              <a:rPr lang="it-IT"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you</a:t>
            </a:r>
            <a:r>
              <a:rPr lang="it-IT" noProof="0" dirty="0">
                <a:solidFill>
                  <a:srgbClr val="FFFFFF"/>
                </a:solidFill>
                <a:latin typeface="Arial"/>
                <a:ea typeface="Arial"/>
                <a:cs typeface="Arial"/>
                <a:sym typeface="Arial"/>
              </a:rPr>
              <a:t> to </a:t>
            </a:r>
            <a:r>
              <a:rPr lang="it-IT" noProof="0" dirty="0" err="1">
                <a:solidFill>
                  <a:srgbClr val="FFFFFF"/>
                </a:solidFill>
                <a:latin typeface="Arial"/>
                <a:ea typeface="Arial"/>
                <a:cs typeface="Arial"/>
                <a:sym typeface="Arial"/>
              </a:rPr>
              <a:t>customize</a:t>
            </a:r>
            <a:r>
              <a:rPr lang="it-IT" noProof="0" dirty="0">
                <a:solidFill>
                  <a:srgbClr val="FFFFFF"/>
                </a:solidFill>
                <a:latin typeface="Arial"/>
                <a:ea typeface="Arial"/>
                <a:cs typeface="Arial"/>
                <a:sym typeface="Arial"/>
              </a:rPr>
              <a:t> and </a:t>
            </a:r>
            <a:r>
              <a:rPr lang="it-IT" noProof="0" dirty="0" err="1">
                <a:solidFill>
                  <a:srgbClr val="FFFFFF"/>
                </a:solidFill>
                <a:latin typeface="Arial"/>
                <a:ea typeface="Arial"/>
                <a:cs typeface="Arial"/>
                <a:sym typeface="Arial"/>
              </a:rPr>
              <a:t>add</a:t>
            </a:r>
            <a:r>
              <a:rPr lang="it-IT" noProof="0" dirty="0">
                <a:solidFill>
                  <a:srgbClr val="FFFFFF"/>
                </a:solidFill>
                <a:latin typeface="Arial"/>
                <a:ea typeface="Arial"/>
                <a:cs typeface="Arial"/>
                <a:sym typeface="Arial"/>
              </a:rPr>
              <a:t> </a:t>
            </a:r>
            <a:r>
              <a:rPr lang="it-IT" noProof="0" dirty="0" err="1">
                <a:solidFill>
                  <a:srgbClr val="FFFFFF"/>
                </a:solidFill>
                <a:latin typeface="Arial"/>
                <a:ea typeface="Arial"/>
                <a:cs typeface="Arial"/>
                <a:sym typeface="Arial"/>
              </a:rPr>
              <a:t>even</a:t>
            </a:r>
            <a:r>
              <a:rPr lang="it-IT" noProof="0" dirty="0">
                <a:solidFill>
                  <a:srgbClr val="FFFFFF"/>
                </a:solidFill>
                <a:latin typeface="Arial"/>
                <a:ea typeface="Arial"/>
                <a:cs typeface="Arial"/>
                <a:sym typeface="Arial"/>
              </a:rPr>
              <a:t> more </a:t>
            </a:r>
            <a:r>
              <a:rPr lang="it-IT" noProof="0" dirty="0" err="1">
                <a:solidFill>
                  <a:srgbClr val="FFFFFF"/>
                </a:solidFill>
                <a:latin typeface="Arial"/>
                <a:ea typeface="Arial"/>
                <a:cs typeface="Arial"/>
                <a:sym typeface="Arial"/>
              </a:rPr>
              <a:t>icons</a:t>
            </a:r>
            <a:r>
              <a:rPr lang="it-IT" noProof="0" dirty="0">
                <a:solidFill>
                  <a:srgbClr val="FFFFFF"/>
                </a:solidFill>
                <a:latin typeface="Arial"/>
                <a:ea typeface="Arial"/>
                <a:cs typeface="Arial"/>
                <a:sym typeface="Arial"/>
              </a:rPr>
              <a:t>.</a:t>
            </a:r>
            <a:br>
              <a:rPr lang="it-IT" noProof="0" dirty="0">
                <a:solidFill>
                  <a:srgbClr val="435D74"/>
                </a:solidFill>
                <a:latin typeface="Arial"/>
                <a:ea typeface="Arial"/>
                <a:cs typeface="Arial"/>
                <a:sym typeface="Arial"/>
              </a:rPr>
            </a:br>
            <a:endParaRPr lang="it-IT" noProof="0" dirty="0">
              <a:solidFill>
                <a:srgbClr val="435D74"/>
              </a:solidFill>
              <a:latin typeface="Arial"/>
              <a:ea typeface="Arial"/>
              <a:cs typeface="Arial"/>
              <a:sym typeface="Arial"/>
            </a:endParaRPr>
          </a:p>
        </p:txBody>
      </p:sp>
      <p:grpSp>
        <p:nvGrpSpPr>
          <p:cNvPr id="10691" name="Google Shape;10691;p63"/>
          <p:cNvGrpSpPr/>
          <p:nvPr/>
        </p:nvGrpSpPr>
        <p:grpSpPr>
          <a:xfrm>
            <a:off x="839307" y="2318098"/>
            <a:ext cx="387992" cy="329326"/>
            <a:chOff x="839307" y="2318098"/>
            <a:chExt cx="387992" cy="329326"/>
          </a:xfrm>
        </p:grpSpPr>
        <p:sp>
          <p:nvSpPr>
            <p:cNvPr id="10692" name="Google Shape;10692;p63"/>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93" name="Google Shape;10693;p63"/>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94" name="Google Shape;10694;p63"/>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95" name="Google Shape;10695;p63"/>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96" name="Google Shape;10696;p63"/>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97" name="Google Shape;10697;p63"/>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98" name="Google Shape;10698;p63"/>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699" name="Google Shape;10699;p63"/>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00" name="Google Shape;10700;p63"/>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01" name="Google Shape;10701;p63"/>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702" name="Google Shape;10702;p63"/>
          <p:cNvGrpSpPr/>
          <p:nvPr/>
        </p:nvGrpSpPr>
        <p:grpSpPr>
          <a:xfrm>
            <a:off x="1414990" y="2289671"/>
            <a:ext cx="387073" cy="385996"/>
            <a:chOff x="1414990" y="2289671"/>
            <a:chExt cx="387073" cy="385996"/>
          </a:xfrm>
        </p:grpSpPr>
        <p:sp>
          <p:nvSpPr>
            <p:cNvPr id="10703" name="Google Shape;10703;p63"/>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04" name="Google Shape;10704;p63"/>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05" name="Google Shape;10705;p63"/>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06" name="Google Shape;10706;p63"/>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07" name="Google Shape;10707;p63"/>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08" name="Google Shape;10708;p63"/>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09" name="Google Shape;10709;p63"/>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10" name="Google Shape;10710;p63"/>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11" name="Google Shape;10711;p63"/>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12" name="Google Shape;10712;p63"/>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13" name="Google Shape;10713;p63"/>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14" name="Google Shape;10714;p63"/>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15" name="Google Shape;10715;p63"/>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16" name="Google Shape;10716;p63"/>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17" name="Google Shape;10717;p63"/>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18" name="Google Shape;10718;p63"/>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19" name="Google Shape;10719;p63"/>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20" name="Google Shape;10720;p63"/>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721" name="Google Shape;10721;p63"/>
          <p:cNvGrpSpPr/>
          <p:nvPr/>
        </p:nvGrpSpPr>
        <p:grpSpPr>
          <a:xfrm>
            <a:off x="1989911" y="2306065"/>
            <a:ext cx="387099" cy="353207"/>
            <a:chOff x="1989911" y="2306065"/>
            <a:chExt cx="387099" cy="353207"/>
          </a:xfrm>
        </p:grpSpPr>
        <p:sp>
          <p:nvSpPr>
            <p:cNvPr id="10722" name="Google Shape;10722;p63"/>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23" name="Google Shape;10723;p63"/>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24" name="Google Shape;10724;p63"/>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25" name="Google Shape;10725;p63"/>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26" name="Google Shape;10726;p63"/>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27" name="Google Shape;10727;p63"/>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28" name="Google Shape;10728;p63"/>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729" name="Google Shape;10729;p63"/>
          <p:cNvGrpSpPr/>
          <p:nvPr/>
        </p:nvGrpSpPr>
        <p:grpSpPr>
          <a:xfrm>
            <a:off x="2593102" y="2288778"/>
            <a:ext cx="204663" cy="363007"/>
            <a:chOff x="2593102" y="2288778"/>
            <a:chExt cx="204663" cy="363007"/>
          </a:xfrm>
        </p:grpSpPr>
        <p:sp>
          <p:nvSpPr>
            <p:cNvPr id="10730" name="Google Shape;10730;p63"/>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31" name="Google Shape;10731;p63"/>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32" name="Google Shape;10732;p63"/>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33" name="Google Shape;10733;p63"/>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34" name="Google Shape;10734;p63"/>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35" name="Google Shape;10735;p63"/>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36" name="Google Shape;10736;p63"/>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37" name="Google Shape;10737;p63"/>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38" name="Google Shape;10738;p63"/>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739" name="Google Shape;10739;p63"/>
          <p:cNvGrpSpPr/>
          <p:nvPr/>
        </p:nvGrpSpPr>
        <p:grpSpPr>
          <a:xfrm>
            <a:off x="2970874" y="2329763"/>
            <a:ext cx="403651" cy="305996"/>
            <a:chOff x="2970874" y="2329763"/>
            <a:chExt cx="403651" cy="305996"/>
          </a:xfrm>
        </p:grpSpPr>
        <p:sp>
          <p:nvSpPr>
            <p:cNvPr id="10740" name="Google Shape;10740;p63"/>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41" name="Google Shape;10741;p63"/>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42" name="Google Shape;10742;p63"/>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43" name="Google Shape;10743;p63"/>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44" name="Google Shape;10744;p63"/>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45" name="Google Shape;10745;p63"/>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46" name="Google Shape;10746;p63"/>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47" name="Google Shape;10747;p63"/>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48" name="Google Shape;10748;p63"/>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749" name="Google Shape;10749;p63"/>
          <p:cNvGrpSpPr/>
          <p:nvPr/>
        </p:nvGrpSpPr>
        <p:grpSpPr>
          <a:xfrm>
            <a:off x="3545795" y="2318755"/>
            <a:ext cx="387835" cy="327933"/>
            <a:chOff x="3545795" y="2318755"/>
            <a:chExt cx="387835" cy="327933"/>
          </a:xfrm>
        </p:grpSpPr>
        <p:sp>
          <p:nvSpPr>
            <p:cNvPr id="10750" name="Google Shape;10750;p63"/>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51" name="Google Shape;10751;p63"/>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52" name="Google Shape;10752;p63"/>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0753" name="Google Shape;10753;p63"/>
            <p:cNvGrpSpPr/>
            <p:nvPr/>
          </p:nvGrpSpPr>
          <p:grpSpPr>
            <a:xfrm>
              <a:off x="3545795" y="2322301"/>
              <a:ext cx="387835" cy="324387"/>
              <a:chOff x="3545795" y="2322301"/>
              <a:chExt cx="387835" cy="324387"/>
            </a:xfrm>
          </p:grpSpPr>
          <p:sp>
            <p:nvSpPr>
              <p:cNvPr id="10754" name="Google Shape;10754;p63"/>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55" name="Google Shape;10755;p63"/>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56" name="Google Shape;10756;p63"/>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57" name="Google Shape;10757;p63"/>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58" name="Google Shape;10758;p63"/>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59" name="Google Shape;10759;p63"/>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60" name="Google Shape;10760;p63"/>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10761" name="Google Shape;10761;p63"/>
          <p:cNvGrpSpPr/>
          <p:nvPr/>
        </p:nvGrpSpPr>
        <p:grpSpPr>
          <a:xfrm>
            <a:off x="4718468" y="2306984"/>
            <a:ext cx="364294" cy="351552"/>
            <a:chOff x="4718468" y="2306984"/>
            <a:chExt cx="364294" cy="351552"/>
          </a:xfrm>
        </p:grpSpPr>
        <p:sp>
          <p:nvSpPr>
            <p:cNvPr id="10762" name="Google Shape;10762;p63"/>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63" name="Google Shape;10763;p63"/>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64" name="Google Shape;10764;p63"/>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65" name="Google Shape;10765;p63"/>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66" name="Google Shape;10766;p63"/>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67" name="Google Shape;10767;p63"/>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68" name="Google Shape;10768;p63"/>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69" name="Google Shape;10769;p63"/>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70" name="Google Shape;10770;p63"/>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71" name="Google Shape;10771;p63"/>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772" name="Google Shape;10772;p63"/>
          <p:cNvGrpSpPr/>
          <p:nvPr/>
        </p:nvGrpSpPr>
        <p:grpSpPr>
          <a:xfrm>
            <a:off x="4147908" y="2303017"/>
            <a:ext cx="361194" cy="359355"/>
            <a:chOff x="4147908" y="2303017"/>
            <a:chExt cx="361194" cy="359355"/>
          </a:xfrm>
        </p:grpSpPr>
        <p:sp>
          <p:nvSpPr>
            <p:cNvPr id="10773" name="Google Shape;10773;p63"/>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74" name="Google Shape;10774;p63"/>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75" name="Google Shape;10775;p63"/>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76" name="Google Shape;10776;p63"/>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77" name="Google Shape;10777;p63"/>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78" name="Google Shape;10778;p63"/>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79" name="Google Shape;10779;p63"/>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80" name="Google Shape;10780;p63"/>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81" name="Google Shape;10781;p63"/>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82" name="Google Shape;10782;p63"/>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83" name="Google Shape;10783;p63"/>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84" name="Google Shape;10784;p63"/>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85" name="Google Shape;10785;p63"/>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86" name="Google Shape;10786;p63"/>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787" name="Google Shape;10787;p63"/>
          <p:cNvGrpSpPr/>
          <p:nvPr/>
        </p:nvGrpSpPr>
        <p:grpSpPr>
          <a:xfrm>
            <a:off x="5292128" y="2299891"/>
            <a:ext cx="367027" cy="365214"/>
            <a:chOff x="5292128" y="2299891"/>
            <a:chExt cx="367027" cy="365214"/>
          </a:xfrm>
        </p:grpSpPr>
        <p:sp>
          <p:nvSpPr>
            <p:cNvPr id="10788" name="Google Shape;10788;p63"/>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89" name="Google Shape;10789;p63"/>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90" name="Google Shape;10790;p63"/>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91" name="Google Shape;10791;p63"/>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92" name="Google Shape;10792;p63"/>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93" name="Google Shape;10793;p63"/>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794" name="Google Shape;10794;p63"/>
          <p:cNvGrpSpPr/>
          <p:nvPr/>
        </p:nvGrpSpPr>
        <p:grpSpPr>
          <a:xfrm>
            <a:off x="5873617" y="2309901"/>
            <a:ext cx="345720" cy="345720"/>
            <a:chOff x="5873617" y="2309901"/>
            <a:chExt cx="345720" cy="345720"/>
          </a:xfrm>
        </p:grpSpPr>
        <p:sp>
          <p:nvSpPr>
            <p:cNvPr id="10795" name="Google Shape;10795;p63"/>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96" name="Google Shape;10796;p63"/>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97" name="Google Shape;10797;p63"/>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98" name="Google Shape;10798;p63"/>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799" name="Google Shape;10799;p63"/>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00" name="Google Shape;10800;p63"/>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01" name="Google Shape;10801;p63"/>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02" name="Google Shape;10802;p63"/>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03" name="Google Shape;10803;p63"/>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04" name="Google Shape;10804;p63"/>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05" name="Google Shape;10805;p63"/>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06" name="Google Shape;10806;p63"/>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07" name="Google Shape;10807;p63"/>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08" name="Google Shape;10808;p63"/>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09" name="Google Shape;10809;p63"/>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10" name="Google Shape;10810;p63"/>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11" name="Google Shape;10811;p63"/>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12" name="Google Shape;10812;p63"/>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13" name="Google Shape;10813;p63"/>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814" name="Google Shape;10814;p63"/>
          <p:cNvGrpSpPr/>
          <p:nvPr/>
        </p:nvGrpSpPr>
        <p:grpSpPr>
          <a:xfrm>
            <a:off x="6863329" y="2297710"/>
            <a:ext cx="391460" cy="370127"/>
            <a:chOff x="6863329" y="2297710"/>
            <a:chExt cx="391460" cy="370127"/>
          </a:xfrm>
        </p:grpSpPr>
        <p:sp>
          <p:nvSpPr>
            <p:cNvPr id="10815" name="Google Shape;10815;p63"/>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16" name="Google Shape;10816;p63"/>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17" name="Google Shape;10817;p63"/>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18" name="Google Shape;10818;p63"/>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19" name="Google Shape;10819;p63"/>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20" name="Google Shape;10820;p63"/>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21" name="Google Shape;10821;p63"/>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22" name="Google Shape;10822;p63"/>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23" name="Google Shape;10823;p63"/>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824" name="Google Shape;10824;p63"/>
          <p:cNvGrpSpPr/>
          <p:nvPr/>
        </p:nvGrpSpPr>
        <p:grpSpPr>
          <a:xfrm>
            <a:off x="7421488" y="2318518"/>
            <a:ext cx="342620" cy="328459"/>
            <a:chOff x="7421488" y="2318518"/>
            <a:chExt cx="342620" cy="328459"/>
          </a:xfrm>
        </p:grpSpPr>
        <p:sp>
          <p:nvSpPr>
            <p:cNvPr id="10825" name="Google Shape;10825;p63"/>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26" name="Google Shape;10826;p63"/>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27" name="Google Shape;10827;p63"/>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28" name="Google Shape;10828;p63"/>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29" name="Google Shape;10829;p63"/>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30" name="Google Shape;10830;p63"/>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31" name="Google Shape;10831;p63"/>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832" name="Google Shape;10832;p63"/>
          <p:cNvGrpSpPr/>
          <p:nvPr/>
        </p:nvGrpSpPr>
        <p:grpSpPr>
          <a:xfrm>
            <a:off x="2508373" y="2779889"/>
            <a:ext cx="337523" cy="337680"/>
            <a:chOff x="2508373" y="2779889"/>
            <a:chExt cx="337523" cy="337680"/>
          </a:xfrm>
        </p:grpSpPr>
        <p:sp>
          <p:nvSpPr>
            <p:cNvPr id="10833" name="Google Shape;10833;p63"/>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34" name="Google Shape;10834;p63"/>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35" name="Google Shape;10835;p63"/>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36" name="Google Shape;10836;p63"/>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37" name="Google Shape;10837;p63"/>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38" name="Google Shape;10838;p63"/>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839" name="Google Shape;10839;p63"/>
          <p:cNvGrpSpPr/>
          <p:nvPr/>
        </p:nvGrpSpPr>
        <p:grpSpPr>
          <a:xfrm>
            <a:off x="1884401" y="4141593"/>
            <a:ext cx="410613" cy="372229"/>
            <a:chOff x="1884401" y="4141593"/>
            <a:chExt cx="410613" cy="372229"/>
          </a:xfrm>
        </p:grpSpPr>
        <p:sp>
          <p:nvSpPr>
            <p:cNvPr id="10840" name="Google Shape;10840;p63"/>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41" name="Google Shape;10841;p63"/>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42" name="Google Shape;10842;p63"/>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43" name="Google Shape;10843;p63"/>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44" name="Google Shape;10844;p63"/>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45" name="Google Shape;10845;p63"/>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46" name="Google Shape;10846;p63"/>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847" name="Google Shape;10847;p63"/>
          <p:cNvGrpSpPr/>
          <p:nvPr/>
        </p:nvGrpSpPr>
        <p:grpSpPr>
          <a:xfrm>
            <a:off x="1430832" y="2773689"/>
            <a:ext cx="294515" cy="349897"/>
            <a:chOff x="1430832" y="2773689"/>
            <a:chExt cx="294515" cy="349897"/>
          </a:xfrm>
        </p:grpSpPr>
        <p:sp>
          <p:nvSpPr>
            <p:cNvPr id="10848" name="Google Shape;10848;p63"/>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49" name="Google Shape;10849;p63"/>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50" name="Google Shape;10850;p63"/>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51" name="Google Shape;10851;p63"/>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52" name="Google Shape;10852;p63"/>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53" name="Google Shape;10853;p63"/>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54" name="Google Shape;10854;p63"/>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55" name="Google Shape;10855;p63"/>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56" name="Google Shape;10856;p63"/>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57" name="Google Shape;10857;p63"/>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58" name="Google Shape;10858;p63"/>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59" name="Google Shape;10859;p63"/>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60" name="Google Shape;10860;p63"/>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861" name="Google Shape;10861;p63"/>
          <p:cNvGrpSpPr/>
          <p:nvPr/>
        </p:nvGrpSpPr>
        <p:grpSpPr>
          <a:xfrm>
            <a:off x="3082217" y="2788586"/>
            <a:ext cx="288866" cy="320236"/>
            <a:chOff x="3082217" y="2788586"/>
            <a:chExt cx="288866" cy="320236"/>
          </a:xfrm>
        </p:grpSpPr>
        <p:sp>
          <p:nvSpPr>
            <p:cNvPr id="10862" name="Google Shape;10862;p63"/>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63" name="Google Shape;10863;p63"/>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64" name="Google Shape;10864;p63"/>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65" name="Google Shape;10865;p63"/>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66" name="Google Shape;10866;p63"/>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67" name="Google Shape;10867;p63"/>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68" name="Google Shape;10868;p63"/>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869" name="Google Shape;10869;p63"/>
          <p:cNvGrpSpPr/>
          <p:nvPr/>
        </p:nvGrpSpPr>
        <p:grpSpPr>
          <a:xfrm>
            <a:off x="3610557" y="2780704"/>
            <a:ext cx="325017" cy="336052"/>
            <a:chOff x="3610557" y="2780704"/>
            <a:chExt cx="325017" cy="336052"/>
          </a:xfrm>
        </p:grpSpPr>
        <p:sp>
          <p:nvSpPr>
            <p:cNvPr id="10870" name="Google Shape;10870;p63"/>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71" name="Google Shape;10871;p63"/>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72" name="Google Shape;10872;p63"/>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873" name="Google Shape;10873;p63"/>
          <p:cNvGrpSpPr/>
          <p:nvPr/>
        </p:nvGrpSpPr>
        <p:grpSpPr>
          <a:xfrm>
            <a:off x="4179067" y="2811495"/>
            <a:ext cx="286475" cy="274390"/>
            <a:chOff x="4179067" y="2811495"/>
            <a:chExt cx="286475" cy="274390"/>
          </a:xfrm>
        </p:grpSpPr>
        <p:sp>
          <p:nvSpPr>
            <p:cNvPr id="10874" name="Google Shape;10874;p63"/>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75" name="Google Shape;10875;p63"/>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76" name="Google Shape;10876;p63"/>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77" name="Google Shape;10877;p63"/>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78" name="Google Shape;10878;p63"/>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79" name="Google Shape;10879;p63"/>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80" name="Google Shape;10880;p63"/>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81" name="Google Shape;10881;p63"/>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82" name="Google Shape;10882;p63"/>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883" name="Google Shape;10883;p63"/>
          <p:cNvGrpSpPr/>
          <p:nvPr/>
        </p:nvGrpSpPr>
        <p:grpSpPr>
          <a:xfrm>
            <a:off x="4686757" y="2762156"/>
            <a:ext cx="371047" cy="374199"/>
            <a:chOff x="4686757" y="2762156"/>
            <a:chExt cx="371047" cy="374199"/>
          </a:xfrm>
        </p:grpSpPr>
        <p:sp>
          <p:nvSpPr>
            <p:cNvPr id="10884" name="Google Shape;10884;p63"/>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85" name="Google Shape;10885;p63"/>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86" name="Google Shape;10886;p63"/>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87" name="Google Shape;10887;p63"/>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88" name="Google Shape;10888;p63"/>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89" name="Google Shape;10889;p63"/>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90" name="Google Shape;10890;p63"/>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891" name="Google Shape;10891;p63"/>
          <p:cNvGrpSpPr/>
          <p:nvPr/>
        </p:nvGrpSpPr>
        <p:grpSpPr>
          <a:xfrm>
            <a:off x="5221613" y="2784802"/>
            <a:ext cx="406567" cy="327855"/>
            <a:chOff x="5221613" y="2784802"/>
            <a:chExt cx="406567" cy="327855"/>
          </a:xfrm>
        </p:grpSpPr>
        <p:sp>
          <p:nvSpPr>
            <p:cNvPr id="10892" name="Google Shape;10892;p63"/>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93" name="Google Shape;10893;p63"/>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94" name="Google Shape;10894;p63"/>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95" name="Google Shape;10895;p63"/>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96" name="Google Shape;10896;p63"/>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97" name="Google Shape;10897;p63"/>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98" name="Google Shape;10898;p63"/>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899" name="Google Shape;10899;p63"/>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00" name="Google Shape;10900;p63"/>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01" name="Google Shape;10901;p63"/>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02" name="Google Shape;10902;p63"/>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03" name="Google Shape;10903;p63"/>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04" name="Google Shape;10904;p63"/>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05" name="Google Shape;10905;p63"/>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06" name="Google Shape;10906;p63"/>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07" name="Google Shape;10907;p63"/>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08" name="Google Shape;10908;p63"/>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09" name="Google Shape;10909;p63"/>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10" name="Google Shape;10910;p63"/>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11" name="Google Shape;10911;p63"/>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12" name="Google Shape;10912;p63"/>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13" name="Google Shape;10913;p63"/>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14" name="Google Shape;10914;p63"/>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15" name="Google Shape;10915;p63"/>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16" name="Google Shape;10916;p63"/>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17" name="Google Shape;10917;p63"/>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18" name="Google Shape;10918;p63"/>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19" name="Google Shape;10919;p63"/>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20" name="Google Shape;10920;p63"/>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21" name="Google Shape;10921;p63"/>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922" name="Google Shape;10922;p63"/>
          <p:cNvGrpSpPr/>
          <p:nvPr/>
        </p:nvGrpSpPr>
        <p:grpSpPr>
          <a:xfrm>
            <a:off x="5812586" y="2760921"/>
            <a:ext cx="303605" cy="375434"/>
            <a:chOff x="5812586" y="2760921"/>
            <a:chExt cx="303605" cy="375434"/>
          </a:xfrm>
        </p:grpSpPr>
        <p:sp>
          <p:nvSpPr>
            <p:cNvPr id="10923" name="Google Shape;10923;p63"/>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24" name="Google Shape;10924;p63"/>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25" name="Google Shape;10925;p63"/>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26" name="Google Shape;10926;p63"/>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27" name="Google Shape;10927;p63"/>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28" name="Google Shape;10928;p63"/>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29" name="Google Shape;10929;p63"/>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30" name="Google Shape;10930;p63"/>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31" name="Google Shape;10931;p63"/>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32" name="Google Shape;10932;p63"/>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33" name="Google Shape;10933;p63"/>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934" name="Google Shape;10934;p63"/>
          <p:cNvGrpSpPr/>
          <p:nvPr/>
        </p:nvGrpSpPr>
        <p:grpSpPr>
          <a:xfrm>
            <a:off x="6334673" y="2759633"/>
            <a:ext cx="378508" cy="378166"/>
            <a:chOff x="6334673" y="2759633"/>
            <a:chExt cx="378508" cy="378166"/>
          </a:xfrm>
        </p:grpSpPr>
        <p:sp>
          <p:nvSpPr>
            <p:cNvPr id="10935" name="Google Shape;10935;p63"/>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36" name="Google Shape;10936;p63"/>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37" name="Google Shape;10937;p63"/>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38" name="Google Shape;10938;p63"/>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939" name="Google Shape;10939;p63"/>
          <p:cNvGrpSpPr/>
          <p:nvPr/>
        </p:nvGrpSpPr>
        <p:grpSpPr>
          <a:xfrm>
            <a:off x="8012645" y="2806477"/>
            <a:ext cx="319763" cy="284505"/>
            <a:chOff x="8012645" y="2806477"/>
            <a:chExt cx="319763" cy="284505"/>
          </a:xfrm>
        </p:grpSpPr>
        <p:sp>
          <p:nvSpPr>
            <p:cNvPr id="10940" name="Google Shape;10940;p63"/>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41" name="Google Shape;10941;p63"/>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42" name="Google Shape;10942;p63"/>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43" name="Google Shape;10943;p63"/>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44" name="Google Shape;10944;p63"/>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45" name="Google Shape;10945;p63"/>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46" name="Google Shape;10946;p63"/>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47" name="Google Shape;10947;p63"/>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48" name="Google Shape;10948;p63"/>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49" name="Google Shape;10949;p63"/>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950" name="Google Shape;10950;p63"/>
          <p:cNvGrpSpPr/>
          <p:nvPr/>
        </p:nvGrpSpPr>
        <p:grpSpPr>
          <a:xfrm>
            <a:off x="2454435" y="4162138"/>
            <a:ext cx="385339" cy="388071"/>
            <a:chOff x="2454435" y="4162138"/>
            <a:chExt cx="385339" cy="388071"/>
          </a:xfrm>
        </p:grpSpPr>
        <p:sp>
          <p:nvSpPr>
            <p:cNvPr id="10951" name="Google Shape;10951;p63"/>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52" name="Google Shape;10952;p63"/>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53" name="Google Shape;10953;p63"/>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54" name="Google Shape;10954;p63"/>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55" name="Google Shape;10955;p63"/>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56" name="Google Shape;10956;p63"/>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57" name="Google Shape;10957;p63"/>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58" name="Google Shape;10958;p63"/>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59" name="Google Shape;10959;p63"/>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60" name="Google Shape;10960;p63"/>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61" name="Google Shape;10961;p63"/>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962" name="Google Shape;10962;p63"/>
          <p:cNvGrpSpPr/>
          <p:nvPr/>
        </p:nvGrpSpPr>
        <p:grpSpPr>
          <a:xfrm>
            <a:off x="3601939" y="4161192"/>
            <a:ext cx="275178" cy="388912"/>
            <a:chOff x="3601939" y="4161192"/>
            <a:chExt cx="275178" cy="388912"/>
          </a:xfrm>
        </p:grpSpPr>
        <p:sp>
          <p:nvSpPr>
            <p:cNvPr id="10963" name="Google Shape;10963;p63"/>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64" name="Google Shape;10964;p63"/>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65" name="Google Shape;10965;p63"/>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66" name="Google Shape;10966;p63"/>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67" name="Google Shape;10967;p63"/>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68" name="Google Shape;10968;p63"/>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69" name="Google Shape;10969;p63"/>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70" name="Google Shape;10970;p63"/>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71" name="Google Shape;10971;p63"/>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72" name="Google Shape;10972;p63"/>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973" name="Google Shape;10973;p63"/>
          <p:cNvGrpSpPr/>
          <p:nvPr/>
        </p:nvGrpSpPr>
        <p:grpSpPr>
          <a:xfrm>
            <a:off x="836023" y="3215146"/>
            <a:ext cx="375802" cy="371677"/>
            <a:chOff x="836023" y="3215146"/>
            <a:chExt cx="375802" cy="371677"/>
          </a:xfrm>
        </p:grpSpPr>
        <p:sp>
          <p:nvSpPr>
            <p:cNvPr id="10974" name="Google Shape;10974;p63"/>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75" name="Google Shape;10975;p63"/>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76" name="Google Shape;10976;p63"/>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77" name="Google Shape;10977;p63"/>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78" name="Google Shape;10978;p63"/>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79" name="Google Shape;10979;p63"/>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80" name="Google Shape;10980;p63"/>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81" name="Google Shape;10981;p63"/>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82" name="Google Shape;10982;p63"/>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83" name="Google Shape;10983;p63"/>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84" name="Google Shape;10984;p63"/>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85" name="Google Shape;10985;p63"/>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86" name="Google Shape;10986;p63"/>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87" name="Google Shape;10987;p63"/>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88" name="Google Shape;10988;p63"/>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89" name="Google Shape;10989;p63"/>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0990" name="Google Shape;10990;p63"/>
          <p:cNvGrpSpPr/>
          <p:nvPr/>
        </p:nvGrpSpPr>
        <p:grpSpPr>
          <a:xfrm>
            <a:off x="1356297" y="3210890"/>
            <a:ext cx="431368" cy="380189"/>
            <a:chOff x="1356297" y="3210890"/>
            <a:chExt cx="431368" cy="380189"/>
          </a:xfrm>
        </p:grpSpPr>
        <p:sp>
          <p:nvSpPr>
            <p:cNvPr id="10991" name="Google Shape;10991;p63"/>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92" name="Google Shape;10992;p63"/>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93" name="Google Shape;10993;p63"/>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94" name="Google Shape;10994;p63"/>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95" name="Google Shape;10995;p63"/>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96" name="Google Shape;10996;p63"/>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97" name="Google Shape;10997;p63"/>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98" name="Google Shape;10998;p63"/>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0999" name="Google Shape;10999;p63"/>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00" name="Google Shape;11000;p63"/>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01" name="Google Shape;11001;p63"/>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02" name="Google Shape;11002;p63"/>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03" name="Google Shape;11003;p63"/>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004" name="Google Shape;11004;p63"/>
          <p:cNvGrpSpPr/>
          <p:nvPr/>
        </p:nvGrpSpPr>
        <p:grpSpPr>
          <a:xfrm>
            <a:off x="1903737" y="3215540"/>
            <a:ext cx="411874" cy="370731"/>
            <a:chOff x="1903737" y="3215540"/>
            <a:chExt cx="411874" cy="370731"/>
          </a:xfrm>
        </p:grpSpPr>
        <p:sp>
          <p:nvSpPr>
            <p:cNvPr id="11005" name="Google Shape;11005;p63"/>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06" name="Google Shape;11006;p63"/>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07" name="Google Shape;11007;p63"/>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08" name="Google Shape;11008;p63"/>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09" name="Google Shape;11009;p63"/>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10" name="Google Shape;11010;p63"/>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11" name="Google Shape;11011;p63"/>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12" name="Google Shape;11012;p63"/>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13" name="Google Shape;11013;p63"/>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014" name="Google Shape;11014;p63"/>
          <p:cNvGrpSpPr/>
          <p:nvPr/>
        </p:nvGrpSpPr>
        <p:grpSpPr>
          <a:xfrm>
            <a:off x="2468465" y="3248854"/>
            <a:ext cx="397818" cy="304078"/>
            <a:chOff x="2468465" y="3248854"/>
            <a:chExt cx="397818" cy="304078"/>
          </a:xfrm>
        </p:grpSpPr>
        <p:sp>
          <p:nvSpPr>
            <p:cNvPr id="11015" name="Google Shape;11015;p63"/>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16" name="Google Shape;11016;p63"/>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17" name="Google Shape;11017;p63"/>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18" name="Google Shape;11018;p63"/>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19" name="Google Shape;11019;p63"/>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20" name="Google Shape;11020;p63"/>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021" name="Google Shape;11021;p63"/>
          <p:cNvGrpSpPr/>
          <p:nvPr/>
        </p:nvGrpSpPr>
        <p:grpSpPr>
          <a:xfrm>
            <a:off x="3017166" y="3216013"/>
            <a:ext cx="394376" cy="369812"/>
            <a:chOff x="3017166" y="3216013"/>
            <a:chExt cx="394376" cy="369812"/>
          </a:xfrm>
        </p:grpSpPr>
        <p:sp>
          <p:nvSpPr>
            <p:cNvPr id="11022" name="Google Shape;11022;p63"/>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23" name="Google Shape;11023;p63"/>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024" name="Google Shape;11024;p63"/>
          <p:cNvGrpSpPr/>
          <p:nvPr/>
        </p:nvGrpSpPr>
        <p:grpSpPr>
          <a:xfrm>
            <a:off x="4210043" y="3213228"/>
            <a:ext cx="199014" cy="375408"/>
            <a:chOff x="4210043" y="3213228"/>
            <a:chExt cx="199014" cy="375408"/>
          </a:xfrm>
        </p:grpSpPr>
        <p:sp>
          <p:nvSpPr>
            <p:cNvPr id="11025" name="Google Shape;11025;p63"/>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26" name="Google Shape;11026;p63"/>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27" name="Google Shape;11027;p63"/>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28" name="Google Shape;11028;p63"/>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29" name="Google Shape;11029;p63"/>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30" name="Google Shape;11030;p63"/>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31" name="Google Shape;11031;p63"/>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32" name="Google Shape;11032;p63"/>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33" name="Google Shape;11033;p63"/>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34" name="Google Shape;11034;p63"/>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035" name="Google Shape;11035;p63"/>
          <p:cNvGrpSpPr/>
          <p:nvPr/>
        </p:nvGrpSpPr>
        <p:grpSpPr>
          <a:xfrm>
            <a:off x="4818146" y="3203323"/>
            <a:ext cx="77845" cy="395165"/>
            <a:chOff x="4818146" y="3203323"/>
            <a:chExt cx="77845" cy="395165"/>
          </a:xfrm>
        </p:grpSpPr>
        <p:sp>
          <p:nvSpPr>
            <p:cNvPr id="11036" name="Google Shape;11036;p63"/>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37" name="Google Shape;11037;p63"/>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38" name="Google Shape;11038;p63"/>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39" name="Google Shape;11039;p63"/>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40" name="Google Shape;11040;p63"/>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41" name="Google Shape;11041;p63"/>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42" name="Google Shape;11042;p63"/>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43" name="Google Shape;11043;p63"/>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044" name="Google Shape;11044;p63"/>
          <p:cNvGrpSpPr/>
          <p:nvPr/>
        </p:nvGrpSpPr>
        <p:grpSpPr>
          <a:xfrm>
            <a:off x="5228890" y="3235428"/>
            <a:ext cx="344091" cy="332767"/>
            <a:chOff x="5228890" y="3235428"/>
            <a:chExt cx="344091" cy="332767"/>
          </a:xfrm>
        </p:grpSpPr>
        <p:sp>
          <p:nvSpPr>
            <p:cNvPr id="11045" name="Google Shape;11045;p63"/>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46" name="Google Shape;11046;p63"/>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47" name="Google Shape;11047;p63"/>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48" name="Google Shape;11048;p63"/>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49" name="Google Shape;11049;p63"/>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050" name="Google Shape;11050;p63"/>
          <p:cNvGrpSpPr/>
          <p:nvPr/>
        </p:nvGrpSpPr>
        <p:grpSpPr>
          <a:xfrm>
            <a:off x="5757913" y="3227047"/>
            <a:ext cx="388544" cy="347927"/>
            <a:chOff x="5757913" y="3227047"/>
            <a:chExt cx="388544" cy="347927"/>
          </a:xfrm>
        </p:grpSpPr>
        <p:sp>
          <p:nvSpPr>
            <p:cNvPr id="11051" name="Google Shape;11051;p63"/>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52" name="Google Shape;11052;p63"/>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1053" name="Google Shape;11053;p63"/>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54" name="Google Shape;11054;p63"/>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55" name="Google Shape;11055;p63"/>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56" name="Google Shape;11056;p63"/>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57" name="Google Shape;11057;p63"/>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58" name="Google Shape;11058;p63"/>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59" name="Google Shape;11059;p63"/>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60" name="Google Shape;11060;p63"/>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61" name="Google Shape;11061;p63"/>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62" name="Google Shape;11062;p63"/>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63" name="Google Shape;11063;p63"/>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64" name="Google Shape;11064;p63"/>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65" name="Google Shape;11065;p63"/>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66" name="Google Shape;11066;p63"/>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67" name="Google Shape;11067;p63"/>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68" name="Google Shape;11068;p63"/>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1069" name="Google Shape;11069;p63"/>
          <p:cNvGrpSpPr/>
          <p:nvPr/>
        </p:nvGrpSpPr>
        <p:grpSpPr>
          <a:xfrm>
            <a:off x="7414946" y="3220873"/>
            <a:ext cx="360091" cy="360117"/>
            <a:chOff x="7414946" y="3220873"/>
            <a:chExt cx="360091" cy="360117"/>
          </a:xfrm>
        </p:grpSpPr>
        <p:sp>
          <p:nvSpPr>
            <p:cNvPr id="11070" name="Google Shape;11070;p63"/>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71" name="Google Shape;11071;p63"/>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72" name="Google Shape;11072;p63"/>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73" name="Google Shape;11073;p63"/>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74" name="Google Shape;11074;p63"/>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75" name="Google Shape;11075;p63"/>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76" name="Google Shape;11076;p63"/>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77" name="Google Shape;11077;p63"/>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78" name="Google Shape;11078;p63"/>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79" name="Google Shape;11079;p63"/>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80" name="Google Shape;11080;p63"/>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081" name="Google Shape;11081;p63"/>
          <p:cNvGrpSpPr/>
          <p:nvPr/>
        </p:nvGrpSpPr>
        <p:grpSpPr>
          <a:xfrm>
            <a:off x="8027227" y="3215041"/>
            <a:ext cx="231829" cy="371782"/>
            <a:chOff x="8027227" y="3215041"/>
            <a:chExt cx="231829" cy="371782"/>
          </a:xfrm>
        </p:grpSpPr>
        <p:sp>
          <p:nvSpPr>
            <p:cNvPr id="11082" name="Google Shape;11082;p63"/>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83" name="Google Shape;11083;p63"/>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84" name="Google Shape;11084;p63"/>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85" name="Google Shape;11085;p63"/>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86" name="Google Shape;11086;p63"/>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87" name="Google Shape;11087;p63"/>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88" name="Google Shape;11088;p63"/>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89" name="Google Shape;11089;p63"/>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90" name="Google Shape;11090;p63"/>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91" name="Google Shape;11091;p63"/>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092" name="Google Shape;11092;p63"/>
          <p:cNvGrpSpPr/>
          <p:nvPr/>
        </p:nvGrpSpPr>
        <p:grpSpPr>
          <a:xfrm>
            <a:off x="4093603" y="4146138"/>
            <a:ext cx="395638" cy="420544"/>
            <a:chOff x="4093603" y="4146138"/>
            <a:chExt cx="395638" cy="420544"/>
          </a:xfrm>
        </p:grpSpPr>
        <p:sp>
          <p:nvSpPr>
            <p:cNvPr id="11093" name="Google Shape;11093;p63"/>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94" name="Google Shape;11094;p63"/>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95" name="Google Shape;11095;p63"/>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96" name="Google Shape;11096;p63"/>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97" name="Google Shape;11097;p63"/>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98" name="Google Shape;11098;p63"/>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099" name="Google Shape;11099;p63"/>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00" name="Google Shape;11100;p63"/>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01" name="Google Shape;11101;p63"/>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02" name="Google Shape;11102;p63"/>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03" name="Google Shape;11103;p63"/>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04" name="Google Shape;11104;p63"/>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05" name="Google Shape;11105;p63"/>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06" name="Google Shape;11106;p63"/>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07" name="Google Shape;11107;p63"/>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08" name="Google Shape;11108;p63"/>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09" name="Google Shape;11109;p63"/>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10" name="Google Shape;11110;p63"/>
          <p:cNvGrpSpPr/>
          <p:nvPr/>
        </p:nvGrpSpPr>
        <p:grpSpPr>
          <a:xfrm>
            <a:off x="4644406" y="4162322"/>
            <a:ext cx="392065" cy="387887"/>
            <a:chOff x="4644406" y="4162322"/>
            <a:chExt cx="392065" cy="387887"/>
          </a:xfrm>
        </p:grpSpPr>
        <p:sp>
          <p:nvSpPr>
            <p:cNvPr id="11111" name="Google Shape;11111;p63"/>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12" name="Google Shape;11112;p63"/>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13" name="Google Shape;11113;p63"/>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14" name="Google Shape;11114;p63"/>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15" name="Google Shape;11115;p63"/>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16" name="Google Shape;11116;p63"/>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17" name="Google Shape;11117;p63"/>
          <p:cNvGrpSpPr/>
          <p:nvPr/>
        </p:nvGrpSpPr>
        <p:grpSpPr>
          <a:xfrm>
            <a:off x="5728383" y="4221698"/>
            <a:ext cx="417128" cy="269162"/>
            <a:chOff x="5728383" y="4221698"/>
            <a:chExt cx="417128" cy="269162"/>
          </a:xfrm>
        </p:grpSpPr>
        <p:sp>
          <p:nvSpPr>
            <p:cNvPr id="11118" name="Google Shape;11118;p63"/>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19" name="Google Shape;11119;p63"/>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20" name="Google Shape;11120;p63"/>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21" name="Google Shape;11121;p63"/>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22" name="Google Shape;11122;p63"/>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23" name="Google Shape;11123;p63"/>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24" name="Google Shape;11124;p63"/>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25" name="Google Shape;11125;p63"/>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26" name="Google Shape;11126;p63"/>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27" name="Google Shape;11127;p63"/>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28" name="Google Shape;11128;p63"/>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29" name="Google Shape;11129;p63"/>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30" name="Google Shape;11130;p63"/>
          <p:cNvGrpSpPr/>
          <p:nvPr/>
        </p:nvGrpSpPr>
        <p:grpSpPr>
          <a:xfrm>
            <a:off x="834210" y="3696905"/>
            <a:ext cx="371782" cy="342751"/>
            <a:chOff x="834210" y="3696905"/>
            <a:chExt cx="371782" cy="342751"/>
          </a:xfrm>
        </p:grpSpPr>
        <p:sp>
          <p:nvSpPr>
            <p:cNvPr id="11131" name="Google Shape;11131;p63"/>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32" name="Google Shape;11132;p63"/>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33" name="Google Shape;11133;p63"/>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34" name="Google Shape;11134;p63"/>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35" name="Google Shape;11135;p63"/>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36" name="Google Shape;11136;p63"/>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37" name="Google Shape;11137;p63"/>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38" name="Google Shape;11138;p63"/>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39" name="Google Shape;11139;p63"/>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40" name="Google Shape;11140;p63"/>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41" name="Google Shape;11141;p63"/>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42" name="Google Shape;11142;p63"/>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43" name="Google Shape;11143;p63"/>
          <p:cNvGrpSpPr/>
          <p:nvPr/>
        </p:nvGrpSpPr>
        <p:grpSpPr>
          <a:xfrm>
            <a:off x="1359398" y="3682271"/>
            <a:ext cx="395296" cy="371966"/>
            <a:chOff x="1359398" y="3682271"/>
            <a:chExt cx="395296" cy="371966"/>
          </a:xfrm>
        </p:grpSpPr>
        <p:sp>
          <p:nvSpPr>
            <p:cNvPr id="11144" name="Google Shape;11144;p63"/>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45" name="Google Shape;11145;p63"/>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46" name="Google Shape;11146;p63"/>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47" name="Google Shape;11147;p63"/>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48" name="Google Shape;11148;p63"/>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49" name="Google Shape;11149;p63"/>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50" name="Google Shape;11150;p63"/>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51" name="Google Shape;11151;p63"/>
          <p:cNvGrpSpPr/>
          <p:nvPr/>
        </p:nvGrpSpPr>
        <p:grpSpPr>
          <a:xfrm>
            <a:off x="1908099" y="3682271"/>
            <a:ext cx="395296" cy="371966"/>
            <a:chOff x="1908099" y="3682271"/>
            <a:chExt cx="395296" cy="371966"/>
          </a:xfrm>
        </p:grpSpPr>
        <p:sp>
          <p:nvSpPr>
            <p:cNvPr id="11152" name="Google Shape;11152;p63"/>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53" name="Google Shape;11153;p63"/>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54" name="Google Shape;11154;p63"/>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55" name="Google Shape;11155;p63"/>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56" name="Google Shape;11156;p63"/>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57" name="Google Shape;11157;p63"/>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58" name="Google Shape;11158;p63"/>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59" name="Google Shape;11159;p63"/>
          <p:cNvGrpSpPr/>
          <p:nvPr/>
        </p:nvGrpSpPr>
        <p:grpSpPr>
          <a:xfrm>
            <a:off x="2456800" y="3682271"/>
            <a:ext cx="395270" cy="371966"/>
            <a:chOff x="2456800" y="3682271"/>
            <a:chExt cx="395270" cy="371966"/>
          </a:xfrm>
        </p:grpSpPr>
        <p:sp>
          <p:nvSpPr>
            <p:cNvPr id="11160" name="Google Shape;11160;p63"/>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61" name="Google Shape;11161;p63"/>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62" name="Google Shape;11162;p63"/>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63" name="Google Shape;11163;p63"/>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64" name="Google Shape;11164;p63"/>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65" name="Google Shape;11165;p63"/>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66" name="Google Shape;11166;p63"/>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67" name="Google Shape;11167;p63"/>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68" name="Google Shape;11168;p63"/>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69" name="Google Shape;11169;p63"/>
          <p:cNvGrpSpPr/>
          <p:nvPr/>
        </p:nvGrpSpPr>
        <p:grpSpPr>
          <a:xfrm>
            <a:off x="3014250" y="3682271"/>
            <a:ext cx="391092" cy="371940"/>
            <a:chOff x="3014250" y="3682271"/>
            <a:chExt cx="391092" cy="371940"/>
          </a:xfrm>
        </p:grpSpPr>
        <p:sp>
          <p:nvSpPr>
            <p:cNvPr id="11170" name="Google Shape;11170;p63"/>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71" name="Google Shape;11171;p63"/>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72" name="Google Shape;11172;p63"/>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73" name="Google Shape;11173;p63"/>
          <p:cNvGrpSpPr/>
          <p:nvPr/>
        </p:nvGrpSpPr>
        <p:grpSpPr>
          <a:xfrm>
            <a:off x="3569125" y="3702947"/>
            <a:ext cx="388728" cy="330692"/>
            <a:chOff x="3569125" y="3702947"/>
            <a:chExt cx="388728" cy="330692"/>
          </a:xfrm>
        </p:grpSpPr>
        <p:sp>
          <p:nvSpPr>
            <p:cNvPr id="11174" name="Google Shape;11174;p63"/>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75" name="Google Shape;11175;p63"/>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76" name="Google Shape;11176;p63"/>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77" name="Google Shape;11177;p63"/>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78" name="Google Shape;11178;p63"/>
          <p:cNvGrpSpPr/>
          <p:nvPr/>
        </p:nvGrpSpPr>
        <p:grpSpPr>
          <a:xfrm>
            <a:off x="4111994" y="3682455"/>
            <a:ext cx="387992" cy="371625"/>
            <a:chOff x="4111994" y="3682455"/>
            <a:chExt cx="387992" cy="371625"/>
          </a:xfrm>
        </p:grpSpPr>
        <p:sp>
          <p:nvSpPr>
            <p:cNvPr id="11179" name="Google Shape;11179;p63"/>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80" name="Google Shape;11180;p63"/>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81" name="Google Shape;11181;p63"/>
          <p:cNvGrpSpPr/>
          <p:nvPr/>
        </p:nvGrpSpPr>
        <p:grpSpPr>
          <a:xfrm>
            <a:off x="4674908" y="3682271"/>
            <a:ext cx="371966" cy="371966"/>
            <a:chOff x="4674908" y="3682271"/>
            <a:chExt cx="371966" cy="371966"/>
          </a:xfrm>
        </p:grpSpPr>
        <p:sp>
          <p:nvSpPr>
            <p:cNvPr id="11182" name="Google Shape;11182;p63"/>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83" name="Google Shape;11183;p63"/>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84" name="Google Shape;11184;p63"/>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85" name="Google Shape;11185;p63"/>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186" name="Google Shape;11186;p63"/>
          <p:cNvGrpSpPr/>
          <p:nvPr/>
        </p:nvGrpSpPr>
        <p:grpSpPr>
          <a:xfrm>
            <a:off x="5223609" y="3731112"/>
            <a:ext cx="371782" cy="274285"/>
            <a:chOff x="5223609" y="3731112"/>
            <a:chExt cx="371782" cy="274285"/>
          </a:xfrm>
        </p:grpSpPr>
        <p:sp>
          <p:nvSpPr>
            <p:cNvPr id="11187" name="Google Shape;11187;p63"/>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88" name="Google Shape;11188;p63"/>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1189" name="Google Shape;11189;p63"/>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1190" name="Google Shape;11190;p63"/>
          <p:cNvGrpSpPr/>
          <p:nvPr/>
        </p:nvGrpSpPr>
        <p:grpSpPr>
          <a:xfrm>
            <a:off x="6319908" y="3696721"/>
            <a:ext cx="373963" cy="343119"/>
            <a:chOff x="6319908" y="3696721"/>
            <a:chExt cx="373963" cy="343119"/>
          </a:xfrm>
        </p:grpSpPr>
        <p:sp>
          <p:nvSpPr>
            <p:cNvPr id="11191" name="Google Shape;11191;p63"/>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92" name="Google Shape;11192;p63"/>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93" name="Google Shape;11193;p63"/>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94" name="Google Shape;11194;p63"/>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95" name="Google Shape;11195;p63"/>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96" name="Google Shape;11196;p63"/>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97" name="Google Shape;11197;p63"/>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98" name="Google Shape;11198;p63"/>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199" name="Google Shape;11199;p63"/>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200" name="Google Shape;11200;p63"/>
          <p:cNvGrpSpPr/>
          <p:nvPr/>
        </p:nvGrpSpPr>
        <p:grpSpPr>
          <a:xfrm>
            <a:off x="6871342" y="3740044"/>
            <a:ext cx="371966" cy="256420"/>
            <a:chOff x="6871342" y="3740044"/>
            <a:chExt cx="371966" cy="256420"/>
          </a:xfrm>
        </p:grpSpPr>
        <p:sp>
          <p:nvSpPr>
            <p:cNvPr id="11201" name="Google Shape;11201;p63"/>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02" name="Google Shape;11202;p63"/>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03" name="Google Shape;11203;p63"/>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04" name="Google Shape;11204;p63"/>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05" name="Google Shape;11205;p63"/>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06" name="Google Shape;11206;p63"/>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07" name="Google Shape;11207;p63"/>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08" name="Google Shape;11208;p63"/>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09" name="Google Shape;11209;p63"/>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10" name="Google Shape;11210;p63"/>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11" name="Google Shape;11211;p63"/>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12" name="Google Shape;11212;p63"/>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213" name="Google Shape;11213;p63"/>
          <p:cNvGrpSpPr/>
          <p:nvPr/>
        </p:nvGrpSpPr>
        <p:grpSpPr>
          <a:xfrm>
            <a:off x="7402362" y="3681535"/>
            <a:ext cx="402757" cy="372728"/>
            <a:chOff x="7402362" y="3681535"/>
            <a:chExt cx="402757" cy="372728"/>
          </a:xfrm>
        </p:grpSpPr>
        <p:sp>
          <p:nvSpPr>
            <p:cNvPr id="11214" name="Google Shape;11214;p63"/>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15" name="Google Shape;11215;p63"/>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16" name="Google Shape;11216;p63"/>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17" name="Google Shape;11217;p63"/>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18" name="Google Shape;11218;p63"/>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19" name="Google Shape;11219;p63"/>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20" name="Google Shape;11220;p63"/>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21" name="Google Shape;11221;p63"/>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22" name="Google Shape;11222;p63"/>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23" name="Google Shape;11223;p63"/>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24" name="Google Shape;11224;p63"/>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25" name="Google Shape;11225;p63"/>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26" name="Google Shape;11226;p63"/>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27" name="Google Shape;11227;p63"/>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28" name="Google Shape;11228;p63"/>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29" name="Google Shape;11229;p63"/>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230" name="Google Shape;11230;p63"/>
          <p:cNvGrpSpPr/>
          <p:nvPr/>
        </p:nvGrpSpPr>
        <p:grpSpPr>
          <a:xfrm>
            <a:off x="7960705" y="3736235"/>
            <a:ext cx="378902" cy="264065"/>
            <a:chOff x="7960705" y="3736235"/>
            <a:chExt cx="378902" cy="264065"/>
          </a:xfrm>
        </p:grpSpPr>
        <p:sp>
          <p:nvSpPr>
            <p:cNvPr id="11231" name="Google Shape;11231;p63"/>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32" name="Google Shape;11232;p63"/>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33" name="Google Shape;11233;p63"/>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34" name="Google Shape;11234;p63"/>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35" name="Google Shape;11235;p63"/>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36" name="Google Shape;11236;p63"/>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37" name="Google Shape;11237;p63"/>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38" name="Google Shape;11238;p63"/>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39" name="Google Shape;11239;p63"/>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40" name="Google Shape;11240;p63"/>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41" name="Google Shape;11241;p63"/>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42" name="Google Shape;11242;p63"/>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43" name="Google Shape;11243;p63"/>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44" name="Google Shape;11244;p63"/>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245" name="Google Shape;11245;p63"/>
          <p:cNvGrpSpPr/>
          <p:nvPr/>
        </p:nvGrpSpPr>
        <p:grpSpPr>
          <a:xfrm>
            <a:off x="6400828" y="4162270"/>
            <a:ext cx="166200" cy="388019"/>
            <a:chOff x="6400828" y="4162270"/>
            <a:chExt cx="166200" cy="388019"/>
          </a:xfrm>
        </p:grpSpPr>
        <p:sp>
          <p:nvSpPr>
            <p:cNvPr id="11246" name="Google Shape;11246;p63"/>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47" name="Google Shape;11247;p63"/>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48" name="Google Shape;11248;p63"/>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49" name="Google Shape;11249;p63"/>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50" name="Google Shape;11250;p63"/>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51" name="Google Shape;11251;p63"/>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52" name="Google Shape;11252;p63"/>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253" name="Google Shape;11253;p63"/>
          <p:cNvGrpSpPr/>
          <p:nvPr/>
        </p:nvGrpSpPr>
        <p:grpSpPr>
          <a:xfrm>
            <a:off x="6919815" y="4162270"/>
            <a:ext cx="225260" cy="388019"/>
            <a:chOff x="6919815" y="4162270"/>
            <a:chExt cx="225260" cy="388019"/>
          </a:xfrm>
        </p:grpSpPr>
        <p:sp>
          <p:nvSpPr>
            <p:cNvPr id="11254" name="Google Shape;11254;p63"/>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55" name="Google Shape;11255;p63"/>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56" name="Google Shape;11256;p63"/>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57" name="Google Shape;11257;p63"/>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58" name="Google Shape;11258;p63"/>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59" name="Google Shape;11259;p63"/>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60" name="Google Shape;11260;p63"/>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61" name="Google Shape;11261;p63"/>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262" name="Google Shape;11262;p63"/>
          <p:cNvGrpSpPr/>
          <p:nvPr/>
        </p:nvGrpSpPr>
        <p:grpSpPr>
          <a:xfrm>
            <a:off x="7385600" y="4177035"/>
            <a:ext cx="388728" cy="358383"/>
            <a:chOff x="7385600" y="4177035"/>
            <a:chExt cx="388728" cy="358383"/>
          </a:xfrm>
        </p:grpSpPr>
        <p:sp>
          <p:nvSpPr>
            <p:cNvPr id="11263" name="Google Shape;11263;p63"/>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64" name="Google Shape;11264;p63"/>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65" name="Google Shape;11265;p63"/>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66" name="Google Shape;11266;p63"/>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67" name="Google Shape;11267;p63"/>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68" name="Google Shape;11268;p63"/>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69" name="Google Shape;11269;p63"/>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270" name="Google Shape;11270;p63"/>
          <p:cNvGrpSpPr/>
          <p:nvPr/>
        </p:nvGrpSpPr>
        <p:grpSpPr>
          <a:xfrm>
            <a:off x="3625085" y="3259862"/>
            <a:ext cx="369207" cy="258259"/>
            <a:chOff x="3625085" y="3259862"/>
            <a:chExt cx="369207" cy="258259"/>
          </a:xfrm>
        </p:grpSpPr>
        <p:sp>
          <p:nvSpPr>
            <p:cNvPr id="11271" name="Google Shape;11271;p63"/>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72" name="Google Shape;11272;p63"/>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73" name="Google Shape;11273;p63"/>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74" name="Google Shape;11274;p63"/>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75" name="Google Shape;11275;p63"/>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76" name="Google Shape;11276;p63"/>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77" name="Google Shape;11277;p63"/>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78" name="Google Shape;11278;p63"/>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79" name="Google Shape;11279;p63"/>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80" name="Google Shape;11280;p63"/>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81" name="Google Shape;11281;p63"/>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82" name="Google Shape;11282;p63"/>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83" name="Google Shape;11283;p63"/>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284" name="Google Shape;11284;p63"/>
          <p:cNvGrpSpPr/>
          <p:nvPr/>
        </p:nvGrpSpPr>
        <p:grpSpPr>
          <a:xfrm>
            <a:off x="6317360" y="3276808"/>
            <a:ext cx="363217" cy="248590"/>
            <a:chOff x="6317360" y="3276808"/>
            <a:chExt cx="363217" cy="248590"/>
          </a:xfrm>
        </p:grpSpPr>
        <p:sp>
          <p:nvSpPr>
            <p:cNvPr id="11285" name="Google Shape;11285;p63"/>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86" name="Google Shape;11286;p63"/>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87" name="Google Shape;11287;p63"/>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88" name="Google Shape;11288;p63"/>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89" name="Google Shape;11289;p63"/>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90" name="Google Shape;11290;p63"/>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91" name="Google Shape;11291;p63"/>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92" name="Google Shape;11292;p63"/>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93" name="Google Shape;11293;p63"/>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94" name="Google Shape;11294;p63"/>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95" name="Google Shape;11295;p63"/>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96" name="Google Shape;11296;p63"/>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97" name="Google Shape;11297;p63"/>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98" name="Google Shape;11298;p63"/>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299" name="Google Shape;11299;p63"/>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00" name="Google Shape;11300;p63"/>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01" name="Google Shape;11301;p63"/>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02" name="Google Shape;11302;p63"/>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03" name="Google Shape;11303;p63"/>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04" name="Google Shape;11304;p63"/>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05" name="Google Shape;11305;p63"/>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06" name="Google Shape;11306;p63"/>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07" name="Google Shape;11307;p63"/>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08" name="Google Shape;11308;p63"/>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09" name="Google Shape;11309;p63"/>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10" name="Google Shape;11310;p63"/>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11" name="Google Shape;11311;p63"/>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312" name="Google Shape;11312;p63"/>
          <p:cNvGrpSpPr/>
          <p:nvPr/>
        </p:nvGrpSpPr>
        <p:grpSpPr>
          <a:xfrm>
            <a:off x="5084391" y="4183682"/>
            <a:ext cx="504064" cy="325595"/>
            <a:chOff x="5084391" y="4183682"/>
            <a:chExt cx="504064" cy="325595"/>
          </a:xfrm>
        </p:grpSpPr>
        <p:sp>
          <p:nvSpPr>
            <p:cNvPr id="11313" name="Google Shape;11313;p63"/>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14" name="Google Shape;11314;p63"/>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15" name="Google Shape;11315;p63"/>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16" name="Google Shape;11316;p63"/>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17" name="Google Shape;11317;p63"/>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18" name="Google Shape;11318;p63"/>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19" name="Google Shape;11319;p63"/>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20" name="Google Shape;11320;p63"/>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21" name="Google Shape;11321;p63"/>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22" name="Google Shape;11322;p63"/>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23" name="Google Shape;11323;p63"/>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24" name="Google Shape;11324;p63"/>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25" name="Google Shape;11325;p63"/>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26" name="Google Shape;11326;p63"/>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27" name="Google Shape;11327;p63"/>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28" name="Google Shape;11328;p63"/>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329" name="Google Shape;11329;p63"/>
          <p:cNvGrpSpPr/>
          <p:nvPr/>
        </p:nvGrpSpPr>
        <p:grpSpPr>
          <a:xfrm>
            <a:off x="7947595" y="2347996"/>
            <a:ext cx="379795" cy="267165"/>
            <a:chOff x="7947595" y="2347996"/>
            <a:chExt cx="379795" cy="267165"/>
          </a:xfrm>
        </p:grpSpPr>
        <p:sp>
          <p:nvSpPr>
            <p:cNvPr id="11330" name="Google Shape;11330;p63"/>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31" name="Google Shape;11331;p63"/>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32" name="Google Shape;11332;p63"/>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33" name="Google Shape;11333;p63"/>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34" name="Google Shape;11334;p63"/>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35" name="Google Shape;11335;p63"/>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36" name="Google Shape;11336;p63"/>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37" name="Google Shape;11337;p63"/>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38" name="Google Shape;11338;p63"/>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339" name="Google Shape;11339;p63"/>
          <p:cNvGrpSpPr/>
          <p:nvPr/>
        </p:nvGrpSpPr>
        <p:grpSpPr>
          <a:xfrm>
            <a:off x="6400644" y="2310269"/>
            <a:ext cx="275362" cy="338784"/>
            <a:chOff x="6400644" y="2310269"/>
            <a:chExt cx="275362" cy="338784"/>
          </a:xfrm>
        </p:grpSpPr>
        <p:sp>
          <p:nvSpPr>
            <p:cNvPr id="11340" name="Google Shape;11340;p63"/>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41" name="Google Shape;11341;p63"/>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42" name="Google Shape;11342;p63"/>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43" name="Google Shape;11343;p63"/>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44" name="Google Shape;11344;p63"/>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45" name="Google Shape;11345;p63"/>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46" name="Google Shape;11346;p63"/>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47" name="Google Shape;11347;p63"/>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48" name="Google Shape;11348;p63"/>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49" name="Google Shape;11349;p63"/>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50" name="Google Shape;11350;p63"/>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51" name="Google Shape;11351;p63"/>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52" name="Google Shape;11352;p63"/>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353" name="Google Shape;11353;p63"/>
          <p:cNvGrpSpPr/>
          <p:nvPr/>
        </p:nvGrpSpPr>
        <p:grpSpPr>
          <a:xfrm>
            <a:off x="1342268" y="4161009"/>
            <a:ext cx="359565" cy="358094"/>
            <a:chOff x="1342268" y="4161009"/>
            <a:chExt cx="359565" cy="358094"/>
          </a:xfrm>
        </p:grpSpPr>
        <p:sp>
          <p:nvSpPr>
            <p:cNvPr id="11354" name="Google Shape;11354;p63"/>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55" name="Google Shape;11355;p63"/>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56" name="Google Shape;11356;p63"/>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57" name="Google Shape;11357;p63"/>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58" name="Google Shape;11358;p63"/>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59" name="Google Shape;11359;p63"/>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60" name="Google Shape;11360;p63"/>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61" name="Google Shape;11361;p63"/>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62" name="Google Shape;11362;p63"/>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363" name="Google Shape;11363;p63"/>
          <p:cNvGrpSpPr/>
          <p:nvPr/>
        </p:nvGrpSpPr>
        <p:grpSpPr>
          <a:xfrm>
            <a:off x="1913012" y="2764940"/>
            <a:ext cx="417523" cy="374252"/>
            <a:chOff x="1913012" y="2764940"/>
            <a:chExt cx="417523" cy="374252"/>
          </a:xfrm>
        </p:grpSpPr>
        <p:sp>
          <p:nvSpPr>
            <p:cNvPr id="11364" name="Google Shape;11364;p63"/>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65" name="Google Shape;11365;p63"/>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66" name="Google Shape;11366;p63"/>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67" name="Google Shape;11367;p63"/>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68" name="Google Shape;11368;p63"/>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69" name="Google Shape;11369;p63"/>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70" name="Google Shape;11370;p63"/>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71" name="Google Shape;11371;p63"/>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72" name="Google Shape;11372;p63"/>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73" name="Google Shape;11373;p63"/>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74" name="Google Shape;11374;p63"/>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75" name="Google Shape;11375;p63"/>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376" name="Google Shape;11376;p63"/>
          <p:cNvGrpSpPr/>
          <p:nvPr/>
        </p:nvGrpSpPr>
        <p:grpSpPr>
          <a:xfrm>
            <a:off x="830742" y="2763601"/>
            <a:ext cx="384734" cy="381556"/>
            <a:chOff x="830742" y="2763601"/>
            <a:chExt cx="384734" cy="381556"/>
          </a:xfrm>
        </p:grpSpPr>
        <p:sp>
          <p:nvSpPr>
            <p:cNvPr id="11377" name="Google Shape;11377;p63"/>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78" name="Google Shape;11378;p63"/>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79" name="Google Shape;11379;p63"/>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80" name="Google Shape;11380;p63"/>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81" name="Google Shape;11381;p63"/>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82" name="Google Shape;11382;p63"/>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83" name="Google Shape;11383;p63"/>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84" name="Google Shape;11384;p63"/>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85" name="Google Shape;11385;p63"/>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86" name="Google Shape;11386;p63"/>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87" name="Google Shape;11387;p63"/>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88" name="Google Shape;11388;p63"/>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89" name="Google Shape;11389;p63"/>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90" name="Google Shape;11390;p63"/>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91" name="Google Shape;11391;p63"/>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92" name="Google Shape;11392;p63"/>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93" name="Google Shape;11393;p63"/>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94" name="Google Shape;11394;p63"/>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95" name="Google Shape;11395;p63"/>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96" name="Google Shape;11396;p63"/>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397" name="Google Shape;11397;p63"/>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398" name="Google Shape;11398;p63"/>
          <p:cNvGrpSpPr/>
          <p:nvPr/>
        </p:nvGrpSpPr>
        <p:grpSpPr>
          <a:xfrm>
            <a:off x="3007498" y="4183419"/>
            <a:ext cx="375434" cy="329667"/>
            <a:chOff x="3007498" y="4183419"/>
            <a:chExt cx="375434" cy="329667"/>
          </a:xfrm>
        </p:grpSpPr>
        <p:sp>
          <p:nvSpPr>
            <p:cNvPr id="11399" name="Google Shape;11399;p63"/>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00" name="Google Shape;11400;p63"/>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01" name="Google Shape;11401;p63"/>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02" name="Google Shape;11402;p63"/>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03" name="Google Shape;11403;p63"/>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04" name="Google Shape;11404;p63"/>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05" name="Google Shape;11405;p63"/>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06" name="Google Shape;11406;p63"/>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07" name="Google Shape;11407;p63"/>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08" name="Google Shape;11408;p63"/>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09" name="Google Shape;11409;p63"/>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10" name="Google Shape;11410;p63"/>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11" name="Google Shape;11411;p63"/>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12" name="Google Shape;11412;p63"/>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13" name="Google Shape;11413;p63"/>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14" name="Google Shape;11414;p63"/>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15" name="Google Shape;11415;p63"/>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16" name="Google Shape;11416;p63"/>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17" name="Google Shape;11417;p63"/>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18" name="Google Shape;11418;p63"/>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419" name="Google Shape;11419;p63"/>
          <p:cNvGrpSpPr/>
          <p:nvPr/>
        </p:nvGrpSpPr>
        <p:grpSpPr>
          <a:xfrm>
            <a:off x="6919276" y="2766990"/>
            <a:ext cx="274550" cy="354728"/>
            <a:chOff x="7606826" y="2419290"/>
            <a:chExt cx="274550" cy="354728"/>
          </a:xfrm>
        </p:grpSpPr>
        <p:sp>
          <p:nvSpPr>
            <p:cNvPr id="11420" name="Google Shape;11420;p63"/>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21" name="Google Shape;11421;p63"/>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22" name="Google Shape;11422;p63"/>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23" name="Google Shape;11423;p63"/>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24" name="Google Shape;11424;p63"/>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25" name="Google Shape;11425;p63"/>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26" name="Google Shape;11426;p63"/>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27" name="Google Shape;11427;p63"/>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28" name="Google Shape;11428;p63"/>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29" name="Google Shape;11429;p63"/>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30" name="Google Shape;11430;p63"/>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31" name="Google Shape;11431;p63"/>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32" name="Google Shape;11432;p63"/>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33" name="Google Shape;11433;p63"/>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34" name="Google Shape;11434;p63"/>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435" name="Google Shape;11435;p63"/>
          <p:cNvGrpSpPr/>
          <p:nvPr/>
        </p:nvGrpSpPr>
        <p:grpSpPr>
          <a:xfrm>
            <a:off x="7550168" y="2777003"/>
            <a:ext cx="263316" cy="354728"/>
            <a:chOff x="8062968" y="2419290"/>
            <a:chExt cx="263316" cy="354728"/>
          </a:xfrm>
        </p:grpSpPr>
        <p:sp>
          <p:nvSpPr>
            <p:cNvPr id="11436" name="Google Shape;11436;p63"/>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37" name="Google Shape;11437;p63"/>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38" name="Google Shape;11438;p63"/>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39" name="Google Shape;11439;p63"/>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40" name="Google Shape;11440;p63"/>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41" name="Google Shape;11441;p63"/>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42" name="Google Shape;11442;p63"/>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43" name="Google Shape;11443;p63"/>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44" name="Google Shape;11444;p63"/>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45" name="Google Shape;11445;p63"/>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46" name="Google Shape;11446;p63"/>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47" name="Google Shape;11447;p63"/>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48" name="Google Shape;11448;p63"/>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49" name="Google Shape;11449;p63"/>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50" name="Google Shape;11450;p63"/>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51" name="Google Shape;11451;p63"/>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52" name="Google Shape;11452;p63"/>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11456"/>
        <p:cNvGrpSpPr/>
        <p:nvPr/>
      </p:nvGrpSpPr>
      <p:grpSpPr>
        <a:xfrm>
          <a:off x="0" y="0"/>
          <a:ext cx="0" cy="0"/>
          <a:chOff x="0" y="0"/>
          <a:chExt cx="0" cy="0"/>
        </a:xfrm>
      </p:grpSpPr>
      <p:sp>
        <p:nvSpPr>
          <p:cNvPr id="11457" name="Google Shape;11457;p64"/>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a:latin typeface="Arial"/>
                <a:ea typeface="Arial"/>
                <a:cs typeface="Arial"/>
                <a:sym typeface="Arial"/>
              </a:rPr>
              <a:t>Educational </a:t>
            </a:r>
            <a:r>
              <a:rPr lang="it-IT" noProof="0" dirty="0" err="1">
                <a:latin typeface="Arial"/>
                <a:ea typeface="Arial"/>
                <a:cs typeface="Arial"/>
                <a:sym typeface="Arial"/>
              </a:rPr>
              <a:t>I</a:t>
            </a:r>
            <a:r>
              <a:rPr lang="it-IT" noProof="0" dirty="0" err="1">
                <a:solidFill>
                  <a:srgbClr val="FFFFFF"/>
                </a:solidFill>
                <a:latin typeface="Arial"/>
                <a:ea typeface="Arial"/>
                <a:cs typeface="Arial"/>
                <a:sym typeface="Arial"/>
              </a:rPr>
              <a:t>cons</a:t>
            </a:r>
            <a:endParaRPr lang="it-IT" noProof="0" dirty="0">
              <a:solidFill>
                <a:srgbClr val="FFFFFF"/>
              </a:solidFill>
              <a:latin typeface="Arial"/>
              <a:ea typeface="Arial"/>
              <a:cs typeface="Arial"/>
              <a:sym typeface="Arial"/>
            </a:endParaRPr>
          </a:p>
        </p:txBody>
      </p:sp>
      <p:sp>
        <p:nvSpPr>
          <p:cNvPr id="11458" name="Google Shape;11458;p64"/>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err="1">
                <a:latin typeface="Arial"/>
                <a:ea typeface="Arial"/>
                <a:cs typeface="Arial"/>
                <a:sym typeface="Arial"/>
              </a:rPr>
              <a:t>Medical</a:t>
            </a:r>
            <a:r>
              <a:rPr lang="it-IT" noProof="0" dirty="0">
                <a:latin typeface="Arial"/>
                <a:ea typeface="Arial"/>
                <a:cs typeface="Arial"/>
                <a:sym typeface="Arial"/>
              </a:rPr>
              <a:t> </a:t>
            </a:r>
            <a:r>
              <a:rPr lang="it-IT" noProof="0" dirty="0" err="1">
                <a:latin typeface="Arial"/>
                <a:ea typeface="Arial"/>
                <a:cs typeface="Arial"/>
                <a:sym typeface="Arial"/>
              </a:rPr>
              <a:t>Icons</a:t>
            </a:r>
            <a:endParaRPr lang="it-IT" noProof="0" dirty="0">
              <a:solidFill>
                <a:srgbClr val="FFFFFF"/>
              </a:solidFill>
              <a:latin typeface="Arial"/>
              <a:ea typeface="Arial"/>
              <a:cs typeface="Arial"/>
              <a:sym typeface="Arial"/>
            </a:endParaRPr>
          </a:p>
        </p:txBody>
      </p:sp>
      <p:grpSp>
        <p:nvGrpSpPr>
          <p:cNvPr id="11459" name="Google Shape;11459;p64"/>
          <p:cNvGrpSpPr/>
          <p:nvPr/>
        </p:nvGrpSpPr>
        <p:grpSpPr>
          <a:xfrm>
            <a:off x="7075663" y="2444129"/>
            <a:ext cx="362163" cy="347098"/>
            <a:chOff x="7075663" y="2444129"/>
            <a:chExt cx="362163" cy="347098"/>
          </a:xfrm>
        </p:grpSpPr>
        <p:sp>
          <p:nvSpPr>
            <p:cNvPr id="11460" name="Google Shape;11460;p64"/>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61" name="Google Shape;11461;p64"/>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62" name="Google Shape;11462;p64"/>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63" name="Google Shape;11463;p64"/>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64" name="Google Shape;11464;p64"/>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65" name="Google Shape;11465;p64"/>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66" name="Google Shape;11466;p64"/>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67" name="Google Shape;11467;p64"/>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468" name="Google Shape;11468;p64"/>
          <p:cNvGrpSpPr/>
          <p:nvPr/>
        </p:nvGrpSpPr>
        <p:grpSpPr>
          <a:xfrm>
            <a:off x="6638175" y="2436584"/>
            <a:ext cx="372197" cy="362163"/>
            <a:chOff x="6638175" y="2436584"/>
            <a:chExt cx="372197" cy="362163"/>
          </a:xfrm>
        </p:grpSpPr>
        <p:sp>
          <p:nvSpPr>
            <p:cNvPr id="11469" name="Google Shape;11469;p64"/>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70" name="Google Shape;11470;p64"/>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71" name="Google Shape;11471;p64"/>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72" name="Google Shape;11472;p64"/>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73" name="Google Shape;11473;p64"/>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74" name="Google Shape;11474;p64"/>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75" name="Google Shape;11475;p64"/>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76" name="Google Shape;11476;p64"/>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77" name="Google Shape;11477;p64"/>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78" name="Google Shape;11478;p64"/>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79" name="Google Shape;11479;p64"/>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80" name="Google Shape;11480;p64"/>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81" name="Google Shape;11481;p64"/>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482" name="Google Shape;11482;p64"/>
          <p:cNvGrpSpPr/>
          <p:nvPr/>
        </p:nvGrpSpPr>
        <p:grpSpPr>
          <a:xfrm>
            <a:off x="6192906" y="2439440"/>
            <a:ext cx="371699" cy="356084"/>
            <a:chOff x="6192906" y="2439440"/>
            <a:chExt cx="371699" cy="356084"/>
          </a:xfrm>
        </p:grpSpPr>
        <p:sp>
          <p:nvSpPr>
            <p:cNvPr id="11483" name="Google Shape;11483;p64"/>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84" name="Google Shape;11484;p64"/>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85" name="Google Shape;11485;p64"/>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86" name="Google Shape;11486;p64"/>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87" name="Google Shape;11487;p64"/>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88" name="Google Shape;11488;p64"/>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89" name="Google Shape;11489;p64"/>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90" name="Google Shape;11490;p64"/>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91" name="Google Shape;11491;p64"/>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92" name="Google Shape;11492;p64"/>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93" name="Google Shape;11493;p64"/>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94" name="Google Shape;11494;p64"/>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95" name="Google Shape;11495;p64"/>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496" name="Google Shape;11496;p64"/>
          <p:cNvGrpSpPr/>
          <p:nvPr/>
        </p:nvGrpSpPr>
        <p:grpSpPr>
          <a:xfrm>
            <a:off x="5762467" y="2436584"/>
            <a:ext cx="362163" cy="362163"/>
            <a:chOff x="5762467" y="2436584"/>
            <a:chExt cx="362163" cy="362163"/>
          </a:xfrm>
        </p:grpSpPr>
        <p:sp>
          <p:nvSpPr>
            <p:cNvPr id="11497" name="Google Shape;11497;p64"/>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98" name="Google Shape;11498;p64"/>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499" name="Google Shape;11499;p64"/>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00" name="Google Shape;11500;p64"/>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01" name="Google Shape;11501;p64"/>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02" name="Google Shape;11502;p64"/>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03" name="Google Shape;11503;p64"/>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04" name="Google Shape;11504;p64"/>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05" name="Google Shape;11505;p64"/>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06" name="Google Shape;11506;p64"/>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07" name="Google Shape;11507;p64"/>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08" name="Google Shape;11508;p64"/>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09" name="Google Shape;11509;p64"/>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10" name="Google Shape;11510;p64"/>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11" name="Google Shape;11511;p64"/>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12" name="Google Shape;11512;p64"/>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13" name="Google Shape;11513;p64"/>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14" name="Google Shape;11514;p64"/>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15" name="Google Shape;11515;p64"/>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16" name="Google Shape;11516;p64"/>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17" name="Google Shape;11517;p64"/>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18" name="Google Shape;11518;p64"/>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19" name="Google Shape;11519;p64"/>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20" name="Google Shape;11520;p64"/>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21" name="Google Shape;11521;p64"/>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522" name="Google Shape;11522;p64"/>
          <p:cNvGrpSpPr/>
          <p:nvPr/>
        </p:nvGrpSpPr>
        <p:grpSpPr>
          <a:xfrm>
            <a:off x="5323721" y="2437029"/>
            <a:ext cx="362922" cy="361219"/>
            <a:chOff x="5323721" y="2437029"/>
            <a:chExt cx="362922" cy="361219"/>
          </a:xfrm>
        </p:grpSpPr>
        <p:sp>
          <p:nvSpPr>
            <p:cNvPr id="11523" name="Google Shape;11523;p64"/>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24" name="Google Shape;11524;p64"/>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25" name="Google Shape;11525;p64"/>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26" name="Google Shape;11526;p64"/>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27" name="Google Shape;11527;p64"/>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28" name="Google Shape;11528;p64"/>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29" name="Google Shape;11529;p64"/>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30" name="Google Shape;11530;p64"/>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31" name="Google Shape;11531;p64"/>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32" name="Google Shape;11532;p64"/>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33" name="Google Shape;11533;p64"/>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34" name="Google Shape;11534;p64"/>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35" name="Google Shape;11535;p64"/>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36" name="Google Shape;11536;p64"/>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37" name="Google Shape;11537;p64"/>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38" name="Google Shape;11538;p64"/>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39" name="Google Shape;11539;p64"/>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540" name="Google Shape;11540;p64"/>
          <p:cNvGrpSpPr/>
          <p:nvPr/>
        </p:nvGrpSpPr>
        <p:grpSpPr>
          <a:xfrm>
            <a:off x="4875937" y="2468731"/>
            <a:ext cx="407122" cy="315448"/>
            <a:chOff x="4875937" y="2468731"/>
            <a:chExt cx="407122" cy="315448"/>
          </a:xfrm>
        </p:grpSpPr>
        <p:sp>
          <p:nvSpPr>
            <p:cNvPr id="11541" name="Google Shape;11541;p64"/>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42" name="Google Shape;11542;p64"/>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43" name="Google Shape;11543;p64"/>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44" name="Google Shape;11544;p64"/>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45" name="Google Shape;11545;p64"/>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46" name="Google Shape;11546;p64"/>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47" name="Google Shape;11547;p64"/>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48" name="Google Shape;11548;p64"/>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49" name="Google Shape;11549;p64"/>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50" name="Google Shape;11550;p64"/>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51" name="Google Shape;11551;p64"/>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52" name="Google Shape;11552;p64"/>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53" name="Google Shape;11553;p64"/>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54" name="Google Shape;11554;p64"/>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55" name="Google Shape;11555;p64"/>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56" name="Google Shape;11556;p64"/>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57" name="Google Shape;11557;p64"/>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58" name="Google Shape;11558;p64"/>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59" name="Google Shape;11559;p64"/>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560" name="Google Shape;11560;p64"/>
          <p:cNvGrpSpPr/>
          <p:nvPr/>
        </p:nvGrpSpPr>
        <p:grpSpPr>
          <a:xfrm>
            <a:off x="4893282" y="3804774"/>
            <a:ext cx="242114" cy="362163"/>
            <a:chOff x="4893282" y="3804774"/>
            <a:chExt cx="242114" cy="362163"/>
          </a:xfrm>
        </p:grpSpPr>
        <p:sp>
          <p:nvSpPr>
            <p:cNvPr id="11561" name="Google Shape;11561;p64"/>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62" name="Google Shape;11562;p64"/>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63" name="Google Shape;11563;p64"/>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64" name="Google Shape;11564;p64"/>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65" name="Google Shape;11565;p64"/>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66" name="Google Shape;11566;p64"/>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67" name="Google Shape;11567;p64"/>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68" name="Google Shape;11568;p64"/>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69" name="Google Shape;11569;p64"/>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70" name="Google Shape;11570;p64"/>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71" name="Google Shape;11571;p64"/>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72" name="Google Shape;11572;p64"/>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73" name="Google Shape;11573;p64"/>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74" name="Google Shape;11574;p64"/>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75" name="Google Shape;11575;p64"/>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76" name="Google Shape;11576;p64"/>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77" name="Google Shape;11577;p64"/>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78" name="Google Shape;11578;p64"/>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79" name="Google Shape;11579;p64"/>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80" name="Google Shape;11580;p64"/>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81" name="Google Shape;11581;p64"/>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82" name="Google Shape;11582;p64"/>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83" name="Google Shape;11583;p64"/>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84" name="Google Shape;11584;p64"/>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85" name="Google Shape;11585;p64"/>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86" name="Google Shape;11586;p64"/>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587" name="Google Shape;11587;p64"/>
          <p:cNvGrpSpPr/>
          <p:nvPr/>
        </p:nvGrpSpPr>
        <p:grpSpPr>
          <a:xfrm>
            <a:off x="6248162" y="3804774"/>
            <a:ext cx="231058" cy="362425"/>
            <a:chOff x="6248162" y="3804774"/>
            <a:chExt cx="231058" cy="362425"/>
          </a:xfrm>
        </p:grpSpPr>
        <p:sp>
          <p:nvSpPr>
            <p:cNvPr id="11588" name="Google Shape;11588;p64"/>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89" name="Google Shape;11589;p64"/>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90" name="Google Shape;11590;p64"/>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91" name="Google Shape;11591;p64"/>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592" name="Google Shape;11592;p64"/>
          <p:cNvGrpSpPr/>
          <p:nvPr/>
        </p:nvGrpSpPr>
        <p:grpSpPr>
          <a:xfrm>
            <a:off x="5346568" y="3804774"/>
            <a:ext cx="233337" cy="362163"/>
            <a:chOff x="5346568" y="3804774"/>
            <a:chExt cx="233337" cy="362163"/>
          </a:xfrm>
        </p:grpSpPr>
        <p:sp>
          <p:nvSpPr>
            <p:cNvPr id="11593" name="Google Shape;11593;p64"/>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94" name="Google Shape;11594;p64"/>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95" name="Google Shape;11595;p64"/>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96" name="Google Shape;11596;p64"/>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97" name="Google Shape;11597;p64"/>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98" name="Google Shape;11598;p64"/>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599" name="Google Shape;11599;p64"/>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00" name="Google Shape;11600;p64"/>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01" name="Google Shape;11601;p64"/>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02" name="Google Shape;11602;p64"/>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03" name="Google Shape;11603;p64"/>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04" name="Google Shape;11604;p64"/>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05" name="Google Shape;11605;p64"/>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06" name="Google Shape;11606;p64"/>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07" name="Google Shape;11607;p64"/>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08" name="Google Shape;11608;p64"/>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09" name="Google Shape;11609;p64"/>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10" name="Google Shape;11610;p64"/>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11" name="Google Shape;11611;p64"/>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612" name="Google Shape;11612;p64"/>
          <p:cNvGrpSpPr/>
          <p:nvPr/>
        </p:nvGrpSpPr>
        <p:grpSpPr>
          <a:xfrm>
            <a:off x="6704985" y="3805141"/>
            <a:ext cx="209967" cy="361639"/>
            <a:chOff x="6704985" y="3805141"/>
            <a:chExt cx="209967" cy="361639"/>
          </a:xfrm>
        </p:grpSpPr>
        <p:sp>
          <p:nvSpPr>
            <p:cNvPr id="11613" name="Google Shape;11613;p64"/>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14" name="Google Shape;11614;p64"/>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15" name="Google Shape;11615;p64"/>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16" name="Google Shape;11616;p64"/>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17" name="Google Shape;11617;p64"/>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18" name="Google Shape;11618;p64"/>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19" name="Google Shape;11619;p64"/>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20" name="Google Shape;11620;p64"/>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21" name="Google Shape;11621;p64"/>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22" name="Google Shape;11622;p64"/>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23" name="Google Shape;11623;p64"/>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24" name="Google Shape;11624;p64"/>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625" name="Google Shape;11625;p64"/>
          <p:cNvGrpSpPr/>
          <p:nvPr/>
        </p:nvGrpSpPr>
        <p:grpSpPr>
          <a:xfrm>
            <a:off x="7513884" y="2448269"/>
            <a:ext cx="363184" cy="338792"/>
            <a:chOff x="7513884" y="2448269"/>
            <a:chExt cx="363184" cy="338792"/>
          </a:xfrm>
        </p:grpSpPr>
        <p:sp>
          <p:nvSpPr>
            <p:cNvPr id="11626" name="Google Shape;11626;p64"/>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27" name="Google Shape;11627;p64"/>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28" name="Google Shape;11628;p64"/>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29" name="Google Shape;11629;p64"/>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30" name="Google Shape;11630;p64"/>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31" name="Google Shape;11631;p64"/>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632" name="Google Shape;11632;p64"/>
          <p:cNvGrpSpPr/>
          <p:nvPr/>
        </p:nvGrpSpPr>
        <p:grpSpPr>
          <a:xfrm>
            <a:off x="5777767" y="3804826"/>
            <a:ext cx="258699" cy="362136"/>
            <a:chOff x="5777767" y="3804826"/>
            <a:chExt cx="258699" cy="362136"/>
          </a:xfrm>
        </p:grpSpPr>
        <p:sp>
          <p:nvSpPr>
            <p:cNvPr id="11633" name="Google Shape;11633;p64"/>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34" name="Google Shape;11634;p64"/>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35" name="Google Shape;11635;p64"/>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636" name="Google Shape;11636;p64"/>
          <p:cNvGrpSpPr/>
          <p:nvPr/>
        </p:nvGrpSpPr>
        <p:grpSpPr>
          <a:xfrm>
            <a:off x="7953101" y="2436584"/>
            <a:ext cx="361691" cy="362163"/>
            <a:chOff x="7953101" y="2436584"/>
            <a:chExt cx="361691" cy="362163"/>
          </a:xfrm>
        </p:grpSpPr>
        <p:sp>
          <p:nvSpPr>
            <p:cNvPr id="11637" name="Google Shape;11637;p64"/>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38" name="Google Shape;11638;p64"/>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39" name="Google Shape;11639;p64"/>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40" name="Google Shape;11640;p64"/>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41" name="Google Shape;11641;p64"/>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42" name="Google Shape;11642;p64"/>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43" name="Google Shape;11643;p64"/>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44" name="Google Shape;11644;p64"/>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45" name="Google Shape;11645;p64"/>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646" name="Google Shape;11646;p64"/>
          <p:cNvGrpSpPr/>
          <p:nvPr/>
        </p:nvGrpSpPr>
        <p:grpSpPr>
          <a:xfrm>
            <a:off x="4859353" y="3355130"/>
            <a:ext cx="373481" cy="362267"/>
            <a:chOff x="4859353" y="3355130"/>
            <a:chExt cx="373481" cy="362267"/>
          </a:xfrm>
        </p:grpSpPr>
        <p:sp>
          <p:nvSpPr>
            <p:cNvPr id="11647" name="Google Shape;11647;p64"/>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48" name="Google Shape;11648;p64"/>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49" name="Google Shape;11649;p64"/>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50" name="Google Shape;11650;p64"/>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51" name="Google Shape;11651;p64"/>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52" name="Google Shape;11652;p64"/>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53" name="Google Shape;11653;p64"/>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54" name="Google Shape;11654;p64"/>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55" name="Google Shape;11655;p64"/>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56" name="Google Shape;11656;p64"/>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57" name="Google Shape;11657;p64"/>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58" name="Google Shape;11658;p64"/>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59" name="Google Shape;11659;p64"/>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60" name="Google Shape;11660;p64"/>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661" name="Google Shape;11661;p64"/>
          <p:cNvGrpSpPr/>
          <p:nvPr/>
        </p:nvGrpSpPr>
        <p:grpSpPr>
          <a:xfrm>
            <a:off x="6637678" y="1500982"/>
            <a:ext cx="378721" cy="362005"/>
            <a:chOff x="6637678" y="1500982"/>
            <a:chExt cx="378721" cy="362005"/>
          </a:xfrm>
        </p:grpSpPr>
        <p:sp>
          <p:nvSpPr>
            <p:cNvPr id="11662" name="Google Shape;11662;p64"/>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63" name="Google Shape;11663;p64"/>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64" name="Google Shape;11664;p64"/>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65" name="Google Shape;11665;p64"/>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66" name="Google Shape;11666;p64"/>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67" name="Google Shape;11667;p64"/>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68" name="Google Shape;11668;p64"/>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69" name="Google Shape;11669;p64"/>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70" name="Google Shape;11670;p64"/>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71" name="Google Shape;11671;p64"/>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72" name="Google Shape;11672;p64"/>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73" name="Google Shape;11673;p64"/>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74" name="Google Shape;11674;p64"/>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75" name="Google Shape;11675;p64"/>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76" name="Google Shape;11676;p64"/>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77" name="Google Shape;11677;p64"/>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678" name="Google Shape;11678;p64"/>
          <p:cNvGrpSpPr/>
          <p:nvPr/>
        </p:nvGrpSpPr>
        <p:grpSpPr>
          <a:xfrm>
            <a:off x="5827993" y="3355496"/>
            <a:ext cx="223041" cy="362163"/>
            <a:chOff x="5827993" y="3355496"/>
            <a:chExt cx="223041" cy="362163"/>
          </a:xfrm>
        </p:grpSpPr>
        <p:sp>
          <p:nvSpPr>
            <p:cNvPr id="11679" name="Google Shape;11679;p64"/>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80" name="Google Shape;11680;p64"/>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81" name="Google Shape;11681;p64"/>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82" name="Google Shape;11682;p64"/>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83" name="Google Shape;11683;p64"/>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84" name="Google Shape;11684;p64"/>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85" name="Google Shape;11685;p64"/>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86" name="Google Shape;11686;p64"/>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87" name="Google Shape;11687;p64"/>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88" name="Google Shape;11688;p64"/>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89" name="Google Shape;11689;p64"/>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90" name="Google Shape;11690;p64"/>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91" name="Google Shape;11691;p64"/>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92" name="Google Shape;11692;p64"/>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93" name="Google Shape;11693;p64"/>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694" name="Google Shape;11694;p64"/>
          <p:cNvGrpSpPr/>
          <p:nvPr/>
        </p:nvGrpSpPr>
        <p:grpSpPr>
          <a:xfrm>
            <a:off x="7528713" y="1500641"/>
            <a:ext cx="370520" cy="361586"/>
            <a:chOff x="7528713" y="1500641"/>
            <a:chExt cx="370520" cy="361586"/>
          </a:xfrm>
        </p:grpSpPr>
        <p:sp>
          <p:nvSpPr>
            <p:cNvPr id="11695" name="Google Shape;11695;p64"/>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96" name="Google Shape;11696;p64"/>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97" name="Google Shape;11697;p64"/>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98" name="Google Shape;11698;p64"/>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699" name="Google Shape;11699;p64"/>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00" name="Google Shape;11700;p64"/>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01" name="Google Shape;11701;p64"/>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702" name="Google Shape;11702;p64"/>
          <p:cNvGrpSpPr/>
          <p:nvPr/>
        </p:nvGrpSpPr>
        <p:grpSpPr>
          <a:xfrm>
            <a:off x="5317198" y="3355496"/>
            <a:ext cx="367429" cy="362163"/>
            <a:chOff x="5317198" y="3355496"/>
            <a:chExt cx="367429" cy="362163"/>
          </a:xfrm>
        </p:grpSpPr>
        <p:sp>
          <p:nvSpPr>
            <p:cNvPr id="11703" name="Google Shape;11703;p64"/>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04" name="Google Shape;11704;p64"/>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05" name="Google Shape;11705;p64"/>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06" name="Google Shape;11706;p64"/>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07" name="Google Shape;11707;p64"/>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08" name="Google Shape;11708;p64"/>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09" name="Google Shape;11709;p64"/>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10" name="Google Shape;11710;p64"/>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11" name="Google Shape;11711;p64"/>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12" name="Google Shape;11712;p64"/>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13" name="Google Shape;11713;p64"/>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14" name="Google Shape;11714;p64"/>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15" name="Google Shape;11715;p64"/>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16" name="Google Shape;11716;p64"/>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17" name="Google Shape;11717;p64"/>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18" name="Google Shape;11718;p64"/>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719" name="Google Shape;11719;p64"/>
          <p:cNvGrpSpPr/>
          <p:nvPr/>
        </p:nvGrpSpPr>
        <p:grpSpPr>
          <a:xfrm>
            <a:off x="5302971" y="1500563"/>
            <a:ext cx="383175" cy="362241"/>
            <a:chOff x="5302971" y="1500563"/>
            <a:chExt cx="383175" cy="362241"/>
          </a:xfrm>
        </p:grpSpPr>
        <p:sp>
          <p:nvSpPr>
            <p:cNvPr id="11720" name="Google Shape;11720;p64"/>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21" name="Google Shape;11721;p64"/>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722" name="Google Shape;11722;p64"/>
          <p:cNvGrpSpPr/>
          <p:nvPr/>
        </p:nvGrpSpPr>
        <p:grpSpPr>
          <a:xfrm>
            <a:off x="6202705" y="1525453"/>
            <a:ext cx="364180" cy="312461"/>
            <a:chOff x="6202705" y="1525453"/>
            <a:chExt cx="364180" cy="312461"/>
          </a:xfrm>
        </p:grpSpPr>
        <p:sp>
          <p:nvSpPr>
            <p:cNvPr id="11723" name="Google Shape;11723;p64"/>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24" name="Google Shape;11724;p64"/>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25" name="Google Shape;11725;p64"/>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26" name="Google Shape;11726;p64"/>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27" name="Google Shape;11727;p64"/>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28" name="Google Shape;11728;p64"/>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29" name="Google Shape;11729;p64"/>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730" name="Google Shape;11730;p64"/>
          <p:cNvGrpSpPr/>
          <p:nvPr/>
        </p:nvGrpSpPr>
        <p:grpSpPr>
          <a:xfrm>
            <a:off x="7087217" y="1503602"/>
            <a:ext cx="362398" cy="356163"/>
            <a:chOff x="7087217" y="1503602"/>
            <a:chExt cx="362398" cy="356163"/>
          </a:xfrm>
        </p:grpSpPr>
        <p:sp>
          <p:nvSpPr>
            <p:cNvPr id="11731" name="Google Shape;11731;p64"/>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32" name="Google Shape;11732;p64"/>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33" name="Google Shape;11733;p64"/>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34" name="Google Shape;11734;p64"/>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35" name="Google Shape;11735;p64"/>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36" name="Google Shape;11736;p64"/>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37" name="Google Shape;11737;p64"/>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38" name="Google Shape;11738;p64"/>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39" name="Google Shape;11739;p64"/>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40" name="Google Shape;11740;p64"/>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41" name="Google Shape;11741;p64"/>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42" name="Google Shape;11742;p64"/>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43" name="Google Shape;11743;p64"/>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44" name="Google Shape;11744;p64"/>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45" name="Google Shape;11745;p64"/>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46" name="Google Shape;11746;p64"/>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47" name="Google Shape;11747;p64"/>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48" name="Google Shape;11748;p64"/>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49" name="Google Shape;11749;p64"/>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50" name="Google Shape;11750;p64"/>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51" name="Google Shape;11751;p64"/>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752" name="Google Shape;11752;p64"/>
          <p:cNvGrpSpPr/>
          <p:nvPr/>
        </p:nvGrpSpPr>
        <p:grpSpPr>
          <a:xfrm>
            <a:off x="7968952" y="1500877"/>
            <a:ext cx="378747" cy="361455"/>
            <a:chOff x="7968952" y="1500877"/>
            <a:chExt cx="378747" cy="361455"/>
          </a:xfrm>
        </p:grpSpPr>
        <p:sp>
          <p:nvSpPr>
            <p:cNvPr id="11753" name="Google Shape;11753;p64"/>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54" name="Google Shape;11754;p64"/>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55" name="Google Shape;11755;p64"/>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56" name="Google Shape;11756;p64"/>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57" name="Google Shape;11757;p64"/>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58" name="Google Shape;11758;p64"/>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59" name="Google Shape;11759;p64"/>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60" name="Google Shape;11760;p64"/>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61" name="Google Shape;11761;p64"/>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62" name="Google Shape;11762;p64"/>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63" name="Google Shape;11763;p64"/>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64" name="Google Shape;11764;p64"/>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65" name="Google Shape;11765;p64"/>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66" name="Google Shape;11766;p64"/>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67" name="Google Shape;11767;p64"/>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768" name="Google Shape;11768;p64"/>
          <p:cNvGrpSpPr/>
          <p:nvPr/>
        </p:nvGrpSpPr>
        <p:grpSpPr>
          <a:xfrm>
            <a:off x="5761445" y="1541723"/>
            <a:ext cx="362163" cy="279737"/>
            <a:chOff x="5761445" y="1541723"/>
            <a:chExt cx="362163" cy="279737"/>
          </a:xfrm>
        </p:grpSpPr>
        <p:sp>
          <p:nvSpPr>
            <p:cNvPr id="11769" name="Google Shape;11769;p64"/>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70" name="Google Shape;11770;p64"/>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71" name="Google Shape;11771;p64"/>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72" name="Google Shape;11772;p64"/>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73" name="Google Shape;11773;p64"/>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74" name="Google Shape;11774;p64"/>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775" name="Google Shape;11775;p64"/>
          <p:cNvGrpSpPr/>
          <p:nvPr/>
        </p:nvGrpSpPr>
        <p:grpSpPr>
          <a:xfrm>
            <a:off x="6204958" y="3355575"/>
            <a:ext cx="358390" cy="362320"/>
            <a:chOff x="6204958" y="3355575"/>
            <a:chExt cx="358390" cy="362320"/>
          </a:xfrm>
        </p:grpSpPr>
        <p:sp>
          <p:nvSpPr>
            <p:cNvPr id="11776" name="Google Shape;11776;p64"/>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77" name="Google Shape;11777;p64"/>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78" name="Google Shape;11778;p64"/>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79" name="Google Shape;11779;p64"/>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80" name="Google Shape;11780;p64"/>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81" name="Google Shape;11781;p64"/>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82" name="Google Shape;11782;p64"/>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83" name="Google Shape;11783;p64"/>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84" name="Google Shape;11784;p64"/>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85" name="Google Shape;11785;p64"/>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86" name="Google Shape;11786;p64"/>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87" name="Google Shape;11787;p64"/>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88" name="Google Shape;11788;p64"/>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89" name="Google Shape;11789;p64"/>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90" name="Google Shape;11790;p64"/>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91" name="Google Shape;11791;p64"/>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792" name="Google Shape;11792;p64"/>
          <p:cNvGrpSpPr/>
          <p:nvPr/>
        </p:nvGrpSpPr>
        <p:grpSpPr>
          <a:xfrm>
            <a:off x="4939970" y="1499855"/>
            <a:ext cx="242979" cy="362660"/>
            <a:chOff x="4939970" y="1499855"/>
            <a:chExt cx="242979" cy="362660"/>
          </a:xfrm>
        </p:grpSpPr>
        <p:sp>
          <p:nvSpPr>
            <p:cNvPr id="11793" name="Google Shape;11793;p64"/>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94" name="Google Shape;11794;p64"/>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95" name="Google Shape;11795;p64"/>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96" name="Google Shape;11796;p64"/>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97" name="Google Shape;11797;p64"/>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798" name="Google Shape;11798;p64"/>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799" name="Google Shape;11799;p64"/>
          <p:cNvGrpSpPr/>
          <p:nvPr/>
        </p:nvGrpSpPr>
        <p:grpSpPr>
          <a:xfrm>
            <a:off x="8023448" y="3355496"/>
            <a:ext cx="284322" cy="362163"/>
            <a:chOff x="8023448" y="3355496"/>
            <a:chExt cx="284322" cy="362163"/>
          </a:xfrm>
        </p:grpSpPr>
        <p:sp>
          <p:nvSpPr>
            <p:cNvPr id="11800" name="Google Shape;11800;p64"/>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01" name="Google Shape;11801;p64"/>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02" name="Google Shape;11802;p64"/>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03" name="Google Shape;11803;p64"/>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04" name="Google Shape;11804;p64"/>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05" name="Google Shape;11805;p64"/>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06" name="Google Shape;11806;p64"/>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07" name="Google Shape;11807;p64"/>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08" name="Google Shape;11808;p64"/>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809" name="Google Shape;11809;p64"/>
          <p:cNvGrpSpPr/>
          <p:nvPr/>
        </p:nvGrpSpPr>
        <p:grpSpPr>
          <a:xfrm>
            <a:off x="6644201" y="3355496"/>
            <a:ext cx="366695" cy="361979"/>
            <a:chOff x="6644201" y="3355496"/>
            <a:chExt cx="366695" cy="361979"/>
          </a:xfrm>
        </p:grpSpPr>
        <p:sp>
          <p:nvSpPr>
            <p:cNvPr id="11810" name="Google Shape;11810;p64"/>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11" name="Google Shape;11811;p64"/>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12" name="Google Shape;11812;p64"/>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13" name="Google Shape;11813;p64"/>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14" name="Google Shape;11814;p64"/>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15" name="Google Shape;11815;p64"/>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16" name="Google Shape;11816;p64"/>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17" name="Google Shape;11817;p64"/>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18" name="Google Shape;11818;p64"/>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19" name="Google Shape;11819;p64"/>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20" name="Google Shape;11820;p64"/>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21" name="Google Shape;11821;p64"/>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22" name="Google Shape;11822;p64"/>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23" name="Google Shape;11823;p64"/>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24" name="Google Shape;11824;p64"/>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25" name="Google Shape;11825;p64"/>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26" name="Google Shape;11826;p64"/>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27" name="Google Shape;11827;p64"/>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28" name="Google Shape;11828;p64"/>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29" name="Google Shape;11829;p64"/>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30" name="Google Shape;11830;p64"/>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31" name="Google Shape;11831;p64"/>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832" name="Google Shape;11832;p64"/>
          <p:cNvGrpSpPr/>
          <p:nvPr/>
        </p:nvGrpSpPr>
        <p:grpSpPr>
          <a:xfrm>
            <a:off x="7955145" y="2019192"/>
            <a:ext cx="365176" cy="271013"/>
            <a:chOff x="7955145" y="2019192"/>
            <a:chExt cx="365176" cy="271013"/>
          </a:xfrm>
        </p:grpSpPr>
        <p:sp>
          <p:nvSpPr>
            <p:cNvPr id="11833" name="Google Shape;11833;p64"/>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34" name="Google Shape;11834;p64"/>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35" name="Google Shape;11835;p64"/>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36" name="Google Shape;11836;p64"/>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37" name="Google Shape;11837;p64"/>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38" name="Google Shape;11838;p64"/>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839" name="Google Shape;11839;p64"/>
          <p:cNvGrpSpPr/>
          <p:nvPr/>
        </p:nvGrpSpPr>
        <p:grpSpPr>
          <a:xfrm>
            <a:off x="7518155" y="2009471"/>
            <a:ext cx="361927" cy="290270"/>
            <a:chOff x="7518155" y="2009471"/>
            <a:chExt cx="361927" cy="290270"/>
          </a:xfrm>
        </p:grpSpPr>
        <p:sp>
          <p:nvSpPr>
            <p:cNvPr id="11840" name="Google Shape;11840;p64"/>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41" name="Google Shape;11841;p64"/>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42" name="Google Shape;11842;p64"/>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43" name="Google Shape;11843;p64"/>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44" name="Google Shape;11844;p64"/>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45" name="Google Shape;11845;p64"/>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46" name="Google Shape;11846;p64"/>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47" name="Google Shape;11847;p64"/>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48" name="Google Shape;11848;p64"/>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49" name="Google Shape;11849;p64"/>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50" name="Google Shape;11850;p64"/>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51" name="Google Shape;11851;p64"/>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52" name="Google Shape;11852;p64"/>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853" name="Google Shape;11853;p64"/>
          <p:cNvGrpSpPr/>
          <p:nvPr/>
        </p:nvGrpSpPr>
        <p:grpSpPr>
          <a:xfrm>
            <a:off x="7079672" y="1991053"/>
            <a:ext cx="362163" cy="327264"/>
            <a:chOff x="7079672" y="1991053"/>
            <a:chExt cx="362163" cy="327264"/>
          </a:xfrm>
        </p:grpSpPr>
        <p:sp>
          <p:nvSpPr>
            <p:cNvPr id="11854" name="Google Shape;11854;p64"/>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55" name="Google Shape;11855;p64"/>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56" name="Google Shape;11856;p64"/>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57" name="Google Shape;11857;p64"/>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58" name="Google Shape;11858;p64"/>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59" name="Google Shape;11859;p64"/>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60" name="Google Shape;11860;p64"/>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61" name="Google Shape;11861;p64"/>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62" name="Google Shape;11862;p64"/>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63" name="Google Shape;11863;p64"/>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64" name="Google Shape;11864;p64"/>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65" name="Google Shape;11865;p64"/>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66" name="Google Shape;11866;p64"/>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67" name="Google Shape;11867;p64"/>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68" name="Google Shape;11868;p64"/>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69" name="Google Shape;11869;p64"/>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870" name="Google Shape;11870;p64"/>
          <p:cNvGrpSpPr/>
          <p:nvPr/>
        </p:nvGrpSpPr>
        <p:grpSpPr>
          <a:xfrm>
            <a:off x="6641188" y="2035514"/>
            <a:ext cx="361901" cy="238132"/>
            <a:chOff x="6641188" y="2035514"/>
            <a:chExt cx="361901" cy="238132"/>
          </a:xfrm>
        </p:grpSpPr>
        <p:sp>
          <p:nvSpPr>
            <p:cNvPr id="11871" name="Google Shape;11871;p64"/>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72" name="Google Shape;11872;p64"/>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73" name="Google Shape;11873;p64"/>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74" name="Google Shape;11874;p64"/>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75" name="Google Shape;11875;p64"/>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76" name="Google Shape;11876;p64"/>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77" name="Google Shape;11877;p64"/>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78" name="Google Shape;11878;p64"/>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79" name="Google Shape;11879;p64"/>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80" name="Google Shape;11880;p64"/>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81" name="Google Shape;11881;p64"/>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82" name="Google Shape;11882;p64"/>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83" name="Google Shape;11883;p64"/>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84" name="Google Shape;11884;p64"/>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85" name="Google Shape;11885;p64"/>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86" name="Google Shape;11886;p64"/>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87" name="Google Shape;11887;p64"/>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88" name="Google Shape;11888;p64"/>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89" name="Google Shape;11889;p64"/>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890" name="Google Shape;11890;p64"/>
          <p:cNvGrpSpPr/>
          <p:nvPr/>
        </p:nvGrpSpPr>
        <p:grpSpPr>
          <a:xfrm>
            <a:off x="6202443" y="1986677"/>
            <a:ext cx="362425" cy="335884"/>
            <a:chOff x="6202443" y="1986677"/>
            <a:chExt cx="362425" cy="335884"/>
          </a:xfrm>
        </p:grpSpPr>
        <p:sp>
          <p:nvSpPr>
            <p:cNvPr id="11891" name="Google Shape;11891;p64"/>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92" name="Google Shape;11892;p64"/>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93" name="Google Shape;11893;p64"/>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94" name="Google Shape;11894;p64"/>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95" name="Google Shape;11895;p64"/>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96" name="Google Shape;11896;p64"/>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97" name="Google Shape;11897;p64"/>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98" name="Google Shape;11898;p64"/>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899" name="Google Shape;11899;p64"/>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00" name="Google Shape;11900;p64"/>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01" name="Google Shape;11901;p64"/>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02" name="Google Shape;11902;p64"/>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03" name="Google Shape;11903;p64"/>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04" name="Google Shape;11904;p64"/>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05" name="Google Shape;11905;p64"/>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06" name="Google Shape;11906;p64"/>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07" name="Google Shape;11907;p64"/>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08" name="Google Shape;11908;p64"/>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09" name="Google Shape;11909;p64"/>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10" name="Google Shape;11910;p64"/>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911" name="Google Shape;11911;p64"/>
          <p:cNvGrpSpPr/>
          <p:nvPr/>
        </p:nvGrpSpPr>
        <p:grpSpPr>
          <a:xfrm>
            <a:off x="5764222" y="2016598"/>
            <a:ext cx="374293" cy="276069"/>
            <a:chOff x="5764222" y="2016598"/>
            <a:chExt cx="374293" cy="276069"/>
          </a:xfrm>
        </p:grpSpPr>
        <p:sp>
          <p:nvSpPr>
            <p:cNvPr id="11912" name="Google Shape;11912;p64"/>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13" name="Google Shape;11913;p64"/>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14" name="Google Shape;11914;p64"/>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15" name="Google Shape;11915;p64"/>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16" name="Google Shape;11916;p64"/>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17" name="Google Shape;11917;p64"/>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18" name="Google Shape;11918;p64"/>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19" name="Google Shape;11919;p64"/>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20" name="Google Shape;11920;p64"/>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21" name="Google Shape;11921;p64"/>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22" name="Google Shape;11922;p64"/>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923" name="Google Shape;11923;p64"/>
          <p:cNvGrpSpPr/>
          <p:nvPr/>
        </p:nvGrpSpPr>
        <p:grpSpPr>
          <a:xfrm>
            <a:off x="5325477" y="2016441"/>
            <a:ext cx="361927" cy="276515"/>
            <a:chOff x="5325477" y="2016441"/>
            <a:chExt cx="361927" cy="276515"/>
          </a:xfrm>
        </p:grpSpPr>
        <p:sp>
          <p:nvSpPr>
            <p:cNvPr id="11924" name="Google Shape;11924;p64"/>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25" name="Google Shape;11925;p64"/>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26" name="Google Shape;11926;p64"/>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27" name="Google Shape;11927;p64"/>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28" name="Google Shape;11928;p64"/>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29" name="Google Shape;11929;p64"/>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30" name="Google Shape;11930;p64"/>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31" name="Google Shape;11931;p64"/>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32" name="Google Shape;11932;p64"/>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33" name="Google Shape;11933;p64"/>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34" name="Google Shape;11934;p64"/>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35" name="Google Shape;11935;p64"/>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36" name="Google Shape;11936;p64"/>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37" name="Google Shape;11937;p64"/>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38" name="Google Shape;11938;p64"/>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39" name="Google Shape;11939;p64"/>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40" name="Google Shape;11940;p64"/>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41" name="Google Shape;11941;p64"/>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42" name="Google Shape;11942;p64"/>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43" name="Google Shape;11943;p64"/>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944" name="Google Shape;11944;p64"/>
          <p:cNvGrpSpPr/>
          <p:nvPr/>
        </p:nvGrpSpPr>
        <p:grpSpPr>
          <a:xfrm>
            <a:off x="4870671" y="2017200"/>
            <a:ext cx="364180" cy="274812"/>
            <a:chOff x="4870671" y="2017200"/>
            <a:chExt cx="364180" cy="274812"/>
          </a:xfrm>
        </p:grpSpPr>
        <p:sp>
          <p:nvSpPr>
            <p:cNvPr id="11945" name="Google Shape;11945;p64"/>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46" name="Google Shape;11946;p64"/>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47" name="Google Shape;11947;p64"/>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48" name="Google Shape;11948;p64"/>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49" name="Google Shape;11949;p64"/>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50" name="Google Shape;11950;p64"/>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51" name="Google Shape;11951;p64"/>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52" name="Google Shape;11952;p64"/>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53" name="Google Shape;11953;p64"/>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54" name="Google Shape;11954;p64"/>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55" name="Google Shape;11955;p64"/>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56" name="Google Shape;11956;p64"/>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57" name="Google Shape;11957;p64"/>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958" name="Google Shape;11958;p64"/>
          <p:cNvGrpSpPr/>
          <p:nvPr/>
        </p:nvGrpSpPr>
        <p:grpSpPr>
          <a:xfrm>
            <a:off x="7144726" y="3355496"/>
            <a:ext cx="260690" cy="362032"/>
            <a:chOff x="7144726" y="3355496"/>
            <a:chExt cx="260690" cy="362032"/>
          </a:xfrm>
        </p:grpSpPr>
        <p:sp>
          <p:nvSpPr>
            <p:cNvPr id="11959" name="Google Shape;11959;p64"/>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60" name="Google Shape;11960;p64"/>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61" name="Google Shape;11961;p64"/>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62" name="Google Shape;11962;p64"/>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63" name="Google Shape;11963;p64"/>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64" name="Google Shape;11964;p64"/>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965" name="Google Shape;11965;p64"/>
          <p:cNvGrpSpPr/>
          <p:nvPr/>
        </p:nvGrpSpPr>
        <p:grpSpPr>
          <a:xfrm>
            <a:off x="6705719" y="4278051"/>
            <a:ext cx="261712" cy="361770"/>
            <a:chOff x="6705719" y="4278051"/>
            <a:chExt cx="261712" cy="361770"/>
          </a:xfrm>
        </p:grpSpPr>
        <p:sp>
          <p:nvSpPr>
            <p:cNvPr id="11966" name="Google Shape;11966;p64"/>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67" name="Google Shape;11967;p64"/>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68" name="Google Shape;11968;p64"/>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69" name="Google Shape;11969;p64"/>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70" name="Google Shape;11970;p64"/>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71" name="Google Shape;11971;p64"/>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72" name="Google Shape;11972;p64"/>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73" name="Google Shape;11973;p64"/>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74" name="Google Shape;11974;p64"/>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75" name="Google Shape;11975;p64"/>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76" name="Google Shape;11976;p64"/>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77" name="Google Shape;11977;p64"/>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78" name="Google Shape;11978;p64"/>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79" name="Google Shape;11979;p64"/>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80" name="Google Shape;11980;p64"/>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981" name="Google Shape;11981;p64"/>
          <p:cNvGrpSpPr/>
          <p:nvPr/>
        </p:nvGrpSpPr>
        <p:grpSpPr>
          <a:xfrm>
            <a:off x="5750650" y="2891652"/>
            <a:ext cx="320216" cy="361403"/>
            <a:chOff x="5750650" y="2891652"/>
            <a:chExt cx="320216" cy="361403"/>
          </a:xfrm>
        </p:grpSpPr>
        <p:sp>
          <p:nvSpPr>
            <p:cNvPr id="11982" name="Google Shape;11982;p64"/>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83" name="Google Shape;11983;p64"/>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84" name="Google Shape;11984;p64"/>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85" name="Google Shape;11985;p64"/>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86" name="Google Shape;11986;p64"/>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87" name="Google Shape;11987;p64"/>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88" name="Google Shape;11988;p64"/>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89" name="Google Shape;11989;p64"/>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90" name="Google Shape;11990;p64"/>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91" name="Google Shape;11991;p64"/>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92" name="Google Shape;11992;p64"/>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93" name="Google Shape;11993;p64"/>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94" name="Google Shape;11994;p64"/>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95" name="Google Shape;11995;p64"/>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96" name="Google Shape;11996;p64"/>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1997" name="Google Shape;11997;p64"/>
          <p:cNvGrpSpPr/>
          <p:nvPr/>
        </p:nvGrpSpPr>
        <p:grpSpPr>
          <a:xfrm>
            <a:off x="6658009" y="2891390"/>
            <a:ext cx="315972" cy="361927"/>
            <a:chOff x="6658009" y="2891390"/>
            <a:chExt cx="315972" cy="361927"/>
          </a:xfrm>
        </p:grpSpPr>
        <p:sp>
          <p:nvSpPr>
            <p:cNvPr id="11998" name="Google Shape;11998;p64"/>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1999" name="Google Shape;11999;p64"/>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00" name="Google Shape;12000;p64"/>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01" name="Google Shape;12001;p64"/>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02" name="Google Shape;12002;p64"/>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03" name="Google Shape;12003;p64"/>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04" name="Google Shape;12004;p64"/>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005" name="Google Shape;12005;p64"/>
          <p:cNvGrpSpPr/>
          <p:nvPr/>
        </p:nvGrpSpPr>
        <p:grpSpPr>
          <a:xfrm>
            <a:off x="6203465" y="2891206"/>
            <a:ext cx="320478" cy="362110"/>
            <a:chOff x="6203465" y="2891206"/>
            <a:chExt cx="320478" cy="362110"/>
          </a:xfrm>
        </p:grpSpPr>
        <p:sp>
          <p:nvSpPr>
            <p:cNvPr id="12006" name="Google Shape;12006;p64"/>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07" name="Google Shape;12007;p64"/>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08" name="Google Shape;12008;p64"/>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09" name="Google Shape;12009;p64"/>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10" name="Google Shape;12010;p64"/>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011" name="Google Shape;12011;p64"/>
          <p:cNvGrpSpPr/>
          <p:nvPr/>
        </p:nvGrpSpPr>
        <p:grpSpPr>
          <a:xfrm>
            <a:off x="7567280" y="2891259"/>
            <a:ext cx="307116" cy="362294"/>
            <a:chOff x="7567280" y="2891259"/>
            <a:chExt cx="307116" cy="362294"/>
          </a:xfrm>
        </p:grpSpPr>
        <p:sp>
          <p:nvSpPr>
            <p:cNvPr id="12012" name="Google Shape;12012;p64"/>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13" name="Google Shape;12013;p64"/>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14" name="Google Shape;12014;p64"/>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15" name="Google Shape;12015;p64"/>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16" name="Google Shape;12016;p64"/>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17" name="Google Shape;12017;p64"/>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18" name="Google Shape;12018;p64"/>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19" name="Google Shape;12019;p64"/>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20" name="Google Shape;12020;p64"/>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21" name="Google Shape;12021;p64"/>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22" name="Google Shape;12022;p64"/>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23" name="Google Shape;12023;p64"/>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024" name="Google Shape;12024;p64"/>
          <p:cNvGrpSpPr/>
          <p:nvPr/>
        </p:nvGrpSpPr>
        <p:grpSpPr>
          <a:xfrm>
            <a:off x="7112579" y="2891521"/>
            <a:ext cx="338556" cy="361534"/>
            <a:chOff x="7112579" y="2891521"/>
            <a:chExt cx="338556" cy="361534"/>
          </a:xfrm>
        </p:grpSpPr>
        <p:sp>
          <p:nvSpPr>
            <p:cNvPr id="12025" name="Google Shape;12025;p64"/>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26" name="Google Shape;12026;p64"/>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027" name="Google Shape;12027;p64"/>
          <p:cNvGrpSpPr/>
          <p:nvPr/>
        </p:nvGrpSpPr>
        <p:grpSpPr>
          <a:xfrm>
            <a:off x="7155259" y="3805036"/>
            <a:ext cx="207478" cy="361272"/>
            <a:chOff x="7155259" y="3805036"/>
            <a:chExt cx="207478" cy="361272"/>
          </a:xfrm>
        </p:grpSpPr>
        <p:sp>
          <p:nvSpPr>
            <p:cNvPr id="12028" name="Google Shape;12028;p64"/>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29" name="Google Shape;12029;p64"/>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30" name="Google Shape;12030;p64"/>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31" name="Google Shape;12031;p64"/>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32" name="Google Shape;12032;p64"/>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33" name="Google Shape;12033;p64"/>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34" name="Google Shape;12034;p64"/>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35" name="Google Shape;12035;p64"/>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36" name="Google Shape;12036;p64"/>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37" name="Google Shape;12037;p64"/>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38" name="Google Shape;12038;p64"/>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39" name="Google Shape;12039;p64"/>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040" name="Google Shape;12040;p64"/>
          <p:cNvGrpSpPr/>
          <p:nvPr/>
        </p:nvGrpSpPr>
        <p:grpSpPr>
          <a:xfrm>
            <a:off x="4915368" y="2891390"/>
            <a:ext cx="182850" cy="361927"/>
            <a:chOff x="4915368" y="2891390"/>
            <a:chExt cx="182850" cy="361927"/>
          </a:xfrm>
        </p:grpSpPr>
        <p:sp>
          <p:nvSpPr>
            <p:cNvPr id="12041" name="Google Shape;12041;p64"/>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42" name="Google Shape;12042;p64"/>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43" name="Google Shape;12043;p64"/>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44" name="Google Shape;12044;p64"/>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45" name="Google Shape;12045;p64"/>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46" name="Google Shape;12046;p64"/>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47" name="Google Shape;12047;p64"/>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48" name="Google Shape;12048;p64"/>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49" name="Google Shape;12049;p64"/>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50" name="Google Shape;12050;p64"/>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51" name="Google Shape;12051;p64"/>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052" name="Google Shape;12052;p64"/>
          <p:cNvGrpSpPr/>
          <p:nvPr/>
        </p:nvGrpSpPr>
        <p:grpSpPr>
          <a:xfrm>
            <a:off x="8028714" y="2891652"/>
            <a:ext cx="289589" cy="361403"/>
            <a:chOff x="8028714" y="2891652"/>
            <a:chExt cx="289589" cy="361403"/>
          </a:xfrm>
        </p:grpSpPr>
        <p:sp>
          <p:nvSpPr>
            <p:cNvPr id="12053" name="Google Shape;12053;p64"/>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54" name="Google Shape;12054;p64"/>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55" name="Google Shape;12055;p64"/>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56" name="Google Shape;12056;p64"/>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57" name="Google Shape;12057;p64"/>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58" name="Google Shape;12058;p64"/>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59" name="Google Shape;12059;p64"/>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60" name="Google Shape;12060;p64"/>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61" name="Google Shape;12061;p64"/>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62" name="Google Shape;12062;p64"/>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63" name="Google Shape;12063;p64"/>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64" name="Google Shape;12064;p64"/>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65" name="Google Shape;12065;p64"/>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66" name="Google Shape;12066;p64"/>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67" name="Google Shape;12067;p64"/>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68" name="Google Shape;12068;p64"/>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69" name="Google Shape;12069;p64"/>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70" name="Google Shape;12070;p64"/>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71" name="Google Shape;12071;p64"/>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72" name="Google Shape;12072;p64"/>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073" name="Google Shape;12073;p64"/>
          <p:cNvGrpSpPr/>
          <p:nvPr/>
        </p:nvGrpSpPr>
        <p:grpSpPr>
          <a:xfrm>
            <a:off x="7551822" y="3804774"/>
            <a:ext cx="293335" cy="361927"/>
            <a:chOff x="7551822" y="3804774"/>
            <a:chExt cx="293335" cy="361927"/>
          </a:xfrm>
        </p:grpSpPr>
        <p:sp>
          <p:nvSpPr>
            <p:cNvPr id="12074" name="Google Shape;12074;p64"/>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75" name="Google Shape;12075;p64"/>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76" name="Google Shape;12076;p64"/>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77" name="Google Shape;12077;p64"/>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78" name="Google Shape;12078;p64"/>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79" name="Google Shape;12079;p64"/>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80" name="Google Shape;12080;p64"/>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81" name="Google Shape;12081;p64"/>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82" name="Google Shape;12082;p64"/>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83" name="Google Shape;12083;p64"/>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84" name="Google Shape;12084;p64"/>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085" name="Google Shape;12085;p64"/>
          <p:cNvGrpSpPr/>
          <p:nvPr/>
        </p:nvGrpSpPr>
        <p:grpSpPr>
          <a:xfrm>
            <a:off x="6263725" y="4277658"/>
            <a:ext cx="210491" cy="362163"/>
            <a:chOff x="6263725" y="4277658"/>
            <a:chExt cx="210491" cy="362163"/>
          </a:xfrm>
        </p:grpSpPr>
        <p:sp>
          <p:nvSpPr>
            <p:cNvPr id="12086" name="Google Shape;12086;p64"/>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87" name="Google Shape;12087;p64"/>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88" name="Google Shape;12088;p64"/>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89" name="Google Shape;12089;p64"/>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90" name="Google Shape;12090;p64"/>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91" name="Google Shape;12091;p64"/>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92" name="Google Shape;12092;p64"/>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93" name="Google Shape;12093;p64"/>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94" name="Google Shape;12094;p64"/>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95" name="Google Shape;12095;p64"/>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96" name="Google Shape;12096;p64"/>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97" name="Google Shape;12097;p64"/>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98" name="Google Shape;12098;p64"/>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099" name="Google Shape;12099;p64"/>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00" name="Google Shape;12100;p64"/>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101" name="Google Shape;12101;p64"/>
          <p:cNvGrpSpPr/>
          <p:nvPr/>
        </p:nvGrpSpPr>
        <p:grpSpPr>
          <a:xfrm>
            <a:off x="7987790" y="3804695"/>
            <a:ext cx="336303" cy="362005"/>
            <a:chOff x="7987790" y="3804695"/>
            <a:chExt cx="336303" cy="362005"/>
          </a:xfrm>
        </p:grpSpPr>
        <p:sp>
          <p:nvSpPr>
            <p:cNvPr id="12102" name="Google Shape;12102;p64"/>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03" name="Google Shape;12103;p64"/>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04" name="Google Shape;12104;p64"/>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05" name="Google Shape;12105;p64"/>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06" name="Google Shape;12106;p64"/>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07" name="Google Shape;12107;p64"/>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08" name="Google Shape;12108;p64"/>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09" name="Google Shape;12109;p64"/>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10" name="Google Shape;12110;p64"/>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11" name="Google Shape;12111;p64"/>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112" name="Google Shape;12112;p64"/>
          <p:cNvGrpSpPr/>
          <p:nvPr/>
        </p:nvGrpSpPr>
        <p:grpSpPr>
          <a:xfrm>
            <a:off x="5273444" y="2891285"/>
            <a:ext cx="371123" cy="362267"/>
            <a:chOff x="5273444" y="2891285"/>
            <a:chExt cx="371123" cy="362267"/>
          </a:xfrm>
        </p:grpSpPr>
        <p:sp>
          <p:nvSpPr>
            <p:cNvPr id="12113" name="Google Shape;12113;p64"/>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14" name="Google Shape;12114;p64"/>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15" name="Google Shape;12115;p64"/>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16" name="Google Shape;12116;p64"/>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17" name="Google Shape;12117;p64"/>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18" name="Google Shape;12118;p64"/>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19" name="Google Shape;12119;p64"/>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20" name="Google Shape;12120;p64"/>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21" name="Google Shape;12121;p64"/>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22" name="Google Shape;12122;p64"/>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23" name="Google Shape;12123;p64"/>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24" name="Google Shape;12124;p64"/>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25" name="Google Shape;12125;p64"/>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26" name="Google Shape;12126;p64"/>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127" name="Google Shape;12127;p64"/>
          <p:cNvGrpSpPr/>
          <p:nvPr/>
        </p:nvGrpSpPr>
        <p:grpSpPr>
          <a:xfrm>
            <a:off x="7630397" y="3358399"/>
            <a:ext cx="214759" cy="357030"/>
            <a:chOff x="2235125" y="238075"/>
            <a:chExt cx="3144350" cy="5227375"/>
          </a:xfrm>
        </p:grpSpPr>
        <p:sp>
          <p:nvSpPr>
            <p:cNvPr id="12128" name="Google Shape;12128;p64"/>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29" name="Google Shape;12129;p64"/>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30" name="Google Shape;12130;p64"/>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31" name="Google Shape;12131;p64"/>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32" name="Google Shape;12132;p64"/>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33" name="Google Shape;12133;p64"/>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34" name="Google Shape;12134;p64"/>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35" name="Google Shape;12135;p64"/>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36" name="Google Shape;12136;p64"/>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137" name="Google Shape;12137;p64"/>
          <p:cNvGrpSpPr/>
          <p:nvPr/>
        </p:nvGrpSpPr>
        <p:grpSpPr>
          <a:xfrm>
            <a:off x="2810729" y="4267107"/>
            <a:ext cx="342496" cy="351944"/>
            <a:chOff x="2810729" y="4267107"/>
            <a:chExt cx="342496" cy="351944"/>
          </a:xfrm>
        </p:grpSpPr>
        <p:sp>
          <p:nvSpPr>
            <p:cNvPr id="12138" name="Google Shape;12138;p64"/>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39" name="Google Shape;12139;p64"/>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40" name="Google Shape;12140;p64"/>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41" name="Google Shape;12141;p64"/>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42" name="Google Shape;12142;p64"/>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43" name="Google Shape;12143;p64"/>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44" name="Google Shape;12144;p64"/>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45" name="Google Shape;12145;p64"/>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46" name="Google Shape;12146;p64"/>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47" name="Google Shape;12147;p64"/>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48" name="Google Shape;12148;p64"/>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49" name="Google Shape;12149;p64"/>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50" name="Google Shape;12150;p64"/>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51" name="Google Shape;12151;p64"/>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52" name="Google Shape;12152;p64"/>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53" name="Google Shape;12153;p64"/>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54" name="Google Shape;12154;p64"/>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55" name="Google Shape;12155;p64"/>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56" name="Google Shape;12156;p64"/>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57" name="Google Shape;12157;p64"/>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58" name="Google Shape;12158;p64"/>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59" name="Google Shape;12159;p64"/>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60" name="Google Shape;12160;p64"/>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61" name="Google Shape;12161;p64"/>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62" name="Google Shape;12162;p64"/>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63" name="Google Shape;12163;p64"/>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64" name="Google Shape;12164;p64"/>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65" name="Google Shape;12165;p64"/>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66" name="Google Shape;12166;p64"/>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67" name="Google Shape;12167;p64"/>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168" name="Google Shape;12168;p64"/>
          <p:cNvGrpSpPr/>
          <p:nvPr/>
        </p:nvGrpSpPr>
        <p:grpSpPr>
          <a:xfrm>
            <a:off x="1779168" y="3805625"/>
            <a:ext cx="282381" cy="343454"/>
            <a:chOff x="1779168" y="3805625"/>
            <a:chExt cx="282381" cy="343454"/>
          </a:xfrm>
        </p:grpSpPr>
        <p:sp>
          <p:nvSpPr>
            <p:cNvPr id="12169" name="Google Shape;12169;p64"/>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70" name="Google Shape;12170;p64"/>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71" name="Google Shape;12171;p64"/>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72" name="Google Shape;12172;p64"/>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73" name="Google Shape;12173;p64"/>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74" name="Google Shape;12174;p64"/>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75" name="Google Shape;12175;p64"/>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76" name="Google Shape;12176;p64"/>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77" name="Google Shape;12177;p64"/>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78" name="Google Shape;12178;p64"/>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79" name="Google Shape;12179;p64"/>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80" name="Google Shape;12180;p64"/>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81" name="Google Shape;12181;p64"/>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82" name="Google Shape;12182;p64"/>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83" name="Google Shape;12183;p64"/>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84" name="Google Shape;12184;p64"/>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85" name="Google Shape;12185;p64"/>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86" name="Google Shape;12186;p64"/>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87" name="Google Shape;12187;p64"/>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88" name="Google Shape;12188;p64"/>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89" name="Google Shape;12189;p64"/>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90" name="Google Shape;12190;p64"/>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91" name="Google Shape;12191;p64"/>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92" name="Google Shape;12192;p64"/>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93" name="Google Shape;12193;p64"/>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94" name="Google Shape;12194;p64"/>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95" name="Google Shape;12195;p64"/>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96" name="Google Shape;12196;p64"/>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197" name="Google Shape;12197;p64"/>
          <p:cNvGrpSpPr/>
          <p:nvPr/>
        </p:nvGrpSpPr>
        <p:grpSpPr>
          <a:xfrm>
            <a:off x="2593522" y="2407029"/>
            <a:ext cx="391606" cy="364535"/>
            <a:chOff x="2593522" y="2407029"/>
            <a:chExt cx="391606" cy="364535"/>
          </a:xfrm>
        </p:grpSpPr>
        <p:sp>
          <p:nvSpPr>
            <p:cNvPr id="12198" name="Google Shape;12198;p64"/>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199" name="Google Shape;12199;p64"/>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00" name="Google Shape;12200;p64"/>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01" name="Google Shape;12201;p64"/>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02" name="Google Shape;12202;p64"/>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03" name="Google Shape;12203;p64"/>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04" name="Google Shape;12204;p64"/>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05" name="Google Shape;12205;p64"/>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06" name="Google Shape;12206;p64"/>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07" name="Google Shape;12207;p64"/>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08" name="Google Shape;12208;p64"/>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09" name="Google Shape;12209;p64"/>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10" name="Google Shape;12210;p64"/>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11" name="Google Shape;12211;p64"/>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12" name="Google Shape;12212;p64"/>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13" name="Google Shape;12213;p64"/>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14" name="Google Shape;12214;p64"/>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15" name="Google Shape;12215;p64"/>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16" name="Google Shape;12216;p64"/>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17" name="Google Shape;12217;p64"/>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18" name="Google Shape;12218;p64"/>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19" name="Google Shape;12219;p64"/>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20" name="Google Shape;12220;p64"/>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21" name="Google Shape;12221;p64"/>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22" name="Google Shape;12222;p64"/>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23" name="Google Shape;12223;p64"/>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24" name="Google Shape;12224;p64"/>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25" name="Google Shape;12225;p64"/>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26" name="Google Shape;12226;p64"/>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27" name="Google Shape;12227;p64"/>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28" name="Google Shape;12228;p64"/>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29" name="Google Shape;12229;p64"/>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30" name="Google Shape;12230;p64"/>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31" name="Google Shape;12231;p64"/>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32" name="Google Shape;12232;p64"/>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33" name="Google Shape;12233;p64"/>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34" name="Google Shape;12234;p64"/>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35" name="Google Shape;12235;p64"/>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36" name="Google Shape;12236;p64"/>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237" name="Google Shape;12237;p64"/>
          <p:cNvGrpSpPr/>
          <p:nvPr/>
        </p:nvGrpSpPr>
        <p:grpSpPr>
          <a:xfrm>
            <a:off x="3955047" y="2432242"/>
            <a:ext cx="322912" cy="334396"/>
            <a:chOff x="3955047" y="2432242"/>
            <a:chExt cx="322912" cy="334396"/>
          </a:xfrm>
        </p:grpSpPr>
        <p:sp>
          <p:nvSpPr>
            <p:cNvPr id="12238" name="Google Shape;12238;p64"/>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39" name="Google Shape;12239;p64"/>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40" name="Google Shape;12240;p64"/>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241" name="Google Shape;12241;p64"/>
          <p:cNvGrpSpPr/>
          <p:nvPr/>
        </p:nvGrpSpPr>
        <p:grpSpPr>
          <a:xfrm>
            <a:off x="1802465" y="1962854"/>
            <a:ext cx="265373" cy="351944"/>
            <a:chOff x="1802465" y="1962854"/>
            <a:chExt cx="265373" cy="351944"/>
          </a:xfrm>
        </p:grpSpPr>
        <p:sp>
          <p:nvSpPr>
            <p:cNvPr id="12242" name="Google Shape;12242;p64"/>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43" name="Google Shape;12243;p64"/>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44" name="Google Shape;12244;p64"/>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45" name="Google Shape;12245;p64"/>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46" name="Google Shape;12246;p64"/>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47" name="Google Shape;12247;p64"/>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48" name="Google Shape;12248;p64"/>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249" name="Google Shape;12249;p64"/>
          <p:cNvGrpSpPr/>
          <p:nvPr/>
        </p:nvGrpSpPr>
        <p:grpSpPr>
          <a:xfrm>
            <a:off x="3512070" y="1956222"/>
            <a:ext cx="373983" cy="363622"/>
            <a:chOff x="3512070" y="1956222"/>
            <a:chExt cx="373983" cy="363622"/>
          </a:xfrm>
        </p:grpSpPr>
        <p:sp>
          <p:nvSpPr>
            <p:cNvPr id="12250" name="Google Shape;12250;p64"/>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51" name="Google Shape;12251;p64"/>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52" name="Google Shape;12252;p64"/>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53" name="Google Shape;12253;p64"/>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54" name="Google Shape;12254;p64"/>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55" name="Google Shape;12255;p64"/>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56" name="Google Shape;12256;p64"/>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57" name="Google Shape;12257;p64"/>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58" name="Google Shape;12258;p64"/>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59" name="Google Shape;12259;p64"/>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60" name="Google Shape;12260;p64"/>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61" name="Google Shape;12261;p64"/>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62" name="Google Shape;12262;p64"/>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63" name="Google Shape;12263;p64"/>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64" name="Google Shape;12264;p64"/>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65" name="Google Shape;12265;p64"/>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66" name="Google Shape;12266;p64"/>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267" name="Google Shape;12267;p64"/>
          <p:cNvGrpSpPr/>
          <p:nvPr/>
        </p:nvGrpSpPr>
        <p:grpSpPr>
          <a:xfrm>
            <a:off x="842683" y="2394751"/>
            <a:ext cx="345640" cy="356660"/>
            <a:chOff x="842683" y="2394751"/>
            <a:chExt cx="345640" cy="356660"/>
          </a:xfrm>
        </p:grpSpPr>
        <p:sp>
          <p:nvSpPr>
            <p:cNvPr id="12268" name="Google Shape;12268;p64"/>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69" name="Google Shape;12269;p64"/>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70" name="Google Shape;12270;p64"/>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71" name="Google Shape;12271;p64"/>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72" name="Google Shape;12272;p64"/>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73" name="Google Shape;12273;p64"/>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74" name="Google Shape;12274;p64"/>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75" name="Google Shape;12275;p64"/>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76" name="Google Shape;12276;p64"/>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77" name="Google Shape;12277;p64"/>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78" name="Google Shape;12278;p64"/>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79" name="Google Shape;12279;p64"/>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80" name="Google Shape;12280;p64"/>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81" name="Google Shape;12281;p64"/>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82" name="Google Shape;12282;p64"/>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83" name="Google Shape;12283;p64"/>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284" name="Google Shape;12284;p64"/>
          <p:cNvGrpSpPr/>
          <p:nvPr/>
        </p:nvGrpSpPr>
        <p:grpSpPr>
          <a:xfrm>
            <a:off x="1290615" y="2399467"/>
            <a:ext cx="336836" cy="342511"/>
            <a:chOff x="1290615" y="2399467"/>
            <a:chExt cx="336836" cy="342511"/>
          </a:xfrm>
        </p:grpSpPr>
        <p:sp>
          <p:nvSpPr>
            <p:cNvPr id="12285" name="Google Shape;12285;p64"/>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86" name="Google Shape;12286;p64"/>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87" name="Google Shape;12287;p64"/>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88" name="Google Shape;12288;p64"/>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89" name="Google Shape;12289;p64"/>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90" name="Google Shape;12290;p64"/>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91" name="Google Shape;12291;p64"/>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92" name="Google Shape;12292;p64"/>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93" name="Google Shape;12293;p64"/>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94" name="Google Shape;12294;p64"/>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95" name="Google Shape;12295;p64"/>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96" name="Google Shape;12296;p64"/>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97" name="Google Shape;12297;p64"/>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98" name="Google Shape;12298;p64"/>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299" name="Google Shape;12299;p64"/>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00" name="Google Shape;12300;p64"/>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01" name="Google Shape;12301;p64"/>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02" name="Google Shape;12302;p64"/>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03" name="Google Shape;12303;p64"/>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304" name="Google Shape;12304;p64"/>
          <p:cNvGrpSpPr/>
          <p:nvPr/>
        </p:nvGrpSpPr>
        <p:grpSpPr>
          <a:xfrm>
            <a:off x="1748310" y="2408601"/>
            <a:ext cx="308508" cy="333378"/>
            <a:chOff x="1748310" y="2408601"/>
            <a:chExt cx="308508" cy="333378"/>
          </a:xfrm>
        </p:grpSpPr>
        <p:sp>
          <p:nvSpPr>
            <p:cNvPr id="12305" name="Google Shape;12305;p64"/>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06" name="Google Shape;12306;p64"/>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07" name="Google Shape;12307;p64"/>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08" name="Google Shape;12308;p64"/>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09" name="Google Shape;12309;p64"/>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10" name="Google Shape;12310;p64"/>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11" name="Google Shape;12311;p64"/>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12" name="Google Shape;12312;p64"/>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313" name="Google Shape;12313;p64"/>
          <p:cNvGrpSpPr/>
          <p:nvPr/>
        </p:nvGrpSpPr>
        <p:grpSpPr>
          <a:xfrm>
            <a:off x="3044614" y="2418033"/>
            <a:ext cx="376184" cy="315141"/>
            <a:chOff x="3044614" y="2418033"/>
            <a:chExt cx="376184" cy="315141"/>
          </a:xfrm>
        </p:grpSpPr>
        <p:sp>
          <p:nvSpPr>
            <p:cNvPr id="12314" name="Google Shape;12314;p64"/>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15" name="Google Shape;12315;p64"/>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16" name="Google Shape;12316;p64"/>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17" name="Google Shape;12317;p64"/>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18" name="Google Shape;12318;p64"/>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19" name="Google Shape;12319;p64"/>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20" name="Google Shape;12320;p64"/>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21" name="Google Shape;12321;p64"/>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22" name="Google Shape;12322;p64"/>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323" name="Google Shape;12323;p64"/>
          <p:cNvGrpSpPr/>
          <p:nvPr/>
        </p:nvGrpSpPr>
        <p:grpSpPr>
          <a:xfrm>
            <a:off x="3943638" y="3815072"/>
            <a:ext cx="357933" cy="342676"/>
            <a:chOff x="3943638" y="3815072"/>
            <a:chExt cx="357933" cy="342676"/>
          </a:xfrm>
        </p:grpSpPr>
        <p:sp>
          <p:nvSpPr>
            <p:cNvPr id="12324" name="Google Shape;12324;p64"/>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25" name="Google Shape;12325;p64"/>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26" name="Google Shape;12326;p64"/>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27" name="Google Shape;12327;p64"/>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28" name="Google Shape;12328;p64"/>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29" name="Google Shape;12329;p64"/>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30" name="Google Shape;12330;p64"/>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31" name="Google Shape;12331;p64"/>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32" name="Google Shape;12332;p64"/>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333" name="Google Shape;12333;p64"/>
          <p:cNvGrpSpPr/>
          <p:nvPr/>
        </p:nvGrpSpPr>
        <p:grpSpPr>
          <a:xfrm>
            <a:off x="3508282" y="3810341"/>
            <a:ext cx="351644" cy="351959"/>
            <a:chOff x="3508282" y="3810341"/>
            <a:chExt cx="351644" cy="351959"/>
          </a:xfrm>
        </p:grpSpPr>
        <p:sp>
          <p:nvSpPr>
            <p:cNvPr id="12334" name="Google Shape;12334;p64"/>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35" name="Google Shape;12335;p64"/>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36" name="Google Shape;12336;p64"/>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37" name="Google Shape;12337;p64"/>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38" name="Google Shape;12338;p64"/>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39" name="Google Shape;12339;p64"/>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40" name="Google Shape;12340;p64"/>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41" name="Google Shape;12341;p64"/>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42" name="Google Shape;12342;p64"/>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43" name="Google Shape;12343;p64"/>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44" name="Google Shape;12344;p64"/>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45" name="Google Shape;12345;p64"/>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46" name="Google Shape;12346;p64"/>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347" name="Google Shape;12347;p64"/>
          <p:cNvGrpSpPr/>
          <p:nvPr/>
        </p:nvGrpSpPr>
        <p:grpSpPr>
          <a:xfrm>
            <a:off x="2224585" y="1962854"/>
            <a:ext cx="303163" cy="351809"/>
            <a:chOff x="2224585" y="1962854"/>
            <a:chExt cx="303163" cy="351809"/>
          </a:xfrm>
        </p:grpSpPr>
        <p:sp>
          <p:nvSpPr>
            <p:cNvPr id="12348" name="Google Shape;12348;p64"/>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49" name="Google Shape;12349;p64"/>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50" name="Google Shape;12350;p64"/>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51" name="Google Shape;12351;p64"/>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52" name="Google Shape;12352;p64"/>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53" name="Google Shape;12353;p64"/>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54" name="Google Shape;12354;p64"/>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55" name="Google Shape;12355;p64"/>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356" name="Google Shape;12356;p64"/>
          <p:cNvGrpSpPr/>
          <p:nvPr/>
        </p:nvGrpSpPr>
        <p:grpSpPr>
          <a:xfrm>
            <a:off x="2622794" y="1990868"/>
            <a:ext cx="389090" cy="296231"/>
            <a:chOff x="2622794" y="1990868"/>
            <a:chExt cx="389090" cy="296231"/>
          </a:xfrm>
        </p:grpSpPr>
        <p:sp>
          <p:nvSpPr>
            <p:cNvPr id="12357" name="Google Shape;12357;p64"/>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58" name="Google Shape;12358;p64"/>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59" name="Google Shape;12359;p64"/>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60" name="Google Shape;12360;p64"/>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61" name="Google Shape;12361;p64"/>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62" name="Google Shape;12362;p64"/>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63" name="Google Shape;12363;p64"/>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64" name="Google Shape;12364;p64"/>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65" name="Google Shape;12365;p64"/>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366" name="Google Shape;12366;p64"/>
          <p:cNvGrpSpPr/>
          <p:nvPr/>
        </p:nvGrpSpPr>
        <p:grpSpPr>
          <a:xfrm>
            <a:off x="3977326" y="1952149"/>
            <a:ext cx="327074" cy="375241"/>
            <a:chOff x="3977326" y="1952149"/>
            <a:chExt cx="327074" cy="375241"/>
          </a:xfrm>
        </p:grpSpPr>
        <p:sp>
          <p:nvSpPr>
            <p:cNvPr id="12367" name="Google Shape;12367;p64"/>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68" name="Google Shape;12368;p64"/>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69" name="Google Shape;12369;p64"/>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70" name="Google Shape;12370;p64"/>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71" name="Google Shape;12371;p64"/>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72" name="Google Shape;12372;p64"/>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73" name="Google Shape;12373;p64"/>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74" name="Google Shape;12374;p64"/>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75" name="Google Shape;12375;p64"/>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76" name="Google Shape;12376;p64"/>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77" name="Google Shape;12377;p64"/>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78" name="Google Shape;12378;p64"/>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79" name="Google Shape;12379;p64"/>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80" name="Google Shape;12380;p64"/>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81" name="Google Shape;12381;p64"/>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82" name="Google Shape;12382;p64"/>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83" name="Google Shape;12383;p64"/>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384" name="Google Shape;12384;p64"/>
          <p:cNvGrpSpPr/>
          <p:nvPr/>
        </p:nvGrpSpPr>
        <p:grpSpPr>
          <a:xfrm>
            <a:off x="1341612" y="3340055"/>
            <a:ext cx="259399" cy="370524"/>
            <a:chOff x="1341612" y="3340055"/>
            <a:chExt cx="259399" cy="370524"/>
          </a:xfrm>
        </p:grpSpPr>
        <p:sp>
          <p:nvSpPr>
            <p:cNvPr id="12385" name="Google Shape;12385;p64"/>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86" name="Google Shape;12386;p64"/>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87" name="Google Shape;12387;p64"/>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88" name="Google Shape;12388;p64"/>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89" name="Google Shape;12389;p64"/>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90" name="Google Shape;12390;p64"/>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91" name="Google Shape;12391;p64"/>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92" name="Google Shape;12392;p64"/>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93" name="Google Shape;12393;p64"/>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94" name="Google Shape;12394;p64"/>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95" name="Google Shape;12395;p64"/>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96" name="Google Shape;12396;p64"/>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97" name="Google Shape;12397;p64"/>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98" name="Google Shape;12398;p64"/>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399" name="Google Shape;12399;p64"/>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00" name="Google Shape;12400;p64"/>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01" name="Google Shape;12401;p64"/>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02" name="Google Shape;12402;p64"/>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403" name="Google Shape;12403;p64"/>
          <p:cNvGrpSpPr/>
          <p:nvPr/>
        </p:nvGrpSpPr>
        <p:grpSpPr>
          <a:xfrm>
            <a:off x="2179892" y="3844972"/>
            <a:ext cx="351629" cy="282381"/>
            <a:chOff x="2179892" y="3844972"/>
            <a:chExt cx="351629" cy="282381"/>
          </a:xfrm>
        </p:grpSpPr>
        <p:sp>
          <p:nvSpPr>
            <p:cNvPr id="12404" name="Google Shape;12404;p64"/>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05" name="Google Shape;12405;p64"/>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06" name="Google Shape;12406;p64"/>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07" name="Google Shape;12407;p64"/>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08" name="Google Shape;12408;p64"/>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09" name="Google Shape;12409;p64"/>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10" name="Google Shape;12410;p64"/>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11" name="Google Shape;12411;p64"/>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12" name="Google Shape;12412;p64"/>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13" name="Google Shape;12413;p64"/>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14" name="Google Shape;12414;p64"/>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15" name="Google Shape;12415;p64"/>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16" name="Google Shape;12416;p64"/>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17" name="Google Shape;12417;p64"/>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18" name="Google Shape;12418;p64"/>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19" name="Google Shape;12419;p64"/>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20" name="Google Shape;12420;p64"/>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21" name="Google Shape;12421;p64"/>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22" name="Google Shape;12422;p64"/>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23" name="Google Shape;12423;p64"/>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424" name="Google Shape;12424;p64"/>
          <p:cNvGrpSpPr/>
          <p:nvPr/>
        </p:nvGrpSpPr>
        <p:grpSpPr>
          <a:xfrm>
            <a:off x="3131170" y="3816884"/>
            <a:ext cx="220051" cy="338169"/>
            <a:chOff x="3131170" y="3816884"/>
            <a:chExt cx="220051" cy="338169"/>
          </a:xfrm>
        </p:grpSpPr>
        <p:sp>
          <p:nvSpPr>
            <p:cNvPr id="12425" name="Google Shape;12425;p64"/>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26" name="Google Shape;12426;p64"/>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27" name="Google Shape;12427;p64"/>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28" name="Google Shape;12428;p64"/>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29" name="Google Shape;12429;p64"/>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30" name="Google Shape;12430;p64"/>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31" name="Google Shape;12431;p64"/>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32" name="Google Shape;12432;p64"/>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33" name="Google Shape;12433;p64"/>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434" name="Google Shape;12434;p64"/>
          <p:cNvGrpSpPr/>
          <p:nvPr/>
        </p:nvGrpSpPr>
        <p:grpSpPr>
          <a:xfrm>
            <a:off x="903502" y="3359564"/>
            <a:ext cx="247990" cy="333393"/>
            <a:chOff x="903502" y="3359564"/>
            <a:chExt cx="247990" cy="333393"/>
          </a:xfrm>
        </p:grpSpPr>
        <p:sp>
          <p:nvSpPr>
            <p:cNvPr id="12435" name="Google Shape;12435;p64"/>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36" name="Google Shape;12436;p64"/>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37" name="Google Shape;12437;p64"/>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38" name="Google Shape;12438;p64"/>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39" name="Google Shape;12439;p64"/>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40" name="Google Shape;12440;p64"/>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41" name="Google Shape;12441;p64"/>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42" name="Google Shape;12442;p64"/>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43" name="Google Shape;12443;p64"/>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44" name="Google Shape;12444;p64"/>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45" name="Google Shape;12445;p64"/>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46" name="Google Shape;12446;p64"/>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47" name="Google Shape;12447;p64"/>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48" name="Google Shape;12448;p64"/>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49" name="Google Shape;12449;p64"/>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50" name="Google Shape;12450;p64"/>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51" name="Google Shape;12451;p64"/>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52" name="Google Shape;12452;p64"/>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53" name="Google Shape;12453;p64"/>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54" name="Google Shape;12454;p64"/>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55" name="Google Shape;12455;p64"/>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56" name="Google Shape;12456;p64"/>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457" name="Google Shape;12457;p64"/>
          <p:cNvGrpSpPr/>
          <p:nvPr/>
        </p:nvGrpSpPr>
        <p:grpSpPr>
          <a:xfrm>
            <a:off x="2616191" y="2890461"/>
            <a:ext cx="365793" cy="361152"/>
            <a:chOff x="2616191" y="2890461"/>
            <a:chExt cx="365793" cy="361152"/>
          </a:xfrm>
        </p:grpSpPr>
        <p:sp>
          <p:nvSpPr>
            <p:cNvPr id="12458" name="Google Shape;12458;p64"/>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59" name="Google Shape;12459;p64"/>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60" name="Google Shape;12460;p64"/>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61" name="Google Shape;12461;p64"/>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62" name="Google Shape;12462;p64"/>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63" name="Google Shape;12463;p64"/>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64" name="Google Shape;12464;p64"/>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65" name="Google Shape;12465;p64"/>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66" name="Google Shape;12466;p64"/>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67" name="Google Shape;12467;p64"/>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68" name="Google Shape;12468;p64"/>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469" name="Google Shape;12469;p64"/>
          <p:cNvGrpSpPr/>
          <p:nvPr/>
        </p:nvGrpSpPr>
        <p:grpSpPr>
          <a:xfrm>
            <a:off x="3049959" y="1945861"/>
            <a:ext cx="402940" cy="388536"/>
            <a:chOff x="3049959" y="1945861"/>
            <a:chExt cx="402940" cy="388536"/>
          </a:xfrm>
        </p:grpSpPr>
        <p:sp>
          <p:nvSpPr>
            <p:cNvPr id="12470" name="Google Shape;12470;p64"/>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71" name="Google Shape;12471;p64"/>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72" name="Google Shape;12472;p64"/>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73" name="Google Shape;12473;p64"/>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74" name="Google Shape;12474;p64"/>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75" name="Google Shape;12475;p64"/>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476" name="Google Shape;12476;p64"/>
          <p:cNvGrpSpPr/>
          <p:nvPr/>
        </p:nvGrpSpPr>
        <p:grpSpPr>
          <a:xfrm>
            <a:off x="2483025" y="4268679"/>
            <a:ext cx="202428" cy="349114"/>
            <a:chOff x="2483025" y="4268679"/>
            <a:chExt cx="202428" cy="349114"/>
          </a:xfrm>
        </p:grpSpPr>
        <p:sp>
          <p:nvSpPr>
            <p:cNvPr id="12477" name="Google Shape;12477;p64"/>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78" name="Google Shape;12478;p64"/>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79" name="Google Shape;12479;p64"/>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80" name="Google Shape;12480;p64"/>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81" name="Google Shape;12481;p64"/>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82" name="Google Shape;12482;p64"/>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483" name="Google Shape;12483;p64"/>
          <p:cNvGrpSpPr/>
          <p:nvPr/>
        </p:nvGrpSpPr>
        <p:grpSpPr>
          <a:xfrm>
            <a:off x="862507" y="2885984"/>
            <a:ext cx="329590" cy="365000"/>
            <a:chOff x="862507" y="2885984"/>
            <a:chExt cx="329590" cy="365000"/>
          </a:xfrm>
        </p:grpSpPr>
        <p:sp>
          <p:nvSpPr>
            <p:cNvPr id="12484" name="Google Shape;12484;p64"/>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85" name="Google Shape;12485;p64"/>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86" name="Google Shape;12486;p64"/>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87" name="Google Shape;12487;p64"/>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88" name="Google Shape;12488;p64"/>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89" name="Google Shape;12489;p64"/>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90" name="Google Shape;12490;p64"/>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491" name="Google Shape;12491;p64"/>
          <p:cNvGrpSpPr/>
          <p:nvPr/>
        </p:nvGrpSpPr>
        <p:grpSpPr>
          <a:xfrm>
            <a:off x="3082075" y="2871805"/>
            <a:ext cx="318884" cy="379807"/>
            <a:chOff x="3082075" y="2871805"/>
            <a:chExt cx="318884" cy="379807"/>
          </a:xfrm>
        </p:grpSpPr>
        <p:sp>
          <p:nvSpPr>
            <p:cNvPr id="12492" name="Google Shape;12492;p64"/>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93" name="Google Shape;12493;p64"/>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94" name="Google Shape;12494;p64"/>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95" name="Google Shape;12495;p64"/>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96" name="Google Shape;12496;p64"/>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97" name="Google Shape;12497;p64"/>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98" name="Google Shape;12498;p64"/>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499" name="Google Shape;12499;p64"/>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00" name="Google Shape;12500;p64"/>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01" name="Google Shape;12501;p64"/>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02" name="Google Shape;12502;p64"/>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03" name="Google Shape;12503;p64"/>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04" name="Google Shape;12504;p64"/>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05" name="Google Shape;12505;p64"/>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06" name="Google Shape;12506;p64"/>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07" name="Google Shape;12507;p64"/>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08" name="Google Shape;12508;p64"/>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09" name="Google Shape;12509;p64"/>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10" name="Google Shape;12510;p64"/>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11" name="Google Shape;12511;p64"/>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512" name="Google Shape;12512;p64"/>
          <p:cNvGrpSpPr/>
          <p:nvPr/>
        </p:nvGrpSpPr>
        <p:grpSpPr>
          <a:xfrm>
            <a:off x="2594780" y="1516494"/>
            <a:ext cx="410187" cy="324244"/>
            <a:chOff x="2594780" y="1516494"/>
            <a:chExt cx="410187" cy="324244"/>
          </a:xfrm>
        </p:grpSpPr>
        <p:sp>
          <p:nvSpPr>
            <p:cNvPr id="12513" name="Google Shape;12513;p64"/>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14" name="Google Shape;12514;p64"/>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15" name="Google Shape;12515;p64"/>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16" name="Google Shape;12516;p64"/>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17" name="Google Shape;12517;p64"/>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18" name="Google Shape;12518;p64"/>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19" name="Google Shape;12519;p64"/>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20" name="Google Shape;12520;p64"/>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521" name="Google Shape;12521;p64"/>
          <p:cNvGrpSpPr/>
          <p:nvPr/>
        </p:nvGrpSpPr>
        <p:grpSpPr>
          <a:xfrm>
            <a:off x="1742965" y="1502959"/>
            <a:ext cx="333692" cy="333363"/>
            <a:chOff x="1742965" y="1502959"/>
            <a:chExt cx="333692" cy="333363"/>
          </a:xfrm>
        </p:grpSpPr>
        <p:sp>
          <p:nvSpPr>
            <p:cNvPr id="12522" name="Google Shape;12522;p64"/>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23" name="Google Shape;12523;p64"/>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24" name="Google Shape;12524;p64"/>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25" name="Google Shape;12525;p64"/>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526" name="Google Shape;12526;p64"/>
          <p:cNvGrpSpPr/>
          <p:nvPr/>
        </p:nvGrpSpPr>
        <p:grpSpPr>
          <a:xfrm>
            <a:off x="3051531" y="1516809"/>
            <a:ext cx="390034" cy="296545"/>
            <a:chOff x="3051531" y="1516809"/>
            <a:chExt cx="390034" cy="296545"/>
          </a:xfrm>
        </p:grpSpPr>
        <p:sp>
          <p:nvSpPr>
            <p:cNvPr id="12527" name="Google Shape;12527;p64"/>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28" name="Google Shape;12528;p64"/>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29" name="Google Shape;12529;p64"/>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30" name="Google Shape;12530;p64"/>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31" name="Google Shape;12531;p64"/>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32" name="Google Shape;12532;p64"/>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33" name="Google Shape;12533;p64"/>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34" name="Google Shape;12534;p64"/>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35" name="Google Shape;12535;p64"/>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36" name="Google Shape;12536;p64"/>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37" name="Google Shape;12537;p64"/>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38" name="Google Shape;12538;p64"/>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39" name="Google Shape;12539;p64"/>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40" name="Google Shape;12540;p64"/>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41" name="Google Shape;12541;p64"/>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542" name="Google Shape;12542;p64"/>
          <p:cNvGrpSpPr/>
          <p:nvPr/>
        </p:nvGrpSpPr>
        <p:grpSpPr>
          <a:xfrm>
            <a:off x="3514900" y="1489020"/>
            <a:ext cx="354145" cy="351869"/>
            <a:chOff x="3514900" y="1489020"/>
            <a:chExt cx="354145" cy="351869"/>
          </a:xfrm>
        </p:grpSpPr>
        <p:sp>
          <p:nvSpPr>
            <p:cNvPr id="12543" name="Google Shape;12543;p64"/>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44" name="Google Shape;12544;p64"/>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45" name="Google Shape;12545;p64"/>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46" name="Google Shape;12546;p64"/>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47" name="Google Shape;12547;p64"/>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48" name="Google Shape;12548;p64"/>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49" name="Google Shape;12549;p64"/>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50" name="Google Shape;12550;p64"/>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51" name="Google Shape;12551;p64"/>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52" name="Google Shape;12552;p64"/>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53" name="Google Shape;12553;p64"/>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54" name="Google Shape;12554;p64"/>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55" name="Google Shape;12555;p64"/>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56" name="Google Shape;12556;p64"/>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57" name="Google Shape;12557;p64"/>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58" name="Google Shape;12558;p64"/>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59" name="Google Shape;12559;p64"/>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60" name="Google Shape;12560;p64"/>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61" name="Google Shape;12561;p64"/>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62" name="Google Shape;12562;p64"/>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63" name="Google Shape;12563;p64"/>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64" name="Google Shape;12564;p64"/>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565" name="Google Shape;12565;p64"/>
          <p:cNvGrpSpPr/>
          <p:nvPr/>
        </p:nvGrpSpPr>
        <p:grpSpPr>
          <a:xfrm>
            <a:off x="3066324" y="3350446"/>
            <a:ext cx="346598" cy="333183"/>
            <a:chOff x="3066324" y="3350446"/>
            <a:chExt cx="346598" cy="333183"/>
          </a:xfrm>
        </p:grpSpPr>
        <p:sp>
          <p:nvSpPr>
            <p:cNvPr id="12566" name="Google Shape;12566;p64"/>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67" name="Google Shape;12567;p64"/>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68" name="Google Shape;12568;p64"/>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69" name="Google Shape;12569;p64"/>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70" name="Google Shape;12570;p64"/>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71" name="Google Shape;12571;p64"/>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72" name="Google Shape;12572;p64"/>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73" name="Google Shape;12573;p64"/>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74" name="Google Shape;12574;p64"/>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75" name="Google Shape;12575;p64"/>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576" name="Google Shape;12576;p64"/>
          <p:cNvGrpSpPr/>
          <p:nvPr/>
        </p:nvGrpSpPr>
        <p:grpSpPr>
          <a:xfrm>
            <a:off x="1282755" y="1952089"/>
            <a:ext cx="363278" cy="363338"/>
            <a:chOff x="1282755" y="1952089"/>
            <a:chExt cx="363278" cy="363338"/>
          </a:xfrm>
        </p:grpSpPr>
        <p:sp>
          <p:nvSpPr>
            <p:cNvPr id="12577" name="Google Shape;12577;p64"/>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78" name="Google Shape;12578;p64"/>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79" name="Google Shape;12579;p64"/>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80" name="Google Shape;12580;p64"/>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81" name="Google Shape;12581;p64"/>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82" name="Google Shape;12582;p64"/>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83" name="Google Shape;12583;p64"/>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584" name="Google Shape;12584;p64"/>
          <p:cNvGrpSpPr/>
          <p:nvPr/>
        </p:nvGrpSpPr>
        <p:grpSpPr>
          <a:xfrm>
            <a:off x="3510094" y="2909281"/>
            <a:ext cx="355133" cy="343574"/>
            <a:chOff x="3510094" y="2909281"/>
            <a:chExt cx="355133" cy="343574"/>
          </a:xfrm>
        </p:grpSpPr>
        <p:sp>
          <p:nvSpPr>
            <p:cNvPr id="12585" name="Google Shape;12585;p64"/>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86" name="Google Shape;12586;p64"/>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87" name="Google Shape;12587;p64"/>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88" name="Google Shape;12588;p64"/>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89" name="Google Shape;12589;p64"/>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90" name="Google Shape;12590;p64"/>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91" name="Google Shape;12591;p64"/>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92" name="Google Shape;12592;p64"/>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93" name="Google Shape;12593;p64"/>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94" name="Google Shape;12594;p64"/>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95" name="Google Shape;12595;p64"/>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96" name="Google Shape;12596;p64"/>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597" name="Google Shape;12597;p64"/>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2598" name="Google Shape;12598;p64"/>
          <p:cNvSpPr/>
          <p:nvPr/>
        </p:nvSpPr>
        <p:spPr>
          <a:xfrm>
            <a:off x="2513884" y="1812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2599" name="Google Shape;12599;p64"/>
          <p:cNvGrpSpPr/>
          <p:nvPr/>
        </p:nvGrpSpPr>
        <p:grpSpPr>
          <a:xfrm>
            <a:off x="2163842" y="1506972"/>
            <a:ext cx="382787" cy="331566"/>
            <a:chOff x="2163842" y="1506972"/>
            <a:chExt cx="382787" cy="331566"/>
          </a:xfrm>
        </p:grpSpPr>
        <p:sp>
          <p:nvSpPr>
            <p:cNvPr id="12600" name="Google Shape;12600;p64"/>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01" name="Google Shape;12601;p64"/>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02" name="Google Shape;12602;p64"/>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03" name="Google Shape;12603;p64"/>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04" name="Google Shape;12604;p64"/>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05" name="Google Shape;12605;p64"/>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06" name="Google Shape;12606;p64"/>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07" name="Google Shape;12607;p64"/>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608" name="Google Shape;12608;p64"/>
          <p:cNvGrpSpPr/>
          <p:nvPr/>
        </p:nvGrpSpPr>
        <p:grpSpPr>
          <a:xfrm>
            <a:off x="1738877" y="3349652"/>
            <a:ext cx="357918" cy="350536"/>
            <a:chOff x="1738877" y="3349652"/>
            <a:chExt cx="357918" cy="350536"/>
          </a:xfrm>
        </p:grpSpPr>
        <p:sp>
          <p:nvSpPr>
            <p:cNvPr id="12609" name="Google Shape;12609;p64"/>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10" name="Google Shape;12610;p64"/>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11" name="Google Shape;12611;p64"/>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12" name="Google Shape;12612;p64"/>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13" name="Google Shape;12613;p64"/>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14" name="Google Shape;12614;p64"/>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15" name="Google Shape;12615;p64"/>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16" name="Google Shape;12616;p64"/>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17" name="Google Shape;12617;p64"/>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18" name="Google Shape;12618;p64"/>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19" name="Google Shape;12619;p64"/>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20" name="Google Shape;12620;p64"/>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21" name="Google Shape;12621;p64"/>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22" name="Google Shape;12622;p64"/>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23" name="Google Shape;12623;p64"/>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24" name="Google Shape;12624;p64"/>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25" name="Google Shape;12625;p64"/>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26" name="Google Shape;12626;p64"/>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627" name="Google Shape;12627;p64"/>
          <p:cNvGrpSpPr/>
          <p:nvPr/>
        </p:nvGrpSpPr>
        <p:grpSpPr>
          <a:xfrm>
            <a:off x="1971819" y="4276854"/>
            <a:ext cx="383281" cy="333947"/>
            <a:chOff x="1971819" y="4276854"/>
            <a:chExt cx="383281" cy="333947"/>
          </a:xfrm>
        </p:grpSpPr>
        <p:sp>
          <p:nvSpPr>
            <p:cNvPr id="12628" name="Google Shape;12628;p64"/>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29" name="Google Shape;12629;p64"/>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30" name="Google Shape;12630;p64"/>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31" name="Google Shape;12631;p64"/>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32" name="Google Shape;12632;p64"/>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33" name="Google Shape;12633;p64"/>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34" name="Google Shape;12634;p64"/>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35" name="Google Shape;12635;p64"/>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36" name="Google Shape;12636;p64"/>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37" name="Google Shape;12637;p64"/>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638" name="Google Shape;12638;p64"/>
          <p:cNvGrpSpPr/>
          <p:nvPr/>
        </p:nvGrpSpPr>
        <p:grpSpPr>
          <a:xfrm>
            <a:off x="1825119" y="2885819"/>
            <a:ext cx="175987" cy="361391"/>
            <a:chOff x="1825119" y="2885819"/>
            <a:chExt cx="175987" cy="361391"/>
          </a:xfrm>
        </p:grpSpPr>
        <p:sp>
          <p:nvSpPr>
            <p:cNvPr id="12639" name="Google Shape;12639;p64"/>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40" name="Google Shape;12640;p64"/>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41" name="Google Shape;12641;p64"/>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42" name="Google Shape;12642;p64"/>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43" name="Google Shape;12643;p64"/>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44" name="Google Shape;12644;p64"/>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45" name="Google Shape;12645;p64"/>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46" name="Google Shape;12646;p64"/>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47" name="Google Shape;12647;p64"/>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48" name="Google Shape;12648;p64"/>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649" name="Google Shape;12649;p64"/>
          <p:cNvGrpSpPr/>
          <p:nvPr/>
        </p:nvGrpSpPr>
        <p:grpSpPr>
          <a:xfrm>
            <a:off x="3504824" y="3405844"/>
            <a:ext cx="369896" cy="226339"/>
            <a:chOff x="3504824" y="3405844"/>
            <a:chExt cx="369896" cy="226339"/>
          </a:xfrm>
        </p:grpSpPr>
        <p:sp>
          <p:nvSpPr>
            <p:cNvPr id="12650" name="Google Shape;12650;p64"/>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51" name="Google Shape;12651;p64"/>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52" name="Google Shape;12652;p64"/>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53" name="Google Shape;12653;p64"/>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54" name="Google Shape;12654;p64"/>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55" name="Google Shape;12655;p64"/>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56" name="Google Shape;12656;p64"/>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57" name="Google Shape;12657;p64"/>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58" name="Google Shape;12658;p64"/>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59" name="Google Shape;12659;p64"/>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60" name="Google Shape;12660;p64"/>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61" name="Google Shape;12661;p64"/>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62" name="Google Shape;12662;p64"/>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63" name="Google Shape;12663;p64"/>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64" name="Google Shape;12664;p64"/>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65" name="Google Shape;12665;p64"/>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666" name="Google Shape;12666;p64"/>
          <p:cNvGrpSpPr/>
          <p:nvPr/>
        </p:nvGrpSpPr>
        <p:grpSpPr>
          <a:xfrm>
            <a:off x="1295661" y="3819594"/>
            <a:ext cx="345640" cy="342900"/>
            <a:chOff x="1295661" y="3819594"/>
            <a:chExt cx="345640" cy="342900"/>
          </a:xfrm>
        </p:grpSpPr>
        <p:sp>
          <p:nvSpPr>
            <p:cNvPr id="12667" name="Google Shape;12667;p64"/>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68" name="Google Shape;12668;p64"/>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69" name="Google Shape;12669;p64"/>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70" name="Google Shape;12670;p64"/>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71" name="Google Shape;12671;p64"/>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72" name="Google Shape;12672;p64"/>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73" name="Google Shape;12673;p64"/>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74" name="Google Shape;12674;p64"/>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75" name="Google Shape;12675;p64"/>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76" name="Google Shape;12676;p64"/>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77" name="Google Shape;12677;p64"/>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78" name="Google Shape;12678;p64"/>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79" name="Google Shape;12679;p64"/>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80" name="Google Shape;12680;p64"/>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81" name="Google Shape;12681;p64"/>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82" name="Google Shape;12682;p64"/>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83" name="Google Shape;12683;p64"/>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684" name="Google Shape;12684;p64"/>
          <p:cNvGrpSpPr/>
          <p:nvPr/>
        </p:nvGrpSpPr>
        <p:grpSpPr>
          <a:xfrm>
            <a:off x="3486572" y="2433470"/>
            <a:ext cx="379328" cy="281738"/>
            <a:chOff x="3486572" y="2433470"/>
            <a:chExt cx="379328" cy="281738"/>
          </a:xfrm>
        </p:grpSpPr>
        <p:sp>
          <p:nvSpPr>
            <p:cNvPr id="12685" name="Google Shape;12685;p64"/>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86" name="Google Shape;12686;p64"/>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87" name="Google Shape;12687;p64"/>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88" name="Google Shape;12688;p64"/>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89" name="Google Shape;12689;p64"/>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90" name="Google Shape;12690;p64"/>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91" name="Google Shape;12691;p64"/>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2692" name="Google Shape;12692;p64"/>
          <p:cNvSpPr/>
          <p:nvPr/>
        </p:nvSpPr>
        <p:spPr>
          <a:xfrm>
            <a:off x="3751930" y="2709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2693" name="Google Shape;12693;p64"/>
          <p:cNvGrpSpPr/>
          <p:nvPr/>
        </p:nvGrpSpPr>
        <p:grpSpPr>
          <a:xfrm>
            <a:off x="3997149" y="3329634"/>
            <a:ext cx="270733" cy="355762"/>
            <a:chOff x="3997149" y="3329634"/>
            <a:chExt cx="270733" cy="355762"/>
          </a:xfrm>
        </p:grpSpPr>
        <p:sp>
          <p:nvSpPr>
            <p:cNvPr id="12694" name="Google Shape;12694;p64"/>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95" name="Google Shape;12695;p64"/>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96" name="Google Shape;12696;p64"/>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97" name="Google Shape;12697;p64"/>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98" name="Google Shape;12698;p64"/>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699" name="Google Shape;12699;p64"/>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00" name="Google Shape;12700;p64"/>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01" name="Google Shape;12701;p64"/>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02" name="Google Shape;12702;p64"/>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03" name="Google Shape;12703;p64"/>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04" name="Google Shape;12704;p64"/>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05" name="Google Shape;12705;p64"/>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06" name="Google Shape;12706;p64"/>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07" name="Google Shape;12707;p64"/>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08" name="Google Shape;12708;p64"/>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09" name="Google Shape;12709;p64"/>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10" name="Google Shape;12710;p64"/>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11" name="Google Shape;12711;p64"/>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12" name="Google Shape;12712;p64"/>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13" name="Google Shape;12713;p64"/>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14" name="Google Shape;12714;p64"/>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715" name="Google Shape;12715;p64"/>
          <p:cNvGrpSpPr/>
          <p:nvPr/>
        </p:nvGrpSpPr>
        <p:grpSpPr>
          <a:xfrm>
            <a:off x="3954343" y="2899354"/>
            <a:ext cx="345655" cy="343529"/>
            <a:chOff x="3954343" y="2899354"/>
            <a:chExt cx="345655" cy="343529"/>
          </a:xfrm>
        </p:grpSpPr>
        <p:sp>
          <p:nvSpPr>
            <p:cNvPr id="12716" name="Google Shape;12716;p64"/>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17" name="Google Shape;12717;p64"/>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18" name="Google Shape;12718;p64"/>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19" name="Google Shape;12719;p64"/>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20" name="Google Shape;12720;p64"/>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21" name="Google Shape;12721;p64"/>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22" name="Google Shape;12722;p64"/>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23" name="Google Shape;12723;p64"/>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24" name="Google Shape;12724;p64"/>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25" name="Google Shape;12725;p64"/>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26" name="Google Shape;12726;p64"/>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27" name="Google Shape;12727;p64"/>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728" name="Google Shape;12728;p64"/>
          <p:cNvGrpSpPr/>
          <p:nvPr/>
        </p:nvGrpSpPr>
        <p:grpSpPr>
          <a:xfrm>
            <a:off x="2166043" y="3351344"/>
            <a:ext cx="369566" cy="349803"/>
            <a:chOff x="2166043" y="3351344"/>
            <a:chExt cx="369566" cy="349803"/>
          </a:xfrm>
        </p:grpSpPr>
        <p:sp>
          <p:nvSpPr>
            <p:cNvPr id="12729" name="Google Shape;12729;p64"/>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30" name="Google Shape;12730;p64"/>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31" name="Google Shape;12731;p64"/>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32" name="Google Shape;12732;p64"/>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33" name="Google Shape;12733;p64"/>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34" name="Google Shape;12734;p64"/>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35" name="Google Shape;12735;p64"/>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36" name="Google Shape;12736;p64"/>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37" name="Google Shape;12737;p64"/>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738" name="Google Shape;12738;p64"/>
          <p:cNvGrpSpPr/>
          <p:nvPr/>
        </p:nvGrpSpPr>
        <p:grpSpPr>
          <a:xfrm>
            <a:off x="2619649" y="3352332"/>
            <a:ext cx="365793" cy="329275"/>
            <a:chOff x="2619649" y="3352332"/>
            <a:chExt cx="365793" cy="329275"/>
          </a:xfrm>
        </p:grpSpPr>
        <p:sp>
          <p:nvSpPr>
            <p:cNvPr id="12739" name="Google Shape;12739;p64"/>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40" name="Google Shape;12740;p64"/>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41" name="Google Shape;12741;p64"/>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42" name="Google Shape;12742;p64"/>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43" name="Google Shape;12743;p64"/>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44" name="Google Shape;12744;p64"/>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45" name="Google Shape;12745;p64"/>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46" name="Google Shape;12746;p64"/>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47" name="Google Shape;12747;p64"/>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48" name="Google Shape;12748;p64"/>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749" name="Google Shape;12749;p64"/>
          <p:cNvGrpSpPr/>
          <p:nvPr/>
        </p:nvGrpSpPr>
        <p:grpSpPr>
          <a:xfrm>
            <a:off x="1293760" y="1498228"/>
            <a:ext cx="340624" cy="351944"/>
            <a:chOff x="1293760" y="1498228"/>
            <a:chExt cx="340624" cy="351944"/>
          </a:xfrm>
        </p:grpSpPr>
        <p:sp>
          <p:nvSpPr>
            <p:cNvPr id="12750" name="Google Shape;12750;p64"/>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51" name="Google Shape;12751;p64"/>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52" name="Google Shape;12752;p64"/>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53" name="Google Shape;12753;p64"/>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54" name="Google Shape;12754;p64"/>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55" name="Google Shape;12755;p64"/>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56" name="Google Shape;12756;p64"/>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57" name="Google Shape;12757;p64"/>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58" name="Google Shape;12758;p64"/>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59" name="Google Shape;12759;p64"/>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60" name="Google Shape;12760;p64"/>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61" name="Google Shape;12761;p64"/>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62" name="Google Shape;12762;p64"/>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63" name="Google Shape;12763;p64"/>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764" name="Google Shape;12764;p64"/>
          <p:cNvGrpSpPr/>
          <p:nvPr/>
        </p:nvGrpSpPr>
        <p:grpSpPr>
          <a:xfrm>
            <a:off x="849601" y="1952074"/>
            <a:ext cx="406713" cy="383745"/>
            <a:chOff x="849601" y="1952074"/>
            <a:chExt cx="406713" cy="383745"/>
          </a:xfrm>
        </p:grpSpPr>
        <p:sp>
          <p:nvSpPr>
            <p:cNvPr id="12765" name="Google Shape;12765;p64"/>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66" name="Google Shape;12766;p64"/>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67" name="Google Shape;12767;p64"/>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68" name="Google Shape;12768;p64"/>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69" name="Google Shape;12769;p64"/>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70" name="Google Shape;12770;p64"/>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71" name="Google Shape;12771;p64"/>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772" name="Google Shape;12772;p64"/>
          <p:cNvGrpSpPr/>
          <p:nvPr/>
        </p:nvGrpSpPr>
        <p:grpSpPr>
          <a:xfrm>
            <a:off x="2253871" y="2893365"/>
            <a:ext cx="203985" cy="355417"/>
            <a:chOff x="2253871" y="2893365"/>
            <a:chExt cx="203985" cy="355417"/>
          </a:xfrm>
        </p:grpSpPr>
        <p:sp>
          <p:nvSpPr>
            <p:cNvPr id="12773" name="Google Shape;12773;p64"/>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74" name="Google Shape;12774;p64"/>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75" name="Google Shape;12775;p64"/>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76" name="Google Shape;12776;p64"/>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77" name="Google Shape;12777;p64"/>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78" name="Google Shape;12778;p64"/>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79" name="Google Shape;12779;p64"/>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80" name="Google Shape;12780;p64"/>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81" name="Google Shape;12781;p64"/>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82" name="Google Shape;12782;p64"/>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83" name="Google Shape;12783;p64"/>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784" name="Google Shape;12784;p64"/>
          <p:cNvGrpSpPr/>
          <p:nvPr/>
        </p:nvGrpSpPr>
        <p:grpSpPr>
          <a:xfrm>
            <a:off x="2191541" y="2408601"/>
            <a:ext cx="308823" cy="342571"/>
            <a:chOff x="2191541" y="2408601"/>
            <a:chExt cx="308823" cy="342571"/>
          </a:xfrm>
        </p:grpSpPr>
        <p:sp>
          <p:nvSpPr>
            <p:cNvPr id="12785" name="Google Shape;12785;p64"/>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86" name="Google Shape;12786;p64"/>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87" name="Google Shape;12787;p64"/>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88" name="Google Shape;12788;p64"/>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89" name="Google Shape;12789;p64"/>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90" name="Google Shape;12790;p64"/>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91" name="Google Shape;12791;p64"/>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92" name="Google Shape;12792;p64"/>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93" name="Google Shape;12793;p64"/>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94" name="Google Shape;12794;p64"/>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95" name="Google Shape;12795;p64"/>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96" name="Google Shape;12796;p64"/>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797" name="Google Shape;12797;p64"/>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798" name="Google Shape;12798;p64"/>
          <p:cNvGrpSpPr/>
          <p:nvPr/>
        </p:nvGrpSpPr>
        <p:grpSpPr>
          <a:xfrm>
            <a:off x="847400" y="1503588"/>
            <a:ext cx="342496" cy="341553"/>
            <a:chOff x="847400" y="1503588"/>
            <a:chExt cx="342496" cy="341553"/>
          </a:xfrm>
        </p:grpSpPr>
        <p:sp>
          <p:nvSpPr>
            <p:cNvPr id="12799" name="Google Shape;12799;p64"/>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00" name="Google Shape;12800;p64"/>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01" name="Google Shape;12801;p64"/>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02" name="Google Shape;12802;p64"/>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03" name="Google Shape;12803;p64"/>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04" name="Google Shape;12804;p64"/>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05" name="Google Shape;12805;p64"/>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06" name="Google Shape;12806;p64"/>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07" name="Google Shape;12807;p64"/>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08" name="Google Shape;12808;p64"/>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09" name="Google Shape;12809;p64"/>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10" name="Google Shape;12810;p64"/>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11" name="Google Shape;12811;p64"/>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12" name="Google Shape;12812;p64"/>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13" name="Google Shape;12813;p64"/>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14" name="Google Shape;12814;p64"/>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15" name="Google Shape;12815;p64"/>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16" name="Google Shape;12816;p64"/>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17" name="Google Shape;12817;p64"/>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18" name="Google Shape;12818;p64"/>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819" name="Google Shape;12819;p64"/>
          <p:cNvGrpSpPr/>
          <p:nvPr/>
        </p:nvGrpSpPr>
        <p:grpSpPr>
          <a:xfrm>
            <a:off x="1329963" y="2899669"/>
            <a:ext cx="280495" cy="361077"/>
            <a:chOff x="1329963" y="2899669"/>
            <a:chExt cx="280495" cy="361077"/>
          </a:xfrm>
        </p:grpSpPr>
        <p:sp>
          <p:nvSpPr>
            <p:cNvPr id="12820" name="Google Shape;12820;p64"/>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21" name="Google Shape;12821;p64"/>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22" name="Google Shape;12822;p64"/>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23" name="Google Shape;12823;p64"/>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24" name="Google Shape;12824;p64"/>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25" name="Google Shape;12825;p64"/>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26" name="Google Shape;12826;p64"/>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827" name="Google Shape;12827;p64"/>
          <p:cNvGrpSpPr/>
          <p:nvPr/>
        </p:nvGrpSpPr>
        <p:grpSpPr>
          <a:xfrm>
            <a:off x="937429" y="3800908"/>
            <a:ext cx="195496" cy="343439"/>
            <a:chOff x="937429" y="3800908"/>
            <a:chExt cx="195496" cy="343439"/>
          </a:xfrm>
        </p:grpSpPr>
        <p:sp>
          <p:nvSpPr>
            <p:cNvPr id="12828" name="Google Shape;12828;p64"/>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29" name="Google Shape;12829;p64"/>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30" name="Google Shape;12830;p64"/>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31" name="Google Shape;12831;p64"/>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32" name="Google Shape;12832;p64"/>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33" name="Google Shape;12833;p64"/>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34" name="Google Shape;12834;p64"/>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35" name="Google Shape;12835;p64"/>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36" name="Google Shape;12836;p64"/>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37" name="Google Shape;12837;p64"/>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38" name="Google Shape;12838;p64"/>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39" name="Google Shape;12839;p64"/>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40" name="Google Shape;12840;p64"/>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841" name="Google Shape;12841;p64"/>
          <p:cNvGrpSpPr/>
          <p:nvPr/>
        </p:nvGrpSpPr>
        <p:grpSpPr>
          <a:xfrm>
            <a:off x="2687659" y="3810655"/>
            <a:ext cx="365164" cy="342511"/>
            <a:chOff x="2611459" y="3810655"/>
            <a:chExt cx="365164" cy="342511"/>
          </a:xfrm>
        </p:grpSpPr>
        <p:sp>
          <p:nvSpPr>
            <p:cNvPr id="12842" name="Google Shape;12842;p64"/>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43" name="Google Shape;12843;p64"/>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44" name="Google Shape;12844;p64"/>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45" name="Google Shape;12845;p64"/>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46" name="Google Shape;12846;p64"/>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47" name="Google Shape;12847;p64"/>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48" name="Google Shape;12848;p64"/>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49" name="Google Shape;12849;p64"/>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50" name="Google Shape;12850;p64"/>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51" name="Google Shape;12851;p64"/>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52" name="Google Shape;12852;p64"/>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853" name="Google Shape;12853;p64"/>
          <p:cNvGrpSpPr/>
          <p:nvPr/>
        </p:nvGrpSpPr>
        <p:grpSpPr>
          <a:xfrm>
            <a:off x="3952456" y="1524280"/>
            <a:ext cx="370195" cy="300154"/>
            <a:chOff x="3952456" y="1524280"/>
            <a:chExt cx="370195" cy="300154"/>
          </a:xfrm>
        </p:grpSpPr>
        <p:sp>
          <p:nvSpPr>
            <p:cNvPr id="12854" name="Google Shape;12854;p64"/>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55" name="Google Shape;12855;p64"/>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56" name="Google Shape;12856;p64"/>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57" name="Google Shape;12857;p64"/>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58" name="Google Shape;12858;p64"/>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59" name="Google Shape;12859;p64"/>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863"/>
        <p:cNvGrpSpPr/>
        <p:nvPr/>
      </p:nvGrpSpPr>
      <p:grpSpPr>
        <a:xfrm>
          <a:off x="0" y="0"/>
          <a:ext cx="0" cy="0"/>
          <a:chOff x="0" y="0"/>
          <a:chExt cx="0" cy="0"/>
        </a:xfrm>
      </p:grpSpPr>
      <p:sp>
        <p:nvSpPr>
          <p:cNvPr id="12864" name="Google Shape;12864;p65"/>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a:solidFill>
                  <a:srgbClr val="FFFFFF"/>
                </a:solidFill>
                <a:latin typeface="Arial"/>
                <a:ea typeface="Arial"/>
                <a:cs typeface="Arial"/>
                <a:sym typeface="Arial"/>
              </a:rPr>
              <a:t>Business </a:t>
            </a:r>
            <a:r>
              <a:rPr lang="it-IT" noProof="0" dirty="0" err="1">
                <a:latin typeface="Arial"/>
                <a:ea typeface="Arial"/>
                <a:cs typeface="Arial"/>
                <a:sym typeface="Arial"/>
              </a:rPr>
              <a:t>I</a:t>
            </a:r>
            <a:r>
              <a:rPr lang="it-IT" noProof="0" dirty="0" err="1">
                <a:solidFill>
                  <a:srgbClr val="FFFFFF"/>
                </a:solidFill>
                <a:latin typeface="Arial"/>
                <a:ea typeface="Arial"/>
                <a:cs typeface="Arial"/>
                <a:sym typeface="Arial"/>
              </a:rPr>
              <a:t>cons</a:t>
            </a:r>
            <a:endParaRPr lang="it-IT" noProof="0" dirty="0">
              <a:solidFill>
                <a:srgbClr val="FFFFFF"/>
              </a:solidFill>
              <a:latin typeface="Arial"/>
              <a:ea typeface="Arial"/>
              <a:cs typeface="Arial"/>
              <a:sym typeface="Arial"/>
            </a:endParaRPr>
          </a:p>
        </p:txBody>
      </p:sp>
      <p:sp>
        <p:nvSpPr>
          <p:cNvPr id="12865" name="Google Shape;12865;p65"/>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err="1">
                <a:latin typeface="Arial"/>
                <a:ea typeface="Arial"/>
                <a:cs typeface="Arial"/>
                <a:sym typeface="Arial"/>
              </a:rPr>
              <a:t>Teamwork</a:t>
            </a:r>
            <a:r>
              <a:rPr lang="it-IT" noProof="0" dirty="0">
                <a:latin typeface="Arial"/>
                <a:ea typeface="Arial"/>
                <a:cs typeface="Arial"/>
                <a:sym typeface="Arial"/>
              </a:rPr>
              <a:t> </a:t>
            </a:r>
            <a:r>
              <a:rPr lang="it-IT" noProof="0" dirty="0" err="1">
                <a:latin typeface="Arial"/>
                <a:ea typeface="Arial"/>
                <a:cs typeface="Arial"/>
                <a:sym typeface="Arial"/>
              </a:rPr>
              <a:t>Icons</a:t>
            </a:r>
            <a:endParaRPr lang="it-IT" noProof="0" dirty="0">
              <a:solidFill>
                <a:srgbClr val="FFFFFF"/>
              </a:solidFill>
              <a:latin typeface="Arial"/>
              <a:ea typeface="Arial"/>
              <a:cs typeface="Arial"/>
              <a:sym typeface="Arial"/>
            </a:endParaRPr>
          </a:p>
        </p:txBody>
      </p:sp>
      <p:grpSp>
        <p:nvGrpSpPr>
          <p:cNvPr id="12866" name="Google Shape;12866;p65"/>
          <p:cNvGrpSpPr/>
          <p:nvPr/>
        </p:nvGrpSpPr>
        <p:grpSpPr>
          <a:xfrm>
            <a:off x="908482" y="1502585"/>
            <a:ext cx="257112" cy="362808"/>
            <a:chOff x="908482" y="1502585"/>
            <a:chExt cx="257112" cy="362808"/>
          </a:xfrm>
        </p:grpSpPr>
        <p:sp>
          <p:nvSpPr>
            <p:cNvPr id="12867" name="Google Shape;12867;p65"/>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68" name="Google Shape;12868;p65"/>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69" name="Google Shape;12869;p65"/>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70" name="Google Shape;12870;p65"/>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71" name="Google Shape;12871;p65"/>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72" name="Google Shape;12872;p65"/>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73" name="Google Shape;12873;p65"/>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74" name="Google Shape;12874;p65"/>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75" name="Google Shape;12875;p65"/>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76" name="Google Shape;12876;p65"/>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77" name="Google Shape;12877;p65"/>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78" name="Google Shape;12878;p65"/>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79" name="Google Shape;12879;p65"/>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80" name="Google Shape;12880;p65"/>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81" name="Google Shape;12881;p65"/>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82" name="Google Shape;12882;p65"/>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83" name="Google Shape;12883;p65"/>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84" name="Google Shape;12884;p65"/>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85" name="Google Shape;12885;p65"/>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86" name="Google Shape;12886;p65"/>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887" name="Google Shape;12887;p65"/>
          <p:cNvGrpSpPr/>
          <p:nvPr/>
        </p:nvGrpSpPr>
        <p:grpSpPr>
          <a:xfrm>
            <a:off x="1303537" y="1502716"/>
            <a:ext cx="362939" cy="362677"/>
            <a:chOff x="1303537" y="1502716"/>
            <a:chExt cx="362939" cy="362677"/>
          </a:xfrm>
        </p:grpSpPr>
        <p:sp>
          <p:nvSpPr>
            <p:cNvPr id="12888" name="Google Shape;12888;p65"/>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89" name="Google Shape;12889;p65"/>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90" name="Google Shape;12890;p65"/>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91" name="Google Shape;12891;p65"/>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92" name="Google Shape;12892;p65"/>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93" name="Google Shape;12893;p65"/>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94" name="Google Shape;12894;p65"/>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95" name="Google Shape;12895;p65"/>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96" name="Google Shape;12896;p65"/>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97" name="Google Shape;12897;p65"/>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898" name="Google Shape;12898;p65"/>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899" name="Google Shape;12899;p65"/>
          <p:cNvGrpSpPr/>
          <p:nvPr/>
        </p:nvGrpSpPr>
        <p:grpSpPr>
          <a:xfrm>
            <a:off x="1751901" y="1502716"/>
            <a:ext cx="362677" cy="362677"/>
            <a:chOff x="1751901" y="1502716"/>
            <a:chExt cx="362677" cy="362677"/>
          </a:xfrm>
        </p:grpSpPr>
        <p:sp>
          <p:nvSpPr>
            <p:cNvPr id="12900" name="Google Shape;12900;p65"/>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01" name="Google Shape;12901;p65"/>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02" name="Google Shape;12902;p65"/>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03" name="Google Shape;12903;p65"/>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04" name="Google Shape;12904;p65"/>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05" name="Google Shape;12905;p65"/>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06" name="Google Shape;12906;p65"/>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07" name="Google Shape;12907;p65"/>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08" name="Google Shape;12908;p65"/>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09" name="Google Shape;12909;p65"/>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10" name="Google Shape;12910;p65"/>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11" name="Google Shape;12911;p65"/>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12" name="Google Shape;12912;p65"/>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13" name="Google Shape;12913;p65"/>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14" name="Google Shape;12914;p65"/>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15" name="Google Shape;12915;p65"/>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16" name="Google Shape;12916;p65"/>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17" name="Google Shape;12917;p65"/>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18" name="Google Shape;12918;p65"/>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919" name="Google Shape;12919;p65"/>
          <p:cNvGrpSpPr/>
          <p:nvPr/>
        </p:nvGrpSpPr>
        <p:grpSpPr>
          <a:xfrm>
            <a:off x="3095178" y="1502716"/>
            <a:ext cx="334290" cy="362677"/>
            <a:chOff x="3095178" y="1502716"/>
            <a:chExt cx="334290" cy="362677"/>
          </a:xfrm>
        </p:grpSpPr>
        <p:sp>
          <p:nvSpPr>
            <p:cNvPr id="12920" name="Google Shape;12920;p65"/>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21" name="Google Shape;12921;p65"/>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22" name="Google Shape;12922;p65"/>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23" name="Google Shape;12923;p65"/>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24" name="Google Shape;12924;p65"/>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25" name="Google Shape;12925;p65"/>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26" name="Google Shape;12926;p65"/>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27" name="Google Shape;12927;p65"/>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28" name="Google Shape;12928;p65"/>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29" name="Google Shape;12929;p65"/>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30" name="Google Shape;12930;p65"/>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31" name="Google Shape;12931;p65"/>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32" name="Google Shape;12932;p65"/>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33" name="Google Shape;12933;p65"/>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34" name="Google Shape;12934;p65"/>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35" name="Google Shape;12935;p65"/>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36" name="Google Shape;12936;p65"/>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937" name="Google Shape;12937;p65"/>
          <p:cNvGrpSpPr/>
          <p:nvPr/>
        </p:nvGrpSpPr>
        <p:grpSpPr>
          <a:xfrm>
            <a:off x="3542281" y="1505605"/>
            <a:ext cx="366196" cy="357005"/>
            <a:chOff x="3542281" y="1505605"/>
            <a:chExt cx="366196" cy="357005"/>
          </a:xfrm>
        </p:grpSpPr>
        <p:sp>
          <p:nvSpPr>
            <p:cNvPr id="12938" name="Google Shape;12938;p65"/>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39" name="Google Shape;12939;p65"/>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40" name="Google Shape;12940;p65"/>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41" name="Google Shape;12941;p65"/>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42" name="Google Shape;12942;p65"/>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43" name="Google Shape;12943;p65"/>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44" name="Google Shape;12944;p65"/>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45" name="Google Shape;12945;p65"/>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46" name="Google Shape;12946;p65"/>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47" name="Google Shape;12947;p65"/>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48" name="Google Shape;12948;p65"/>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49" name="Google Shape;12949;p65"/>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50" name="Google Shape;12950;p65"/>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51" name="Google Shape;12951;p65"/>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52" name="Google Shape;12952;p65"/>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53" name="Google Shape;12953;p65"/>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54" name="Google Shape;12954;p65"/>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55" name="Google Shape;12955;p65"/>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56" name="Google Shape;12956;p65"/>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57" name="Google Shape;12957;p65"/>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58" name="Google Shape;12958;p65"/>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59" name="Google Shape;12959;p65"/>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60" name="Google Shape;12960;p65"/>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61" name="Google Shape;12961;p65"/>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62" name="Google Shape;12962;p65"/>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963" name="Google Shape;12963;p65"/>
          <p:cNvGrpSpPr/>
          <p:nvPr/>
        </p:nvGrpSpPr>
        <p:grpSpPr>
          <a:xfrm>
            <a:off x="1748382" y="3384797"/>
            <a:ext cx="364673" cy="340067"/>
            <a:chOff x="1748382" y="3384797"/>
            <a:chExt cx="364673" cy="340067"/>
          </a:xfrm>
        </p:grpSpPr>
        <p:sp>
          <p:nvSpPr>
            <p:cNvPr id="12964" name="Google Shape;12964;p65"/>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65" name="Google Shape;12965;p65"/>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66" name="Google Shape;12966;p65"/>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67" name="Google Shape;12967;p65"/>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68" name="Google Shape;12968;p65"/>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69" name="Google Shape;12969;p65"/>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70" name="Google Shape;12970;p65"/>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71" name="Google Shape;12971;p65"/>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72" name="Google Shape;12972;p65"/>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73" name="Google Shape;12973;p65"/>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74" name="Google Shape;12974;p65"/>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75" name="Google Shape;12975;p65"/>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76" name="Google Shape;12976;p65"/>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77" name="Google Shape;12977;p65"/>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78" name="Google Shape;12978;p65"/>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979" name="Google Shape;12979;p65"/>
          <p:cNvGrpSpPr/>
          <p:nvPr/>
        </p:nvGrpSpPr>
        <p:grpSpPr>
          <a:xfrm>
            <a:off x="6221064" y="3811049"/>
            <a:ext cx="364673" cy="339804"/>
            <a:chOff x="6221064" y="3811049"/>
            <a:chExt cx="364673" cy="339804"/>
          </a:xfrm>
        </p:grpSpPr>
        <p:sp>
          <p:nvSpPr>
            <p:cNvPr id="12980" name="Google Shape;12980;p65"/>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81" name="Google Shape;12981;p65"/>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82" name="Google Shape;12982;p65"/>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83" name="Google Shape;12983;p65"/>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84" name="Google Shape;12984;p65"/>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85" name="Google Shape;12985;p65"/>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86" name="Google Shape;12986;p65"/>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87" name="Google Shape;12987;p65"/>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88" name="Google Shape;12988;p65"/>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89" name="Google Shape;12989;p65"/>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90" name="Google Shape;12990;p65"/>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91" name="Google Shape;12991;p65"/>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92" name="Google Shape;12992;p65"/>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93" name="Google Shape;12993;p65"/>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94" name="Google Shape;12994;p65"/>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2995" name="Google Shape;12995;p65"/>
          <p:cNvGrpSpPr/>
          <p:nvPr/>
        </p:nvGrpSpPr>
        <p:grpSpPr>
          <a:xfrm>
            <a:off x="2182643" y="3386320"/>
            <a:ext cx="382030" cy="320451"/>
            <a:chOff x="2182643" y="3386320"/>
            <a:chExt cx="382030" cy="320451"/>
          </a:xfrm>
        </p:grpSpPr>
        <p:sp>
          <p:nvSpPr>
            <p:cNvPr id="12996" name="Google Shape;12996;p65"/>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97" name="Google Shape;12997;p65"/>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98" name="Google Shape;12998;p65"/>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2999" name="Google Shape;12999;p65"/>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00" name="Google Shape;13000;p65"/>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01" name="Google Shape;13001;p65"/>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02" name="Google Shape;13002;p65"/>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03" name="Google Shape;13003;p65"/>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04" name="Google Shape;13004;p65"/>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05" name="Google Shape;13005;p65"/>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06" name="Google Shape;13006;p65"/>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07" name="Google Shape;13007;p65"/>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08" name="Google Shape;13008;p65"/>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09" name="Google Shape;13009;p65"/>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10" name="Google Shape;13010;p65"/>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011" name="Google Shape;13011;p65"/>
          <p:cNvGrpSpPr/>
          <p:nvPr/>
        </p:nvGrpSpPr>
        <p:grpSpPr>
          <a:xfrm>
            <a:off x="3084386" y="3389340"/>
            <a:ext cx="353880" cy="330745"/>
            <a:chOff x="3084386" y="3389340"/>
            <a:chExt cx="353880" cy="330745"/>
          </a:xfrm>
        </p:grpSpPr>
        <p:sp>
          <p:nvSpPr>
            <p:cNvPr id="13012" name="Google Shape;13012;p65"/>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13" name="Google Shape;13013;p65"/>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14" name="Google Shape;13014;p65"/>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15" name="Google Shape;13015;p65"/>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16" name="Google Shape;13016;p65"/>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17" name="Google Shape;13017;p65"/>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18" name="Google Shape;13018;p65"/>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19" name="Google Shape;13019;p65"/>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20" name="Google Shape;13020;p65"/>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21" name="Google Shape;13021;p65"/>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22" name="Google Shape;13022;p65"/>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23" name="Google Shape;13023;p65"/>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024" name="Google Shape;13024;p65"/>
          <p:cNvGrpSpPr/>
          <p:nvPr/>
        </p:nvGrpSpPr>
        <p:grpSpPr>
          <a:xfrm>
            <a:off x="863499" y="1970906"/>
            <a:ext cx="347078" cy="364016"/>
            <a:chOff x="863499" y="1970906"/>
            <a:chExt cx="347078" cy="364016"/>
          </a:xfrm>
        </p:grpSpPr>
        <p:sp>
          <p:nvSpPr>
            <p:cNvPr id="13025" name="Google Shape;13025;p65"/>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26" name="Google Shape;13026;p65"/>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27" name="Google Shape;13027;p65"/>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28" name="Google Shape;13028;p65"/>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29" name="Google Shape;13029;p65"/>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30" name="Google Shape;13030;p65"/>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31" name="Google Shape;13031;p65"/>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32" name="Google Shape;13032;p65"/>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33" name="Google Shape;13033;p65"/>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34" name="Google Shape;13034;p65"/>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35" name="Google Shape;13035;p65"/>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36" name="Google Shape;13036;p65"/>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37" name="Google Shape;13037;p65"/>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38" name="Google Shape;13038;p65"/>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039" name="Google Shape;13039;p65"/>
          <p:cNvGrpSpPr/>
          <p:nvPr/>
        </p:nvGrpSpPr>
        <p:grpSpPr>
          <a:xfrm>
            <a:off x="1749879" y="1970906"/>
            <a:ext cx="364436" cy="364174"/>
            <a:chOff x="1749879" y="1970906"/>
            <a:chExt cx="364436" cy="364174"/>
          </a:xfrm>
        </p:grpSpPr>
        <p:sp>
          <p:nvSpPr>
            <p:cNvPr id="13040" name="Google Shape;13040;p65"/>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41" name="Google Shape;13041;p65"/>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42" name="Google Shape;13042;p65"/>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43" name="Google Shape;13043;p65"/>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44" name="Google Shape;13044;p65"/>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45" name="Google Shape;13045;p65"/>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46" name="Google Shape;13046;p65"/>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47" name="Google Shape;13047;p65"/>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48" name="Google Shape;13048;p65"/>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49" name="Google Shape;13049;p65"/>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50" name="Google Shape;13050;p65"/>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51" name="Google Shape;13051;p65"/>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52" name="Google Shape;13052;p65"/>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53" name="Google Shape;13053;p65"/>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054" name="Google Shape;13054;p65"/>
          <p:cNvGrpSpPr/>
          <p:nvPr/>
        </p:nvGrpSpPr>
        <p:grpSpPr>
          <a:xfrm>
            <a:off x="2186425" y="1976158"/>
            <a:ext cx="396106" cy="353985"/>
            <a:chOff x="2186425" y="1976158"/>
            <a:chExt cx="396106" cy="353985"/>
          </a:xfrm>
        </p:grpSpPr>
        <p:sp>
          <p:nvSpPr>
            <p:cNvPr id="13055" name="Google Shape;13055;p65"/>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56" name="Google Shape;13056;p65"/>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57" name="Google Shape;13057;p65"/>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58" name="Google Shape;13058;p65"/>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59" name="Google Shape;13059;p65"/>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60" name="Google Shape;13060;p65"/>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61" name="Google Shape;13061;p65"/>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062" name="Google Shape;13062;p65"/>
          <p:cNvGrpSpPr/>
          <p:nvPr/>
        </p:nvGrpSpPr>
        <p:grpSpPr>
          <a:xfrm>
            <a:off x="2659157" y="2017412"/>
            <a:ext cx="319190" cy="271240"/>
            <a:chOff x="2659157" y="2017412"/>
            <a:chExt cx="319190" cy="271240"/>
          </a:xfrm>
        </p:grpSpPr>
        <p:sp>
          <p:nvSpPr>
            <p:cNvPr id="13063" name="Google Shape;13063;p65"/>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64" name="Google Shape;13064;p65"/>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65" name="Google Shape;13065;p65"/>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66" name="Google Shape;13066;p65"/>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67" name="Google Shape;13067;p65"/>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68" name="Google Shape;13068;p65"/>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69" name="Google Shape;13069;p65"/>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70" name="Google Shape;13070;p65"/>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71" name="Google Shape;13071;p65"/>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72" name="Google Shape;13072;p65"/>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73" name="Google Shape;13073;p65"/>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74" name="Google Shape;13074;p65"/>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75" name="Google Shape;13075;p65"/>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76" name="Google Shape;13076;p65"/>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77" name="Google Shape;13077;p65"/>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78" name="Google Shape;13078;p65"/>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79" name="Google Shape;13079;p65"/>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80" name="Google Shape;13080;p65"/>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81" name="Google Shape;13081;p65"/>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82" name="Google Shape;13082;p65"/>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83" name="Google Shape;13083;p65"/>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84" name="Google Shape;13084;p65"/>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85" name="Google Shape;13085;p65"/>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86" name="Google Shape;13086;p65"/>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87" name="Google Shape;13087;p65"/>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88" name="Google Shape;13088;p65"/>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089" name="Google Shape;13089;p65"/>
          <p:cNvGrpSpPr/>
          <p:nvPr/>
        </p:nvGrpSpPr>
        <p:grpSpPr>
          <a:xfrm>
            <a:off x="3111775" y="1993516"/>
            <a:ext cx="318928" cy="319217"/>
            <a:chOff x="3111775" y="1993516"/>
            <a:chExt cx="318928" cy="319217"/>
          </a:xfrm>
        </p:grpSpPr>
        <p:sp>
          <p:nvSpPr>
            <p:cNvPr id="13090" name="Google Shape;13090;p65"/>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91" name="Google Shape;13091;p65"/>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92" name="Google Shape;13092;p65"/>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93" name="Google Shape;13093;p65"/>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94" name="Google Shape;13094;p65"/>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95" name="Google Shape;13095;p65"/>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96" name="Google Shape;13096;p65"/>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97" name="Google Shape;13097;p65"/>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98" name="Google Shape;13098;p65"/>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099" name="Google Shape;13099;p65"/>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00" name="Google Shape;13100;p65"/>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01" name="Google Shape;13101;p65"/>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02" name="Google Shape;13102;p65"/>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03" name="Google Shape;13103;p65"/>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04" name="Google Shape;13104;p65"/>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05" name="Google Shape;13105;p65"/>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06" name="Google Shape;13106;p65"/>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07" name="Google Shape;13107;p65"/>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08" name="Google Shape;13108;p65"/>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09" name="Google Shape;13109;p65"/>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10" name="Google Shape;13110;p65"/>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11" name="Google Shape;13111;p65"/>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12" name="Google Shape;13112;p65"/>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13" name="Google Shape;13113;p65"/>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14" name="Google Shape;13114;p65"/>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15" name="Google Shape;13115;p65"/>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16" name="Google Shape;13116;p65"/>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17" name="Google Shape;13117;p65"/>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18" name="Google Shape;13118;p65"/>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19" name="Google Shape;13119;p65"/>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120" name="Google Shape;13120;p65"/>
          <p:cNvGrpSpPr/>
          <p:nvPr/>
        </p:nvGrpSpPr>
        <p:grpSpPr>
          <a:xfrm>
            <a:off x="4023785" y="1970407"/>
            <a:ext cx="288807" cy="355377"/>
            <a:chOff x="4023785" y="1970407"/>
            <a:chExt cx="288807" cy="355377"/>
          </a:xfrm>
        </p:grpSpPr>
        <p:sp>
          <p:nvSpPr>
            <p:cNvPr id="13121" name="Google Shape;13121;p65"/>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22" name="Google Shape;13122;p65"/>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23" name="Google Shape;13123;p65"/>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24" name="Google Shape;13124;p65"/>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25" name="Google Shape;13125;p65"/>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26" name="Google Shape;13126;p65"/>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27" name="Google Shape;13127;p65"/>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28" name="Google Shape;13128;p65"/>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29" name="Google Shape;13129;p65"/>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30" name="Google Shape;13130;p65"/>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31" name="Google Shape;13131;p65"/>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32" name="Google Shape;13132;p65"/>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33" name="Google Shape;13133;p65"/>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34" name="Google Shape;13134;p65"/>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35" name="Google Shape;13135;p65"/>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36" name="Google Shape;13136;p65"/>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37" name="Google Shape;13137;p65"/>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38" name="Google Shape;13138;p65"/>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39" name="Google Shape;13139;p65"/>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40" name="Google Shape;13140;p65"/>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141" name="Google Shape;13141;p65"/>
          <p:cNvGrpSpPr/>
          <p:nvPr/>
        </p:nvGrpSpPr>
        <p:grpSpPr>
          <a:xfrm>
            <a:off x="3544540" y="3380963"/>
            <a:ext cx="320188" cy="319269"/>
            <a:chOff x="3544540" y="3380963"/>
            <a:chExt cx="320188" cy="319269"/>
          </a:xfrm>
        </p:grpSpPr>
        <p:sp>
          <p:nvSpPr>
            <p:cNvPr id="13142" name="Google Shape;13142;p65"/>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43" name="Google Shape;13143;p65"/>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44" name="Google Shape;13144;p65"/>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45" name="Google Shape;13145;p65"/>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46" name="Google Shape;13146;p65"/>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47" name="Google Shape;13147;p65"/>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48" name="Google Shape;13148;p65"/>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49" name="Google Shape;13149;p65"/>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50" name="Google Shape;13150;p65"/>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51" name="Google Shape;13151;p65"/>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52" name="Google Shape;13152;p65"/>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53" name="Google Shape;13153;p65"/>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54" name="Google Shape;13154;p65"/>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55" name="Google Shape;13155;p65"/>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56" name="Google Shape;13156;p65"/>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57" name="Google Shape;13157;p65"/>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158" name="Google Shape;13158;p65"/>
          <p:cNvGrpSpPr/>
          <p:nvPr/>
        </p:nvGrpSpPr>
        <p:grpSpPr>
          <a:xfrm>
            <a:off x="3944637" y="3354834"/>
            <a:ext cx="415696" cy="371605"/>
            <a:chOff x="3944637" y="3354834"/>
            <a:chExt cx="415696" cy="371605"/>
          </a:xfrm>
        </p:grpSpPr>
        <p:sp>
          <p:nvSpPr>
            <p:cNvPr id="13159" name="Google Shape;13159;p65"/>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60" name="Google Shape;13160;p65"/>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61" name="Google Shape;13161;p65"/>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62" name="Google Shape;13162;p65"/>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63" name="Google Shape;13163;p65"/>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64" name="Google Shape;13164;p65"/>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65" name="Google Shape;13165;p65"/>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66" name="Google Shape;13166;p65"/>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67" name="Google Shape;13167;p65"/>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68" name="Google Shape;13168;p65"/>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69" name="Google Shape;13169;p65"/>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70" name="Google Shape;13170;p65"/>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71" name="Google Shape;13171;p65"/>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72" name="Google Shape;13172;p65"/>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73" name="Google Shape;13173;p65"/>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74" name="Google Shape;13174;p65"/>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75" name="Google Shape;13175;p65"/>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176" name="Google Shape;13176;p65"/>
          <p:cNvGrpSpPr/>
          <p:nvPr/>
        </p:nvGrpSpPr>
        <p:grpSpPr>
          <a:xfrm>
            <a:off x="1314619" y="3821527"/>
            <a:ext cx="346317" cy="332136"/>
            <a:chOff x="1314619" y="3821527"/>
            <a:chExt cx="346317" cy="332136"/>
          </a:xfrm>
        </p:grpSpPr>
        <p:sp>
          <p:nvSpPr>
            <p:cNvPr id="13177" name="Google Shape;13177;p65"/>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78" name="Google Shape;13178;p65"/>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79" name="Google Shape;13179;p65"/>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80" name="Google Shape;13180;p65"/>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81" name="Google Shape;13181;p65"/>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82" name="Google Shape;13182;p65"/>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83" name="Google Shape;13183;p65"/>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84" name="Google Shape;13184;p65"/>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185" name="Google Shape;13185;p65"/>
          <p:cNvGrpSpPr/>
          <p:nvPr/>
        </p:nvGrpSpPr>
        <p:grpSpPr>
          <a:xfrm>
            <a:off x="1751139" y="3790934"/>
            <a:ext cx="386258" cy="380507"/>
            <a:chOff x="1751139" y="3790934"/>
            <a:chExt cx="386258" cy="380507"/>
          </a:xfrm>
        </p:grpSpPr>
        <p:sp>
          <p:nvSpPr>
            <p:cNvPr id="13186" name="Google Shape;13186;p65"/>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87" name="Google Shape;13187;p65"/>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88" name="Google Shape;13188;p65"/>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89" name="Google Shape;13189;p65"/>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90" name="Google Shape;13190;p65"/>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91" name="Google Shape;13191;p65"/>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92" name="Google Shape;13192;p65"/>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93" name="Google Shape;13193;p65"/>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94" name="Google Shape;13194;p65"/>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95" name="Google Shape;13195;p65"/>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96" name="Google Shape;13196;p65"/>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97" name="Google Shape;13197;p65"/>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98" name="Google Shape;13198;p65"/>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199" name="Google Shape;13199;p65"/>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00" name="Google Shape;13200;p65"/>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01" name="Google Shape;13201;p65"/>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02" name="Google Shape;13202;p65"/>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03" name="Google Shape;13203;p65"/>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204" name="Google Shape;13204;p65"/>
          <p:cNvGrpSpPr/>
          <p:nvPr/>
        </p:nvGrpSpPr>
        <p:grpSpPr>
          <a:xfrm>
            <a:off x="2189681" y="3821606"/>
            <a:ext cx="395607" cy="318928"/>
            <a:chOff x="2189681" y="3821606"/>
            <a:chExt cx="395607" cy="318928"/>
          </a:xfrm>
        </p:grpSpPr>
        <p:sp>
          <p:nvSpPr>
            <p:cNvPr id="13205" name="Google Shape;13205;p65"/>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06" name="Google Shape;13206;p65"/>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07" name="Google Shape;13207;p65"/>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08" name="Google Shape;13208;p65"/>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09" name="Google Shape;13209;p65"/>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10" name="Google Shape;13210;p65"/>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11" name="Google Shape;13211;p65"/>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12" name="Google Shape;13212;p65"/>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13" name="Google Shape;13213;p65"/>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14" name="Google Shape;13214;p65"/>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15" name="Google Shape;13215;p65"/>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16" name="Google Shape;13216;p65"/>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17" name="Google Shape;13217;p65"/>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18" name="Google Shape;13218;p65"/>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19" name="Google Shape;13219;p65"/>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20" name="Google Shape;13220;p65"/>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21" name="Google Shape;13221;p65"/>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22" name="Google Shape;13222;p65"/>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23" name="Google Shape;13223;p65"/>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24" name="Google Shape;13224;p65"/>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25" name="Google Shape;13225;p65"/>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26" name="Google Shape;13226;p65"/>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27" name="Google Shape;13227;p65"/>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28" name="Google Shape;13228;p65"/>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29" name="Google Shape;13229;p65"/>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30" name="Google Shape;13230;p65"/>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31" name="Google Shape;13231;p65"/>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32" name="Google Shape;13232;p65"/>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33" name="Google Shape;13233;p65"/>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34" name="Google Shape;13234;p65"/>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3235" name="Google Shape;13235;p65"/>
          <p:cNvSpPr/>
          <p:nvPr/>
        </p:nvSpPr>
        <p:spPr>
          <a:xfrm>
            <a:off x="1288464" y="20400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3236" name="Google Shape;13236;p65"/>
          <p:cNvGrpSpPr/>
          <p:nvPr/>
        </p:nvGrpSpPr>
        <p:grpSpPr>
          <a:xfrm>
            <a:off x="1277409" y="1961347"/>
            <a:ext cx="420475" cy="383055"/>
            <a:chOff x="1277409" y="1961347"/>
            <a:chExt cx="420475" cy="383055"/>
          </a:xfrm>
        </p:grpSpPr>
        <p:sp>
          <p:nvSpPr>
            <p:cNvPr id="13237" name="Google Shape;13237;p65"/>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38" name="Google Shape;13238;p65"/>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39" name="Google Shape;13239;p65"/>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40" name="Google Shape;13240;p65"/>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41" name="Google Shape;13241;p65"/>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42" name="Google Shape;13242;p65"/>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43" name="Google Shape;13243;p65"/>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44" name="Google Shape;13244;p65"/>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45" name="Google Shape;13245;p65"/>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46" name="Google Shape;13246;p65"/>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47" name="Google Shape;13247;p65"/>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48" name="Google Shape;13248;p65"/>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49" name="Google Shape;13249;p65"/>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50" name="Google Shape;13250;p65"/>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51" name="Google Shape;13251;p65"/>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52" name="Google Shape;13252;p65"/>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53" name="Google Shape;13253;p65"/>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54" name="Google Shape;13254;p65"/>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55" name="Google Shape;13255;p65"/>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56" name="Google Shape;13256;p65"/>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57" name="Google Shape;13257;p65"/>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58" name="Google Shape;13258;p65"/>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59" name="Google Shape;13259;p65"/>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60" name="Google Shape;13260;p65"/>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61" name="Google Shape;13261;p65"/>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62" name="Google Shape;13262;p65"/>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63" name="Google Shape;13263;p65"/>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264" name="Google Shape;13264;p65"/>
          <p:cNvGrpSpPr/>
          <p:nvPr/>
        </p:nvGrpSpPr>
        <p:grpSpPr>
          <a:xfrm>
            <a:off x="2215075" y="2432819"/>
            <a:ext cx="380008" cy="351648"/>
            <a:chOff x="2215075" y="2432819"/>
            <a:chExt cx="380008" cy="351648"/>
          </a:xfrm>
        </p:grpSpPr>
        <p:sp>
          <p:nvSpPr>
            <p:cNvPr id="13265" name="Google Shape;13265;p65"/>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66" name="Google Shape;13266;p65"/>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67" name="Google Shape;13267;p65"/>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68" name="Google Shape;13268;p65"/>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69" name="Google Shape;13269;p65"/>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70" name="Google Shape;13270;p65"/>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71" name="Google Shape;13271;p65"/>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72" name="Google Shape;13272;p65"/>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73" name="Google Shape;13273;p65"/>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74" name="Google Shape;13274;p65"/>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75" name="Google Shape;13275;p65"/>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76" name="Google Shape;13276;p65"/>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77" name="Google Shape;13277;p65"/>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78" name="Google Shape;13278;p65"/>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79" name="Google Shape;13279;p65"/>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80" name="Google Shape;13280;p65"/>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81" name="Google Shape;13281;p65"/>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82" name="Google Shape;13282;p65"/>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83" name="Google Shape;13283;p65"/>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84" name="Google Shape;13284;p65"/>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85" name="Google Shape;13285;p65"/>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86" name="Google Shape;13286;p65"/>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87" name="Google Shape;13287;p65"/>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88" name="Google Shape;13288;p65"/>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89" name="Google Shape;13289;p65"/>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90" name="Google Shape;13290;p65"/>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91" name="Google Shape;13291;p65"/>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92" name="Google Shape;13292;p65"/>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93" name="Google Shape;13293;p65"/>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94" name="Google Shape;13294;p65"/>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95" name="Google Shape;13295;p65"/>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296" name="Google Shape;13296;p65"/>
          <p:cNvGrpSpPr/>
          <p:nvPr/>
        </p:nvGrpSpPr>
        <p:grpSpPr>
          <a:xfrm>
            <a:off x="2661416" y="2422342"/>
            <a:ext cx="344059" cy="340671"/>
            <a:chOff x="2661416" y="2422342"/>
            <a:chExt cx="344059" cy="340671"/>
          </a:xfrm>
        </p:grpSpPr>
        <p:sp>
          <p:nvSpPr>
            <p:cNvPr id="13297" name="Google Shape;13297;p65"/>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98" name="Google Shape;13298;p65"/>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299" name="Google Shape;13299;p65"/>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00" name="Google Shape;13300;p65"/>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01" name="Google Shape;13301;p65"/>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02" name="Google Shape;13302;p65"/>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03" name="Google Shape;13303;p65"/>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04" name="Google Shape;13304;p65"/>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05" name="Google Shape;13305;p65"/>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06" name="Google Shape;13306;p65"/>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07" name="Google Shape;13307;p65"/>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08" name="Google Shape;13308;p65"/>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09" name="Google Shape;13309;p65"/>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310" name="Google Shape;13310;p65"/>
          <p:cNvGrpSpPr/>
          <p:nvPr/>
        </p:nvGrpSpPr>
        <p:grpSpPr>
          <a:xfrm>
            <a:off x="4066510" y="2422342"/>
            <a:ext cx="206876" cy="348470"/>
            <a:chOff x="4066510" y="2422342"/>
            <a:chExt cx="206876" cy="348470"/>
          </a:xfrm>
        </p:grpSpPr>
        <p:sp>
          <p:nvSpPr>
            <p:cNvPr id="13311" name="Google Shape;13311;p65"/>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12" name="Google Shape;13312;p65"/>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13" name="Google Shape;13313;p65"/>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14" name="Google Shape;13314;p65"/>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15" name="Google Shape;13315;p65"/>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16" name="Google Shape;13316;p65"/>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17" name="Google Shape;13317;p65"/>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18" name="Google Shape;13318;p65"/>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19" name="Google Shape;13319;p65"/>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20" name="Google Shape;13320;p65"/>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21" name="Google Shape;13321;p65"/>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22" name="Google Shape;13322;p65"/>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3323" name="Google Shape;13323;p65"/>
          <p:cNvSpPr/>
          <p:nvPr/>
        </p:nvSpPr>
        <p:spPr>
          <a:xfrm>
            <a:off x="2958206" y="38917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3324" name="Google Shape;13324;p65"/>
          <p:cNvGrpSpPr/>
          <p:nvPr/>
        </p:nvGrpSpPr>
        <p:grpSpPr>
          <a:xfrm>
            <a:off x="2617693" y="3824945"/>
            <a:ext cx="420475" cy="326491"/>
            <a:chOff x="2617693" y="3817325"/>
            <a:chExt cx="420475" cy="326491"/>
          </a:xfrm>
        </p:grpSpPr>
        <p:sp>
          <p:nvSpPr>
            <p:cNvPr id="13325" name="Google Shape;13325;p65"/>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26" name="Google Shape;13326;p65"/>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27" name="Google Shape;13327;p65"/>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28" name="Google Shape;13328;p65"/>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29" name="Google Shape;13329;p65"/>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30" name="Google Shape;13330;p65"/>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31" name="Google Shape;13331;p65"/>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32" name="Google Shape;13332;p65"/>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33" name="Google Shape;13333;p65"/>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34" name="Google Shape;13334;p65"/>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35" name="Google Shape;13335;p65"/>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36" name="Google Shape;13336;p65"/>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37" name="Google Shape;13337;p65"/>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38" name="Google Shape;13338;p65"/>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39" name="Google Shape;13339;p65"/>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40" name="Google Shape;13340;p65"/>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41" name="Google Shape;13341;p65"/>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342" name="Google Shape;13342;p65"/>
          <p:cNvGrpSpPr/>
          <p:nvPr/>
        </p:nvGrpSpPr>
        <p:grpSpPr>
          <a:xfrm>
            <a:off x="3545301" y="2423523"/>
            <a:ext cx="358134" cy="356637"/>
            <a:chOff x="3545301" y="2423523"/>
            <a:chExt cx="358134" cy="356637"/>
          </a:xfrm>
        </p:grpSpPr>
        <p:sp>
          <p:nvSpPr>
            <p:cNvPr id="13343" name="Google Shape;13343;p65"/>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44" name="Google Shape;13344;p65"/>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45" name="Google Shape;13345;p65"/>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46" name="Google Shape;13346;p65"/>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47" name="Google Shape;13347;p65"/>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48" name="Google Shape;13348;p65"/>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49" name="Google Shape;13349;p65"/>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50" name="Google Shape;13350;p65"/>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51" name="Google Shape;13351;p65"/>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352" name="Google Shape;13352;p65"/>
          <p:cNvGrpSpPr/>
          <p:nvPr/>
        </p:nvGrpSpPr>
        <p:grpSpPr>
          <a:xfrm>
            <a:off x="5766424" y="4275195"/>
            <a:ext cx="358160" cy="356926"/>
            <a:chOff x="5766424" y="4275195"/>
            <a:chExt cx="358160" cy="356926"/>
          </a:xfrm>
        </p:grpSpPr>
        <p:sp>
          <p:nvSpPr>
            <p:cNvPr id="13353" name="Google Shape;13353;p65"/>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54" name="Google Shape;13354;p65"/>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55" name="Google Shape;13355;p65"/>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56" name="Google Shape;13356;p65"/>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57" name="Google Shape;13357;p65"/>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58" name="Google Shape;13358;p65"/>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59" name="Google Shape;13359;p65"/>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60" name="Google Shape;13360;p65"/>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61" name="Google Shape;13361;p65"/>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362" name="Google Shape;13362;p65"/>
          <p:cNvGrpSpPr/>
          <p:nvPr/>
        </p:nvGrpSpPr>
        <p:grpSpPr>
          <a:xfrm>
            <a:off x="3531462" y="3824599"/>
            <a:ext cx="377251" cy="324232"/>
            <a:chOff x="3531462" y="3824599"/>
            <a:chExt cx="377251" cy="324232"/>
          </a:xfrm>
        </p:grpSpPr>
        <p:sp>
          <p:nvSpPr>
            <p:cNvPr id="13363" name="Google Shape;13363;p65"/>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64" name="Google Shape;13364;p65"/>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65" name="Google Shape;13365;p65"/>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66" name="Google Shape;13366;p65"/>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67" name="Google Shape;13367;p65"/>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68" name="Google Shape;13368;p65"/>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69" name="Google Shape;13369;p65"/>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70" name="Google Shape;13370;p65"/>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71" name="Google Shape;13371;p65"/>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72" name="Google Shape;13372;p65"/>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73" name="Google Shape;13373;p65"/>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374" name="Google Shape;13374;p65"/>
          <p:cNvGrpSpPr/>
          <p:nvPr/>
        </p:nvGrpSpPr>
        <p:grpSpPr>
          <a:xfrm>
            <a:off x="4030586" y="3805246"/>
            <a:ext cx="286523" cy="340566"/>
            <a:chOff x="4030586" y="3805246"/>
            <a:chExt cx="286523" cy="340566"/>
          </a:xfrm>
        </p:grpSpPr>
        <p:sp>
          <p:nvSpPr>
            <p:cNvPr id="13375" name="Google Shape;13375;p65"/>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76" name="Google Shape;13376;p65"/>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77" name="Google Shape;13377;p65"/>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78" name="Google Shape;13378;p65"/>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79" name="Google Shape;13379;p65"/>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80" name="Google Shape;13380;p65"/>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81" name="Google Shape;13381;p65"/>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82" name="Google Shape;13382;p65"/>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83" name="Google Shape;13383;p65"/>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84" name="Google Shape;13384;p65"/>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85" name="Google Shape;13385;p65"/>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86" name="Google Shape;13386;p65"/>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87" name="Google Shape;13387;p65"/>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388" name="Google Shape;13388;p65"/>
          <p:cNvGrpSpPr/>
          <p:nvPr/>
        </p:nvGrpSpPr>
        <p:grpSpPr>
          <a:xfrm>
            <a:off x="2180884" y="2888719"/>
            <a:ext cx="376752" cy="374468"/>
            <a:chOff x="2180884" y="2888719"/>
            <a:chExt cx="376752" cy="374468"/>
          </a:xfrm>
        </p:grpSpPr>
        <p:sp>
          <p:nvSpPr>
            <p:cNvPr id="13389" name="Google Shape;13389;p65"/>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90" name="Google Shape;13390;p65"/>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91" name="Google Shape;13391;p65"/>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92" name="Google Shape;13392;p65"/>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93" name="Google Shape;13393;p65"/>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94" name="Google Shape;13394;p65"/>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95" name="Google Shape;13395;p65"/>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96" name="Google Shape;13396;p65"/>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97" name="Google Shape;13397;p65"/>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98" name="Google Shape;13398;p65"/>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399" name="Google Shape;13399;p65"/>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00" name="Google Shape;13400;p65"/>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01" name="Google Shape;13401;p65"/>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02" name="Google Shape;13402;p65"/>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403" name="Google Shape;13403;p65"/>
          <p:cNvGrpSpPr/>
          <p:nvPr/>
        </p:nvGrpSpPr>
        <p:grpSpPr>
          <a:xfrm>
            <a:off x="3954432" y="2942999"/>
            <a:ext cx="378249" cy="265909"/>
            <a:chOff x="3954432" y="2942999"/>
            <a:chExt cx="378249" cy="265909"/>
          </a:xfrm>
        </p:grpSpPr>
        <p:sp>
          <p:nvSpPr>
            <p:cNvPr id="13404" name="Google Shape;13404;p65"/>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05" name="Google Shape;13405;p65"/>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06" name="Google Shape;13406;p65"/>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07" name="Google Shape;13407;p65"/>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08" name="Google Shape;13408;p65"/>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09" name="Google Shape;13409;p65"/>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10" name="Google Shape;13410;p65"/>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11" name="Google Shape;13411;p65"/>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12" name="Google Shape;13412;p65"/>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413" name="Google Shape;13413;p65"/>
          <p:cNvGrpSpPr/>
          <p:nvPr/>
        </p:nvGrpSpPr>
        <p:grpSpPr>
          <a:xfrm>
            <a:off x="1752137" y="4266608"/>
            <a:ext cx="378512" cy="374756"/>
            <a:chOff x="1752137" y="4266608"/>
            <a:chExt cx="378512" cy="374756"/>
          </a:xfrm>
        </p:grpSpPr>
        <p:sp>
          <p:nvSpPr>
            <p:cNvPr id="13414" name="Google Shape;13414;p65"/>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15" name="Google Shape;13415;p65"/>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16" name="Google Shape;13416;p65"/>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17" name="Google Shape;13417;p65"/>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18" name="Google Shape;13418;p65"/>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19" name="Google Shape;13419;p65"/>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20" name="Google Shape;13420;p65"/>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21" name="Google Shape;13421;p65"/>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22" name="Google Shape;13422;p65"/>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23" name="Google Shape;13423;p65"/>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24" name="Google Shape;13424;p65"/>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25" name="Google Shape;13425;p65"/>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26" name="Google Shape;13426;p65"/>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27" name="Google Shape;13427;p65"/>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28" name="Google Shape;13428;p65"/>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29" name="Google Shape;13429;p65"/>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30" name="Google Shape;13430;p65"/>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31" name="Google Shape;13431;p65"/>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32" name="Google Shape;13432;p65"/>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33" name="Google Shape;13433;p65"/>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34" name="Google Shape;13434;p65"/>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435" name="Google Shape;13435;p65"/>
          <p:cNvGrpSpPr/>
          <p:nvPr/>
        </p:nvGrpSpPr>
        <p:grpSpPr>
          <a:xfrm>
            <a:off x="3117788" y="3812546"/>
            <a:ext cx="341065" cy="341065"/>
            <a:chOff x="3117788" y="3812546"/>
            <a:chExt cx="341065" cy="341065"/>
          </a:xfrm>
        </p:grpSpPr>
        <p:sp>
          <p:nvSpPr>
            <p:cNvPr id="13436" name="Google Shape;13436;p65"/>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37" name="Google Shape;13437;p65"/>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38" name="Google Shape;13438;p65"/>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39" name="Google Shape;13439;p65"/>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40" name="Google Shape;13440;p65"/>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41" name="Google Shape;13441;p65"/>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442" name="Google Shape;13442;p65"/>
          <p:cNvGrpSpPr/>
          <p:nvPr/>
        </p:nvGrpSpPr>
        <p:grpSpPr>
          <a:xfrm>
            <a:off x="3994400" y="4299932"/>
            <a:ext cx="338281" cy="322657"/>
            <a:chOff x="3994400" y="4299932"/>
            <a:chExt cx="338281" cy="322657"/>
          </a:xfrm>
        </p:grpSpPr>
        <p:sp>
          <p:nvSpPr>
            <p:cNvPr id="13443" name="Google Shape;13443;p65"/>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44" name="Google Shape;13444;p65"/>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45" name="Google Shape;13445;p65"/>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46" name="Google Shape;13446;p65"/>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47" name="Google Shape;13447;p65"/>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48" name="Google Shape;13448;p65"/>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49" name="Google Shape;13449;p65"/>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50" name="Google Shape;13450;p65"/>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3451" name="Google Shape;13451;p65"/>
          <p:cNvSpPr/>
          <p:nvPr/>
        </p:nvSpPr>
        <p:spPr>
          <a:xfrm>
            <a:off x="3700340" y="19656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52" name="Google Shape;13452;p65"/>
          <p:cNvSpPr/>
          <p:nvPr/>
        </p:nvSpPr>
        <p:spPr>
          <a:xfrm>
            <a:off x="3700340" y="19656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3453" name="Google Shape;13453;p65"/>
          <p:cNvGrpSpPr/>
          <p:nvPr/>
        </p:nvGrpSpPr>
        <p:grpSpPr>
          <a:xfrm>
            <a:off x="3573426" y="1965628"/>
            <a:ext cx="302358" cy="374993"/>
            <a:chOff x="3573426" y="1965628"/>
            <a:chExt cx="302358" cy="374993"/>
          </a:xfrm>
        </p:grpSpPr>
        <p:sp>
          <p:nvSpPr>
            <p:cNvPr id="13454" name="Google Shape;13454;p65"/>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55" name="Google Shape;13455;p65"/>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56" name="Google Shape;13456;p65"/>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57" name="Google Shape;13457;p65"/>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58" name="Google Shape;13458;p65"/>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59" name="Google Shape;13459;p65"/>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60" name="Google Shape;13460;p65"/>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61" name="Google Shape;13461;p65"/>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62" name="Google Shape;13462;p65"/>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63" name="Google Shape;13463;p65"/>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64" name="Google Shape;13464;p65"/>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65" name="Google Shape;13465;p65"/>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66" name="Google Shape;13466;p65"/>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67" name="Google Shape;13467;p65"/>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68" name="Google Shape;13468;p65"/>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69" name="Google Shape;13469;p65"/>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70" name="Google Shape;13470;p65"/>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71" name="Google Shape;13471;p65"/>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72" name="Google Shape;13472;p65"/>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73" name="Google Shape;13473;p65"/>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74" name="Google Shape;13474;p65"/>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75" name="Google Shape;13475;p65"/>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76" name="Google Shape;13476;p65"/>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77" name="Google Shape;13477;p65"/>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78" name="Google Shape;13478;p65"/>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79" name="Google Shape;13479;p65"/>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80" name="Google Shape;13480;p65"/>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81" name="Google Shape;13481;p65"/>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82" name="Google Shape;13482;p65"/>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83" name="Google Shape;13483;p65"/>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84" name="Google Shape;13484;p65"/>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85" name="Google Shape;13485;p65"/>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86" name="Google Shape;13486;p65"/>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87" name="Google Shape;13487;p65"/>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88" name="Google Shape;13488;p65"/>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89" name="Google Shape;13489;p65"/>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90" name="Google Shape;13490;p65"/>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91" name="Google Shape;13491;p65"/>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92" name="Google Shape;13492;p65"/>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93" name="Google Shape;13493;p65"/>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94" name="Google Shape;13494;p65"/>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95" name="Google Shape;13495;p65"/>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96" name="Google Shape;13496;p65"/>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97" name="Google Shape;13497;p65"/>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98" name="Google Shape;13498;p65"/>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499" name="Google Shape;13499;p65"/>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00" name="Google Shape;13500;p65"/>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501" name="Google Shape;13501;p65"/>
          <p:cNvGrpSpPr/>
          <p:nvPr/>
        </p:nvGrpSpPr>
        <p:grpSpPr>
          <a:xfrm>
            <a:off x="3513632" y="2908572"/>
            <a:ext cx="355876" cy="331007"/>
            <a:chOff x="3513632" y="2908572"/>
            <a:chExt cx="355876" cy="331007"/>
          </a:xfrm>
        </p:grpSpPr>
        <p:sp>
          <p:nvSpPr>
            <p:cNvPr id="13502" name="Google Shape;13502;p65"/>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03" name="Google Shape;13503;p65"/>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04" name="Google Shape;13504;p65"/>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05" name="Google Shape;13505;p65"/>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06" name="Google Shape;13506;p65"/>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07" name="Google Shape;13507;p65"/>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08" name="Google Shape;13508;p65"/>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09" name="Google Shape;13509;p65"/>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10" name="Google Shape;13510;p65"/>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11" name="Google Shape;13511;p65"/>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12" name="Google Shape;13512;p65"/>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13" name="Google Shape;13513;p65"/>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14" name="Google Shape;13514;p65"/>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15" name="Google Shape;13515;p65"/>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16" name="Google Shape;13516;p65"/>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17" name="Google Shape;13517;p65"/>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518" name="Google Shape;13518;p65"/>
          <p:cNvGrpSpPr/>
          <p:nvPr/>
        </p:nvGrpSpPr>
        <p:grpSpPr>
          <a:xfrm>
            <a:off x="2694083" y="2888430"/>
            <a:ext cx="235762" cy="374756"/>
            <a:chOff x="2694083" y="2888430"/>
            <a:chExt cx="235762" cy="374756"/>
          </a:xfrm>
        </p:grpSpPr>
        <p:sp>
          <p:nvSpPr>
            <p:cNvPr id="13519" name="Google Shape;13519;p65"/>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20" name="Google Shape;13520;p65"/>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21" name="Google Shape;13521;p65"/>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22" name="Google Shape;13522;p65"/>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23" name="Google Shape;13523;p65"/>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24" name="Google Shape;13524;p65"/>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25" name="Google Shape;13525;p65"/>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26" name="Google Shape;13526;p65"/>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27" name="Google Shape;13527;p65"/>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528" name="Google Shape;13528;p65"/>
          <p:cNvGrpSpPr/>
          <p:nvPr/>
        </p:nvGrpSpPr>
        <p:grpSpPr>
          <a:xfrm>
            <a:off x="871534" y="4300588"/>
            <a:ext cx="357661" cy="311155"/>
            <a:chOff x="871534" y="4300588"/>
            <a:chExt cx="357661" cy="311155"/>
          </a:xfrm>
        </p:grpSpPr>
        <p:sp>
          <p:nvSpPr>
            <p:cNvPr id="13529" name="Google Shape;13529;p65"/>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30" name="Google Shape;13530;p65"/>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31" name="Google Shape;13531;p65"/>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32" name="Google Shape;13532;p65"/>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33" name="Google Shape;13533;p65"/>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34" name="Google Shape;13534;p65"/>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35" name="Google Shape;13535;p65"/>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36" name="Google Shape;13536;p65"/>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37" name="Google Shape;13537;p65"/>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38" name="Google Shape;13538;p65"/>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39" name="Google Shape;13539;p65"/>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40" name="Google Shape;13540;p65"/>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41" name="Google Shape;13541;p65"/>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42" name="Google Shape;13542;p65"/>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43" name="Google Shape;13543;p65"/>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44" name="Google Shape;13544;p65"/>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45" name="Google Shape;13545;p65"/>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46" name="Google Shape;13546;p65"/>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47" name="Google Shape;13547;p65"/>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48" name="Google Shape;13548;p65"/>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49" name="Google Shape;13549;p65"/>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550" name="Google Shape;13550;p65"/>
          <p:cNvGrpSpPr/>
          <p:nvPr/>
        </p:nvGrpSpPr>
        <p:grpSpPr>
          <a:xfrm>
            <a:off x="916019" y="3821606"/>
            <a:ext cx="250100" cy="336785"/>
            <a:chOff x="916019" y="3821606"/>
            <a:chExt cx="250100" cy="336785"/>
          </a:xfrm>
        </p:grpSpPr>
        <p:sp>
          <p:nvSpPr>
            <p:cNvPr id="13551" name="Google Shape;13551;p65"/>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52" name="Google Shape;13552;p65"/>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53" name="Google Shape;13553;p65"/>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54" name="Google Shape;13554;p65"/>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55" name="Google Shape;13555;p65"/>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56" name="Google Shape;13556;p65"/>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57" name="Google Shape;13557;p65"/>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58" name="Google Shape;13558;p65"/>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59" name="Google Shape;13559;p65"/>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60" name="Google Shape;13560;p65"/>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61" name="Google Shape;13561;p65"/>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62" name="Google Shape;13562;p65"/>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63" name="Google Shape;13563;p65"/>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564" name="Google Shape;13564;p65"/>
          <p:cNvGrpSpPr/>
          <p:nvPr/>
        </p:nvGrpSpPr>
        <p:grpSpPr>
          <a:xfrm>
            <a:off x="849686" y="2909570"/>
            <a:ext cx="374730" cy="332504"/>
            <a:chOff x="849686" y="2909570"/>
            <a:chExt cx="374730" cy="332504"/>
          </a:xfrm>
        </p:grpSpPr>
        <p:sp>
          <p:nvSpPr>
            <p:cNvPr id="13565" name="Google Shape;13565;p65"/>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66" name="Google Shape;13566;p65"/>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67" name="Google Shape;13567;p65"/>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68" name="Google Shape;13568;p65"/>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69" name="Google Shape;13569;p65"/>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70" name="Google Shape;13570;p65"/>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71" name="Google Shape;13571;p65"/>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72" name="Google Shape;13572;p65"/>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73" name="Google Shape;13573;p65"/>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74" name="Google Shape;13574;p65"/>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75" name="Google Shape;13575;p65"/>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576" name="Google Shape;13576;p65"/>
          <p:cNvGrpSpPr/>
          <p:nvPr/>
        </p:nvGrpSpPr>
        <p:grpSpPr>
          <a:xfrm>
            <a:off x="1735567" y="2420241"/>
            <a:ext cx="417718" cy="372866"/>
            <a:chOff x="1735567" y="2420241"/>
            <a:chExt cx="417718" cy="372866"/>
          </a:xfrm>
        </p:grpSpPr>
        <p:sp>
          <p:nvSpPr>
            <p:cNvPr id="13577" name="Google Shape;13577;p65"/>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78" name="Google Shape;13578;p65"/>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79" name="Google Shape;13579;p65"/>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80" name="Google Shape;13580;p65"/>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81" name="Google Shape;13581;p65"/>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82" name="Google Shape;13582;p65"/>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83" name="Google Shape;13583;p65"/>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84" name="Google Shape;13584;p65"/>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85" name="Google Shape;13585;p65"/>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86" name="Google Shape;13586;p65"/>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87" name="Google Shape;13587;p65"/>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88" name="Google Shape;13588;p65"/>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589" name="Google Shape;13589;p65"/>
          <p:cNvGrpSpPr/>
          <p:nvPr/>
        </p:nvGrpSpPr>
        <p:grpSpPr>
          <a:xfrm>
            <a:off x="3599318" y="4299590"/>
            <a:ext cx="251098" cy="309028"/>
            <a:chOff x="3599318" y="4299590"/>
            <a:chExt cx="251098" cy="309028"/>
          </a:xfrm>
        </p:grpSpPr>
        <p:sp>
          <p:nvSpPr>
            <p:cNvPr id="13590" name="Google Shape;13590;p65"/>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91" name="Google Shape;13591;p65"/>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92" name="Google Shape;13592;p65"/>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93" name="Google Shape;13593;p65"/>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94" name="Google Shape;13594;p65"/>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95" name="Google Shape;13595;p65"/>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596" name="Google Shape;13596;p65"/>
          <p:cNvGrpSpPr/>
          <p:nvPr/>
        </p:nvGrpSpPr>
        <p:grpSpPr>
          <a:xfrm>
            <a:off x="3105998" y="2433240"/>
            <a:ext cx="345818" cy="345056"/>
            <a:chOff x="3105998" y="2433240"/>
            <a:chExt cx="345818" cy="345056"/>
          </a:xfrm>
        </p:grpSpPr>
        <p:sp>
          <p:nvSpPr>
            <p:cNvPr id="13597" name="Google Shape;13597;p65"/>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98" name="Google Shape;13598;p65"/>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599" name="Google Shape;13599;p65"/>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00" name="Google Shape;13600;p65"/>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01" name="Google Shape;13601;p65"/>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02" name="Google Shape;13602;p65"/>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03" name="Google Shape;13603;p65"/>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04" name="Google Shape;13604;p65"/>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05" name="Google Shape;13605;p65"/>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06" name="Google Shape;13606;p65"/>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07" name="Google Shape;13607;p65"/>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608" name="Google Shape;13608;p65"/>
          <p:cNvGrpSpPr/>
          <p:nvPr/>
        </p:nvGrpSpPr>
        <p:grpSpPr>
          <a:xfrm>
            <a:off x="1737326" y="2900773"/>
            <a:ext cx="374730" cy="350361"/>
            <a:chOff x="1737326" y="2900773"/>
            <a:chExt cx="374730" cy="350361"/>
          </a:xfrm>
        </p:grpSpPr>
        <p:sp>
          <p:nvSpPr>
            <p:cNvPr id="13609" name="Google Shape;13609;p65"/>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10" name="Google Shape;13610;p65"/>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11" name="Google Shape;13611;p65"/>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12" name="Google Shape;13612;p65"/>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13" name="Google Shape;13613;p65"/>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14" name="Google Shape;13614;p65"/>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15" name="Google Shape;13615;p65"/>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16" name="Google Shape;13616;p65"/>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17" name="Google Shape;13617;p65"/>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18" name="Google Shape;13618;p65"/>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19" name="Google Shape;13619;p65"/>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20" name="Google Shape;13620;p65"/>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21" name="Google Shape;13621;p65"/>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22" name="Google Shape;13622;p65"/>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23" name="Google Shape;13623;p65"/>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24" name="Google Shape;13624;p65"/>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25" name="Google Shape;13625;p65"/>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626" name="Google Shape;13626;p65"/>
          <p:cNvGrpSpPr/>
          <p:nvPr/>
        </p:nvGrpSpPr>
        <p:grpSpPr>
          <a:xfrm>
            <a:off x="4000676" y="1579396"/>
            <a:ext cx="327226" cy="211603"/>
            <a:chOff x="4000676" y="1579396"/>
            <a:chExt cx="327226" cy="211603"/>
          </a:xfrm>
        </p:grpSpPr>
        <p:sp>
          <p:nvSpPr>
            <p:cNvPr id="13627" name="Google Shape;13627;p65"/>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28" name="Google Shape;13628;p65"/>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29" name="Google Shape;13629;p65"/>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30" name="Google Shape;13630;p65"/>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31" name="Google Shape;13631;p65"/>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32" name="Google Shape;13632;p65"/>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33" name="Google Shape;13633;p65"/>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34" name="Google Shape;13634;p65"/>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35" name="Google Shape;13635;p65"/>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36" name="Google Shape;13636;p65"/>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37" name="Google Shape;13637;p65"/>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38" name="Google Shape;13638;p65"/>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39" name="Google Shape;13639;p65"/>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40" name="Google Shape;13640;p65"/>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41" name="Google Shape;13641;p65"/>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42" name="Google Shape;13642;p65"/>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643" name="Google Shape;13643;p65"/>
          <p:cNvGrpSpPr/>
          <p:nvPr/>
        </p:nvGrpSpPr>
        <p:grpSpPr>
          <a:xfrm>
            <a:off x="2635523" y="1515584"/>
            <a:ext cx="371054" cy="336469"/>
            <a:chOff x="2635523" y="1515584"/>
            <a:chExt cx="371054" cy="336469"/>
          </a:xfrm>
        </p:grpSpPr>
        <p:sp>
          <p:nvSpPr>
            <p:cNvPr id="13644" name="Google Shape;13644;p65"/>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45" name="Google Shape;13645;p65"/>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46" name="Google Shape;13646;p65"/>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47" name="Google Shape;13647;p65"/>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48" name="Google Shape;13648;p65"/>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49" name="Google Shape;13649;p65"/>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50" name="Google Shape;13650;p65"/>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651" name="Google Shape;13651;p65"/>
          <p:cNvGrpSpPr/>
          <p:nvPr/>
        </p:nvGrpSpPr>
        <p:grpSpPr>
          <a:xfrm>
            <a:off x="2231907" y="1520731"/>
            <a:ext cx="311627" cy="326569"/>
            <a:chOff x="2231907" y="1520731"/>
            <a:chExt cx="311627" cy="326569"/>
          </a:xfrm>
        </p:grpSpPr>
        <p:sp>
          <p:nvSpPr>
            <p:cNvPr id="13652" name="Google Shape;13652;p65"/>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53" name="Google Shape;13653;p65"/>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54" name="Google Shape;13654;p65"/>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55" name="Google Shape;13655;p65"/>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56" name="Google Shape;13656;p65"/>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57" name="Google Shape;13657;p65"/>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58" name="Google Shape;13658;p65"/>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59" name="Google Shape;13659;p65"/>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60" name="Google Shape;13660;p65"/>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61" name="Google Shape;13661;p65"/>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662" name="Google Shape;13662;p65"/>
          <p:cNvGrpSpPr/>
          <p:nvPr/>
        </p:nvGrpSpPr>
        <p:grpSpPr>
          <a:xfrm>
            <a:off x="1340249" y="4301533"/>
            <a:ext cx="311890" cy="304695"/>
            <a:chOff x="1340249" y="4301533"/>
            <a:chExt cx="311890" cy="304695"/>
          </a:xfrm>
        </p:grpSpPr>
        <p:sp>
          <p:nvSpPr>
            <p:cNvPr id="13663" name="Google Shape;13663;p65"/>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64" name="Google Shape;13664;p65"/>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65" name="Google Shape;13665;p65"/>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66" name="Google Shape;13666;p65"/>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67" name="Google Shape;13667;p65"/>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68" name="Google Shape;13668;p65"/>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69" name="Google Shape;13669;p65"/>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70" name="Google Shape;13670;p65"/>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71" name="Google Shape;13671;p65"/>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72" name="Google Shape;13672;p65"/>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73" name="Google Shape;13673;p65"/>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74" name="Google Shape;13674;p65"/>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75" name="Google Shape;13675;p65"/>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76" name="Google Shape;13676;p65"/>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677" name="Google Shape;13677;p65"/>
          <p:cNvGrpSpPr/>
          <p:nvPr/>
        </p:nvGrpSpPr>
        <p:grpSpPr>
          <a:xfrm>
            <a:off x="1330690" y="3377024"/>
            <a:ext cx="306874" cy="332268"/>
            <a:chOff x="1330690" y="3377024"/>
            <a:chExt cx="306874" cy="332268"/>
          </a:xfrm>
        </p:grpSpPr>
        <p:sp>
          <p:nvSpPr>
            <p:cNvPr id="13678" name="Google Shape;13678;p65"/>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79" name="Google Shape;13679;p65"/>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80" name="Google Shape;13680;p65"/>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81" name="Google Shape;13681;p65"/>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82" name="Google Shape;13682;p65"/>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83" name="Google Shape;13683;p65"/>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84" name="Google Shape;13684;p65"/>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85" name="Google Shape;13685;p65"/>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86" name="Google Shape;13686;p65"/>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87" name="Google Shape;13687;p65"/>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88" name="Google Shape;13688;p65"/>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89" name="Google Shape;13689;p65"/>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90" name="Google Shape;13690;p65"/>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91" name="Google Shape;13691;p65"/>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92" name="Google Shape;13692;p65"/>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93" name="Google Shape;13693;p65"/>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94" name="Google Shape;13694;p65"/>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95" name="Google Shape;13695;p65"/>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96" name="Google Shape;13696;p65"/>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697" name="Google Shape;13697;p65"/>
          <p:cNvGrpSpPr/>
          <p:nvPr/>
        </p:nvGrpSpPr>
        <p:grpSpPr>
          <a:xfrm>
            <a:off x="2650597" y="3381777"/>
            <a:ext cx="341511" cy="324994"/>
            <a:chOff x="2650597" y="3381777"/>
            <a:chExt cx="341511" cy="324994"/>
          </a:xfrm>
        </p:grpSpPr>
        <p:sp>
          <p:nvSpPr>
            <p:cNvPr id="13698" name="Google Shape;13698;p65"/>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699" name="Google Shape;13699;p65"/>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00" name="Google Shape;13700;p65"/>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01" name="Google Shape;13701;p65"/>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02" name="Google Shape;13702;p65"/>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03" name="Google Shape;13703;p65"/>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04" name="Google Shape;13704;p65"/>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05" name="Google Shape;13705;p65"/>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06" name="Google Shape;13706;p65"/>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07" name="Google Shape;13707;p65"/>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08" name="Google Shape;13708;p65"/>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09" name="Google Shape;13709;p65"/>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10" name="Google Shape;13710;p65"/>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11" name="Google Shape;13711;p65"/>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12" name="Google Shape;13712;p65"/>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13" name="Google Shape;13713;p65"/>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14" name="Google Shape;13714;p65"/>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15" name="Google Shape;13715;p65"/>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16" name="Google Shape;13716;p65"/>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17" name="Google Shape;13717;p65"/>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18" name="Google Shape;13718;p65"/>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19" name="Google Shape;13719;p65"/>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20" name="Google Shape;13720;p65"/>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21" name="Google Shape;13721;p65"/>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22" name="Google Shape;13722;p65"/>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23" name="Google Shape;13723;p65"/>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24" name="Google Shape;13724;p65"/>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25" name="Google Shape;13725;p65"/>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26" name="Google Shape;13726;p65"/>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27" name="Google Shape;13727;p65"/>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28" name="Google Shape;13728;p65"/>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29" name="Google Shape;13729;p65"/>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30" name="Google Shape;13730;p65"/>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31" name="Google Shape;13731;p65"/>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32" name="Google Shape;13732;p65"/>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733" name="Google Shape;13733;p65"/>
          <p:cNvGrpSpPr/>
          <p:nvPr/>
        </p:nvGrpSpPr>
        <p:grpSpPr>
          <a:xfrm>
            <a:off x="1295502" y="2437362"/>
            <a:ext cx="402645" cy="323917"/>
            <a:chOff x="1295502" y="2437362"/>
            <a:chExt cx="402645" cy="323917"/>
          </a:xfrm>
        </p:grpSpPr>
        <p:sp>
          <p:nvSpPr>
            <p:cNvPr id="13734" name="Google Shape;13734;p65"/>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35" name="Google Shape;13735;p65"/>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36" name="Google Shape;13736;p65"/>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37" name="Google Shape;13737;p65"/>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38" name="Google Shape;13738;p65"/>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39" name="Google Shape;13739;p65"/>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40" name="Google Shape;13740;p65"/>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41" name="Google Shape;13741;p65"/>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42" name="Google Shape;13742;p65"/>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43" name="Google Shape;13743;p65"/>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44" name="Google Shape;13744;p65"/>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45" name="Google Shape;13745;p65"/>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46" name="Google Shape;13746;p65"/>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47" name="Google Shape;13747;p65"/>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48" name="Google Shape;13748;p65"/>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49" name="Google Shape;13749;p65"/>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750" name="Google Shape;13750;p65"/>
          <p:cNvGrpSpPr/>
          <p:nvPr/>
        </p:nvGrpSpPr>
        <p:grpSpPr>
          <a:xfrm>
            <a:off x="882590" y="2438360"/>
            <a:ext cx="337310" cy="337047"/>
            <a:chOff x="882590" y="2438360"/>
            <a:chExt cx="337310" cy="337047"/>
          </a:xfrm>
        </p:grpSpPr>
        <p:sp>
          <p:nvSpPr>
            <p:cNvPr id="13751" name="Google Shape;13751;p65"/>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52" name="Google Shape;13752;p65"/>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53" name="Google Shape;13753;p65"/>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54" name="Google Shape;13754;p65"/>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55" name="Google Shape;13755;p65"/>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56" name="Google Shape;13756;p65"/>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57" name="Google Shape;13757;p65"/>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58" name="Google Shape;13758;p65"/>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59" name="Google Shape;13759;p65"/>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60" name="Google Shape;13760;p65"/>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61" name="Google Shape;13761;p65"/>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62" name="Google Shape;13762;p65"/>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63" name="Google Shape;13763;p65"/>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64" name="Google Shape;13764;p65"/>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65" name="Google Shape;13765;p65"/>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66" name="Google Shape;13766;p65"/>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67" name="Google Shape;13767;p65"/>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68" name="Google Shape;13768;p65"/>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69" name="Google Shape;13769;p65"/>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70" name="Google Shape;13770;p65"/>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71" name="Google Shape;13771;p65"/>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72" name="Google Shape;13772;p65"/>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73" name="Google Shape;13773;p65"/>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74" name="Google Shape;13774;p65"/>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775" name="Google Shape;13775;p65"/>
          <p:cNvGrpSpPr/>
          <p:nvPr/>
        </p:nvGrpSpPr>
        <p:grpSpPr>
          <a:xfrm>
            <a:off x="4885060" y="1518788"/>
            <a:ext cx="385786" cy="342588"/>
            <a:chOff x="4885060" y="1518788"/>
            <a:chExt cx="385786" cy="342588"/>
          </a:xfrm>
        </p:grpSpPr>
        <p:sp>
          <p:nvSpPr>
            <p:cNvPr id="13776" name="Google Shape;13776;p65"/>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77" name="Google Shape;13777;p65"/>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78" name="Google Shape;13778;p65"/>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79" name="Google Shape;13779;p65"/>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80" name="Google Shape;13780;p65"/>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81" name="Google Shape;13781;p65"/>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82" name="Google Shape;13782;p65"/>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83" name="Google Shape;13783;p65"/>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84" name="Google Shape;13784;p65"/>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85" name="Google Shape;13785;p65"/>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86" name="Google Shape;13786;p65"/>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87" name="Google Shape;13787;p65"/>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88" name="Google Shape;13788;p65"/>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89" name="Google Shape;13789;p65"/>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90" name="Google Shape;13790;p65"/>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91" name="Google Shape;13791;p65"/>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92" name="Google Shape;13792;p65"/>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93" name="Google Shape;13793;p65"/>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94" name="Google Shape;13794;p65"/>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795" name="Google Shape;13795;p65"/>
          <p:cNvGrpSpPr/>
          <p:nvPr/>
        </p:nvGrpSpPr>
        <p:grpSpPr>
          <a:xfrm>
            <a:off x="5394478" y="1514533"/>
            <a:ext cx="249076" cy="351096"/>
            <a:chOff x="5394478" y="1514533"/>
            <a:chExt cx="249076" cy="351096"/>
          </a:xfrm>
        </p:grpSpPr>
        <p:sp>
          <p:nvSpPr>
            <p:cNvPr id="13796" name="Google Shape;13796;p65"/>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97" name="Google Shape;13797;p65"/>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98" name="Google Shape;13798;p65"/>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799" name="Google Shape;13799;p65"/>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00" name="Google Shape;13800;p65"/>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01" name="Google Shape;13801;p65"/>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02" name="Google Shape;13802;p65"/>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03" name="Google Shape;13803;p65"/>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04" name="Google Shape;13804;p65"/>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05" name="Google Shape;13805;p65"/>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06" name="Google Shape;13806;p65"/>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07" name="Google Shape;13807;p65"/>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08" name="Google Shape;13808;p65"/>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09" name="Google Shape;13809;p65"/>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10" name="Google Shape;13810;p65"/>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11" name="Google Shape;13811;p65"/>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12" name="Google Shape;13812;p65"/>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13" name="Google Shape;13813;p65"/>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14" name="Google Shape;13814;p65"/>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15" name="Google Shape;13815;p65"/>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816" name="Google Shape;13816;p65"/>
          <p:cNvGrpSpPr/>
          <p:nvPr/>
        </p:nvGrpSpPr>
        <p:grpSpPr>
          <a:xfrm>
            <a:off x="5782259" y="1512012"/>
            <a:ext cx="356138" cy="356138"/>
            <a:chOff x="5782259" y="1512012"/>
            <a:chExt cx="356138" cy="356138"/>
          </a:xfrm>
        </p:grpSpPr>
        <p:sp>
          <p:nvSpPr>
            <p:cNvPr id="13817" name="Google Shape;13817;p65"/>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18" name="Google Shape;13818;p65"/>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19" name="Google Shape;13819;p65"/>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20" name="Google Shape;13820;p65"/>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21" name="Google Shape;13821;p65"/>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22" name="Google Shape;13822;p65"/>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23" name="Google Shape;13823;p65"/>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24" name="Google Shape;13824;p65"/>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25" name="Google Shape;13825;p65"/>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26" name="Google Shape;13826;p65"/>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27" name="Google Shape;13827;p65"/>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828" name="Google Shape;13828;p65"/>
          <p:cNvGrpSpPr/>
          <p:nvPr/>
        </p:nvGrpSpPr>
        <p:grpSpPr>
          <a:xfrm>
            <a:off x="6229598" y="1518052"/>
            <a:ext cx="343560" cy="343822"/>
            <a:chOff x="6229598" y="1518052"/>
            <a:chExt cx="343560" cy="343822"/>
          </a:xfrm>
        </p:grpSpPr>
        <p:sp>
          <p:nvSpPr>
            <p:cNvPr id="13829" name="Google Shape;13829;p65"/>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30" name="Google Shape;13830;p65"/>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31" name="Google Shape;13831;p65"/>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32" name="Google Shape;13832;p65"/>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33" name="Google Shape;13833;p65"/>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34" name="Google Shape;13834;p65"/>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35" name="Google Shape;13835;p65"/>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36" name="Google Shape;13836;p65"/>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37" name="Google Shape;13837;p65"/>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38" name="Google Shape;13838;p65"/>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39" name="Google Shape;13839;p65"/>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40" name="Google Shape;13840;p65"/>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41" name="Google Shape;13841;p65"/>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42" name="Google Shape;13842;p65"/>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43" name="Google Shape;13843;p65"/>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44" name="Google Shape;13844;p65"/>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45" name="Google Shape;13845;p65"/>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46" name="Google Shape;13846;p65"/>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47" name="Google Shape;13847;p65"/>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848" name="Google Shape;13848;p65"/>
          <p:cNvGrpSpPr/>
          <p:nvPr/>
        </p:nvGrpSpPr>
        <p:grpSpPr>
          <a:xfrm>
            <a:off x="870773" y="3357985"/>
            <a:ext cx="342824" cy="351228"/>
            <a:chOff x="870773" y="3357985"/>
            <a:chExt cx="342824" cy="351228"/>
          </a:xfrm>
        </p:grpSpPr>
        <p:sp>
          <p:nvSpPr>
            <p:cNvPr id="13849" name="Google Shape;13849;p65"/>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50" name="Google Shape;13850;p65"/>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51" name="Google Shape;13851;p65"/>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52" name="Google Shape;13852;p65"/>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53" name="Google Shape;13853;p65"/>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54" name="Google Shape;13854;p65"/>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55" name="Google Shape;13855;p65"/>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56" name="Google Shape;13856;p65"/>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857" name="Google Shape;13857;p65"/>
          <p:cNvGrpSpPr/>
          <p:nvPr/>
        </p:nvGrpSpPr>
        <p:grpSpPr>
          <a:xfrm>
            <a:off x="2743084" y="4299590"/>
            <a:ext cx="159372" cy="308896"/>
            <a:chOff x="2743084" y="4299590"/>
            <a:chExt cx="159372" cy="308896"/>
          </a:xfrm>
        </p:grpSpPr>
        <p:sp>
          <p:nvSpPr>
            <p:cNvPr id="13858" name="Google Shape;13858;p65"/>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59" name="Google Shape;13859;p65"/>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60" name="Google Shape;13860;p65"/>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61" name="Google Shape;13861;p65"/>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62" name="Google Shape;13862;p65"/>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63" name="Google Shape;13863;p65"/>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64" name="Google Shape;13864;p65"/>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65" name="Google Shape;13865;p65"/>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66" name="Google Shape;13866;p65"/>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67" name="Google Shape;13867;p65"/>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68" name="Google Shape;13868;p65"/>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69" name="Google Shape;13869;p65"/>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70" name="Google Shape;13870;p65"/>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71" name="Google Shape;13871;p65"/>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72" name="Google Shape;13872;p65"/>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873" name="Google Shape;13873;p65"/>
          <p:cNvGrpSpPr/>
          <p:nvPr/>
        </p:nvGrpSpPr>
        <p:grpSpPr>
          <a:xfrm>
            <a:off x="1293506" y="2939716"/>
            <a:ext cx="374730" cy="272211"/>
            <a:chOff x="1293506" y="2939716"/>
            <a:chExt cx="374730" cy="272211"/>
          </a:xfrm>
        </p:grpSpPr>
        <p:sp>
          <p:nvSpPr>
            <p:cNvPr id="13874" name="Google Shape;13874;p65"/>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75" name="Google Shape;13875;p65"/>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76" name="Google Shape;13876;p65"/>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77" name="Google Shape;13877;p65"/>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78" name="Google Shape;13878;p65"/>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79" name="Google Shape;13879;p65"/>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80" name="Google Shape;13880;p65"/>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81" name="Google Shape;13881;p65"/>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82" name="Google Shape;13882;p65"/>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83" name="Google Shape;13883;p65"/>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84" name="Google Shape;13884;p65"/>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85" name="Google Shape;13885;p65"/>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86" name="Google Shape;13886;p65"/>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87" name="Google Shape;13887;p65"/>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88" name="Google Shape;13888;p65"/>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89" name="Google Shape;13889;p65"/>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90" name="Google Shape;13890;p65"/>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91" name="Google Shape;13891;p65"/>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92" name="Google Shape;13892;p65"/>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93" name="Google Shape;13893;p65"/>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94" name="Google Shape;13894;p65"/>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95" name="Google Shape;13895;p65"/>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96" name="Google Shape;13896;p65"/>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97" name="Google Shape;13897;p65"/>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98" name="Google Shape;13898;p65"/>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899" name="Google Shape;13899;p65"/>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00" name="Google Shape;13900;p65"/>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01" name="Google Shape;13901;p65"/>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02" name="Google Shape;13902;p65"/>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03" name="Google Shape;13903;p65"/>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904" name="Google Shape;13904;p65"/>
          <p:cNvGrpSpPr/>
          <p:nvPr/>
        </p:nvGrpSpPr>
        <p:grpSpPr>
          <a:xfrm>
            <a:off x="6669900" y="1505474"/>
            <a:ext cx="345083" cy="369216"/>
            <a:chOff x="6669900" y="1505474"/>
            <a:chExt cx="345083" cy="369216"/>
          </a:xfrm>
        </p:grpSpPr>
        <p:sp>
          <p:nvSpPr>
            <p:cNvPr id="13905" name="Google Shape;13905;p65"/>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06" name="Google Shape;13906;p65"/>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07" name="Google Shape;13907;p65"/>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08" name="Google Shape;13908;p65"/>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09" name="Google Shape;13909;p65"/>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10" name="Google Shape;13910;p65"/>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11" name="Google Shape;13911;p65"/>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12" name="Google Shape;13912;p65"/>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13" name="Google Shape;13913;p65"/>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14" name="Google Shape;13914;p65"/>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15" name="Google Shape;13915;p65"/>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16" name="Google Shape;13916;p65"/>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17" name="Google Shape;13917;p65"/>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18" name="Google Shape;13918;p65"/>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19" name="Google Shape;13919;p65"/>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20" name="Google Shape;13920;p65"/>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21" name="Google Shape;13921;p65"/>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22" name="Google Shape;13922;p65"/>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23" name="Google Shape;13923;p65"/>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24" name="Google Shape;13924;p65"/>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25" name="Google Shape;13925;p65"/>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26" name="Google Shape;13926;p65"/>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927" name="Google Shape;13927;p65"/>
          <p:cNvGrpSpPr/>
          <p:nvPr/>
        </p:nvGrpSpPr>
        <p:grpSpPr>
          <a:xfrm>
            <a:off x="7117003" y="1518000"/>
            <a:ext cx="333003" cy="344085"/>
            <a:chOff x="7117003" y="1518000"/>
            <a:chExt cx="333003" cy="344085"/>
          </a:xfrm>
        </p:grpSpPr>
        <p:sp>
          <p:nvSpPr>
            <p:cNvPr id="13928" name="Google Shape;13928;p65"/>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29" name="Google Shape;13929;p65"/>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30" name="Google Shape;13930;p65"/>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31" name="Google Shape;13931;p65"/>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32" name="Google Shape;13932;p65"/>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33" name="Google Shape;13933;p65"/>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34" name="Google Shape;13934;p65"/>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35" name="Google Shape;13935;p65"/>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36" name="Google Shape;13936;p65"/>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37" name="Google Shape;13937;p65"/>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38" name="Google Shape;13938;p65"/>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39" name="Google Shape;13939;p65"/>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40" name="Google Shape;13940;p65"/>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41" name="Google Shape;13941;p65"/>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42" name="Google Shape;13942;p65"/>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43" name="Google Shape;13943;p65"/>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44" name="Google Shape;13944;p65"/>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45" name="Google Shape;13945;p65"/>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46" name="Google Shape;13946;p65"/>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47" name="Google Shape;13947;p65"/>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48" name="Google Shape;13948;p65"/>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49" name="Google Shape;13949;p65"/>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50" name="Google Shape;13950;p65"/>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51" name="Google Shape;13951;p65"/>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52" name="Google Shape;13952;p65"/>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53" name="Google Shape;13953;p65"/>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54" name="Google Shape;13954;p65"/>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55" name="Google Shape;13955;p65"/>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56" name="Google Shape;13956;p65"/>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57" name="Google Shape;13957;p65"/>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58" name="Google Shape;13958;p65"/>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59" name="Google Shape;13959;p65"/>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60" name="Google Shape;13960;p65"/>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61" name="Google Shape;13961;p65"/>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62" name="Google Shape;13962;p65"/>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63" name="Google Shape;13963;p65"/>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64" name="Google Shape;13964;p65"/>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65" name="Google Shape;13965;p65"/>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966" name="Google Shape;13966;p65"/>
          <p:cNvGrpSpPr/>
          <p:nvPr/>
        </p:nvGrpSpPr>
        <p:grpSpPr>
          <a:xfrm>
            <a:off x="2200238" y="4289165"/>
            <a:ext cx="374756" cy="329300"/>
            <a:chOff x="2200238" y="4289165"/>
            <a:chExt cx="374756" cy="329300"/>
          </a:xfrm>
        </p:grpSpPr>
        <p:sp>
          <p:nvSpPr>
            <p:cNvPr id="13967" name="Google Shape;13967;p65"/>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68" name="Google Shape;13968;p65"/>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69" name="Google Shape;13969;p65"/>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70" name="Google Shape;13970;p65"/>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71" name="Google Shape;13971;p65"/>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72" name="Google Shape;13972;p65"/>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73" name="Google Shape;13973;p65"/>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74" name="Google Shape;13974;p65"/>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75" name="Google Shape;13975;p65"/>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76" name="Google Shape;13976;p65"/>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77" name="Google Shape;13977;p65"/>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78" name="Google Shape;13978;p65"/>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79" name="Google Shape;13979;p65"/>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80" name="Google Shape;13980;p65"/>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81" name="Google Shape;13981;p65"/>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82" name="Google Shape;13982;p65"/>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83" name="Google Shape;13983;p65"/>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84" name="Google Shape;13984;p65"/>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85" name="Google Shape;13985;p65"/>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86" name="Google Shape;13986;p65"/>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87" name="Google Shape;13987;p65"/>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88" name="Google Shape;13988;p65"/>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3989" name="Google Shape;13989;p65"/>
          <p:cNvGrpSpPr/>
          <p:nvPr/>
        </p:nvGrpSpPr>
        <p:grpSpPr>
          <a:xfrm>
            <a:off x="7556043" y="1499959"/>
            <a:ext cx="337283" cy="380192"/>
            <a:chOff x="7556043" y="1499959"/>
            <a:chExt cx="337283" cy="380192"/>
          </a:xfrm>
        </p:grpSpPr>
        <p:sp>
          <p:nvSpPr>
            <p:cNvPr id="13990" name="Google Shape;13990;p65"/>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91" name="Google Shape;13991;p65"/>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92" name="Google Shape;13992;p65"/>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93" name="Google Shape;13993;p65"/>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94" name="Google Shape;13994;p65"/>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95" name="Google Shape;13995;p65"/>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96" name="Google Shape;13996;p65"/>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97" name="Google Shape;13997;p65"/>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98" name="Google Shape;13998;p65"/>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3999" name="Google Shape;13999;p65"/>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00" name="Google Shape;14000;p65"/>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01" name="Google Shape;14001;p65"/>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02" name="Google Shape;14002;p65"/>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03" name="Google Shape;14003;p65"/>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004" name="Google Shape;14004;p65"/>
          <p:cNvGrpSpPr/>
          <p:nvPr/>
        </p:nvGrpSpPr>
        <p:grpSpPr>
          <a:xfrm>
            <a:off x="7992826" y="1517790"/>
            <a:ext cx="317431" cy="344584"/>
            <a:chOff x="7992826" y="1517790"/>
            <a:chExt cx="317431" cy="344584"/>
          </a:xfrm>
        </p:grpSpPr>
        <p:sp>
          <p:nvSpPr>
            <p:cNvPr id="14005" name="Google Shape;14005;p65"/>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06" name="Google Shape;14006;p65"/>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07" name="Google Shape;14007;p65"/>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08" name="Google Shape;14008;p65"/>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09" name="Google Shape;14009;p65"/>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10" name="Google Shape;14010;p65"/>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11" name="Google Shape;14011;p65"/>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12" name="Google Shape;14012;p65"/>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13" name="Google Shape;14013;p65"/>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14" name="Google Shape;14014;p65"/>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15" name="Google Shape;14015;p65"/>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16" name="Google Shape;14016;p65"/>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17" name="Google Shape;14017;p65"/>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18" name="Google Shape;14018;p65"/>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19" name="Google Shape;14019;p65"/>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20" name="Google Shape;14020;p65"/>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21" name="Google Shape;14021;p65"/>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022" name="Google Shape;14022;p65"/>
          <p:cNvGrpSpPr/>
          <p:nvPr/>
        </p:nvGrpSpPr>
        <p:grpSpPr>
          <a:xfrm>
            <a:off x="4864446" y="3340207"/>
            <a:ext cx="395607" cy="387414"/>
            <a:chOff x="4864446" y="3340207"/>
            <a:chExt cx="395607" cy="387414"/>
          </a:xfrm>
        </p:grpSpPr>
        <p:sp>
          <p:nvSpPr>
            <p:cNvPr id="14023" name="Google Shape;14023;p65"/>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24" name="Google Shape;14024;p65"/>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25" name="Google Shape;14025;p65"/>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26" name="Google Shape;14026;p65"/>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27" name="Google Shape;14027;p65"/>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28" name="Google Shape;14028;p65"/>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29" name="Google Shape;14029;p65"/>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30" name="Google Shape;14030;p65"/>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31" name="Google Shape;14031;p65"/>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32" name="Google Shape;14032;p65"/>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33" name="Google Shape;14033;p65"/>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34" name="Google Shape;14034;p65"/>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35" name="Google Shape;14035;p65"/>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36" name="Google Shape;14036;p65"/>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37" name="Google Shape;14037;p65"/>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38" name="Google Shape;14038;p65"/>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39" name="Google Shape;14039;p65"/>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40" name="Google Shape;14040;p65"/>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41" name="Google Shape;14041;p65"/>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42" name="Google Shape;14042;p65"/>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43" name="Google Shape;14043;p65"/>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44" name="Google Shape;14044;p65"/>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45" name="Google Shape;14045;p65"/>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46" name="Google Shape;14046;p65"/>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47" name="Google Shape;14047;p65"/>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048" name="Google Shape;14048;p65"/>
          <p:cNvGrpSpPr/>
          <p:nvPr/>
        </p:nvGrpSpPr>
        <p:grpSpPr>
          <a:xfrm>
            <a:off x="3130367" y="4324485"/>
            <a:ext cx="297342" cy="258871"/>
            <a:chOff x="3130367" y="4324485"/>
            <a:chExt cx="297342" cy="258871"/>
          </a:xfrm>
        </p:grpSpPr>
        <p:sp>
          <p:nvSpPr>
            <p:cNvPr id="14049" name="Google Shape;14049;p65"/>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50" name="Google Shape;14050;p65"/>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51" name="Google Shape;14051;p65"/>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52" name="Google Shape;14052;p65"/>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53" name="Google Shape;14053;p65"/>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54" name="Google Shape;14054;p65"/>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55" name="Google Shape;14055;p65"/>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56" name="Google Shape;14056;p65"/>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57" name="Google Shape;14057;p65"/>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58" name="Google Shape;14058;p65"/>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59" name="Google Shape;14059;p65"/>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60" name="Google Shape;14060;p65"/>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61" name="Google Shape;14061;p65"/>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62" name="Google Shape;14062;p65"/>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63" name="Google Shape;14063;p65"/>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64" name="Google Shape;14064;p65"/>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65" name="Google Shape;14065;p65"/>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66" name="Google Shape;14066;p65"/>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67" name="Google Shape;14067;p65"/>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68" name="Google Shape;14068;p65"/>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69" name="Google Shape;14069;p65"/>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70" name="Google Shape;14070;p65"/>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71" name="Google Shape;14071;p65"/>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072" name="Google Shape;14072;p65"/>
          <p:cNvGrpSpPr/>
          <p:nvPr/>
        </p:nvGrpSpPr>
        <p:grpSpPr>
          <a:xfrm>
            <a:off x="5302988" y="3389839"/>
            <a:ext cx="394609" cy="286523"/>
            <a:chOff x="5302988" y="3389839"/>
            <a:chExt cx="394609" cy="286523"/>
          </a:xfrm>
        </p:grpSpPr>
        <p:sp>
          <p:nvSpPr>
            <p:cNvPr id="14073" name="Google Shape;14073;p65"/>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74" name="Google Shape;14074;p65"/>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75" name="Google Shape;14075;p65"/>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76" name="Google Shape;14076;p65"/>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77" name="Google Shape;14077;p65"/>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78" name="Google Shape;14078;p65"/>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79" name="Google Shape;14079;p65"/>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80" name="Google Shape;14080;p65"/>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81" name="Google Shape;14081;p65"/>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82" name="Google Shape;14082;p65"/>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83" name="Google Shape;14083;p65"/>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84" name="Google Shape;14084;p65"/>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85" name="Google Shape;14085;p65"/>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86" name="Google Shape;14086;p65"/>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87" name="Google Shape;14087;p65"/>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88" name="Google Shape;14088;p65"/>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89" name="Google Shape;14089;p65"/>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90" name="Google Shape;14090;p65"/>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91" name="Google Shape;14091;p65"/>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92" name="Google Shape;14092;p65"/>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93" name="Google Shape;14093;p65"/>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94" name="Google Shape;14094;p65"/>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95" name="Google Shape;14095;p65"/>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96" name="Google Shape;14096;p65"/>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97" name="Google Shape;14097;p65"/>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98" name="Google Shape;14098;p65"/>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099" name="Google Shape;14099;p65"/>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00" name="Google Shape;14100;p65"/>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01" name="Google Shape;14101;p65"/>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02" name="Google Shape;14102;p65"/>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03" name="Google Shape;14103;p65"/>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04" name="Google Shape;14104;p65"/>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05" name="Google Shape;14105;p65"/>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4106" name="Google Shape;14106;p65"/>
          <p:cNvSpPr/>
          <p:nvPr/>
        </p:nvSpPr>
        <p:spPr>
          <a:xfrm>
            <a:off x="5741031" y="36175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4107" name="Google Shape;14107;p65"/>
          <p:cNvGrpSpPr/>
          <p:nvPr/>
        </p:nvGrpSpPr>
        <p:grpSpPr>
          <a:xfrm>
            <a:off x="3060752" y="2903609"/>
            <a:ext cx="390565" cy="359578"/>
            <a:chOff x="3060752" y="2903609"/>
            <a:chExt cx="390565" cy="359578"/>
          </a:xfrm>
        </p:grpSpPr>
        <p:sp>
          <p:nvSpPr>
            <p:cNvPr id="14108" name="Google Shape;14108;p65"/>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09" name="Google Shape;14109;p65"/>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10" name="Google Shape;14110;p65"/>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11" name="Google Shape;14111;p65"/>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12" name="Google Shape;14112;p65"/>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13" name="Google Shape;14113;p65"/>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14" name="Google Shape;14114;p65"/>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15" name="Google Shape;14115;p65"/>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16" name="Google Shape;14116;p65"/>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17" name="Google Shape;14117;p65"/>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18" name="Google Shape;14118;p65"/>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19" name="Google Shape;14119;p65"/>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20" name="Google Shape;14120;p65"/>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21" name="Google Shape;14121;p65"/>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22" name="Google Shape;14122;p65"/>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23" name="Google Shape;14123;p65"/>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24" name="Google Shape;14124;p65"/>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25" name="Google Shape;14125;p65"/>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26" name="Google Shape;14126;p65"/>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27" name="Google Shape;14127;p65"/>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28" name="Google Shape;14128;p65"/>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29" name="Google Shape;14129;p65"/>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30" name="Google Shape;14130;p65"/>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31" name="Google Shape;14131;p65"/>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32" name="Google Shape;14132;p65"/>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33" name="Google Shape;14133;p65"/>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34" name="Google Shape;14134;p65"/>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35" name="Google Shape;14135;p65"/>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36" name="Google Shape;14136;p65"/>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37" name="Google Shape;14137;p65"/>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38" name="Google Shape;14138;p65"/>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39" name="Google Shape;14139;p65"/>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40" name="Google Shape;14140;p65"/>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41" name="Google Shape;14141;p65"/>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142" name="Google Shape;14142;p65"/>
          <p:cNvGrpSpPr/>
          <p:nvPr/>
        </p:nvGrpSpPr>
        <p:grpSpPr>
          <a:xfrm>
            <a:off x="5741031" y="3386057"/>
            <a:ext cx="394609" cy="294585"/>
            <a:chOff x="5741031" y="3386057"/>
            <a:chExt cx="394609" cy="294585"/>
          </a:xfrm>
        </p:grpSpPr>
        <p:sp>
          <p:nvSpPr>
            <p:cNvPr id="14143" name="Google Shape;14143;p65"/>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44" name="Google Shape;14144;p65"/>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45" name="Google Shape;14145;p65"/>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46" name="Google Shape;14146;p65"/>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47" name="Google Shape;14147;p65"/>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48" name="Google Shape;14148;p65"/>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49" name="Google Shape;14149;p65"/>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50" name="Google Shape;14150;p65"/>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51" name="Google Shape;14151;p65"/>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52" name="Google Shape;14152;p65"/>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53" name="Google Shape;14153;p65"/>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54" name="Google Shape;14154;p65"/>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55" name="Google Shape;14155;p65"/>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56" name="Google Shape;14156;p65"/>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57" name="Google Shape;14157;p65"/>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58" name="Google Shape;14158;p65"/>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59" name="Google Shape;14159;p65"/>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60" name="Google Shape;14160;p65"/>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61" name="Google Shape;14161;p65"/>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62" name="Google Shape;14162;p65"/>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63" name="Google Shape;14163;p65"/>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64" name="Google Shape;14164;p65"/>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65" name="Google Shape;14165;p65"/>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66" name="Google Shape;14166;p65"/>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67" name="Google Shape;14167;p65"/>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68" name="Google Shape;14168;p65"/>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69" name="Google Shape;14169;p65"/>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70" name="Google Shape;14170;p65"/>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71" name="Google Shape;14171;p65"/>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72" name="Google Shape;14172;p65"/>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4173" name="Google Shape;14173;p65"/>
          <p:cNvSpPr/>
          <p:nvPr/>
        </p:nvSpPr>
        <p:spPr>
          <a:xfrm>
            <a:off x="6560317" y="35647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4174" name="Google Shape;14174;p65"/>
          <p:cNvGrpSpPr/>
          <p:nvPr/>
        </p:nvGrpSpPr>
        <p:grpSpPr>
          <a:xfrm>
            <a:off x="6179074" y="3368726"/>
            <a:ext cx="394609" cy="328749"/>
            <a:chOff x="6179074" y="3368726"/>
            <a:chExt cx="394609" cy="328749"/>
          </a:xfrm>
        </p:grpSpPr>
        <p:sp>
          <p:nvSpPr>
            <p:cNvPr id="14175" name="Google Shape;14175;p65"/>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76" name="Google Shape;14176;p65"/>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77" name="Google Shape;14177;p65"/>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78" name="Google Shape;14178;p65"/>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79" name="Google Shape;14179;p65"/>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80" name="Google Shape;14180;p65"/>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81" name="Google Shape;14181;p65"/>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82" name="Google Shape;14182;p65"/>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83" name="Google Shape;14183;p65"/>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84" name="Google Shape;14184;p65"/>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85" name="Google Shape;14185;p65"/>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86" name="Google Shape;14186;p65"/>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87" name="Google Shape;14187;p65"/>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88" name="Google Shape;14188;p65"/>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89" name="Google Shape;14189;p65"/>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90" name="Google Shape;14190;p65"/>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91" name="Google Shape;14191;p65"/>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92" name="Google Shape;14192;p65"/>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93" name="Google Shape;14193;p65"/>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94" name="Google Shape;14194;p65"/>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95" name="Google Shape;14195;p65"/>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96" name="Google Shape;14196;p65"/>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97" name="Google Shape;14197;p65"/>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98" name="Google Shape;14198;p65"/>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199" name="Google Shape;14199;p65"/>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00" name="Google Shape;14200;p65"/>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01" name="Google Shape;14201;p65"/>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02" name="Google Shape;14202;p65"/>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03" name="Google Shape;14203;p65"/>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04" name="Google Shape;14204;p65"/>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05" name="Google Shape;14205;p65"/>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06" name="Google Shape;14206;p65"/>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07" name="Google Shape;14207;p65"/>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08" name="Google Shape;14208;p65"/>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09" name="Google Shape;14209;p65"/>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10" name="Google Shape;14210;p65"/>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11" name="Google Shape;14211;p65"/>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12" name="Google Shape;14212;p65"/>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13" name="Google Shape;14213;p65"/>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14" name="Google Shape;14214;p65"/>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15" name="Google Shape;14215;p65"/>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16" name="Google Shape;14216;p65"/>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17" name="Google Shape;14217;p65"/>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18" name="Google Shape;14218;p65"/>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19" name="Google Shape;14219;p65"/>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20" name="Google Shape;14220;p65"/>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21" name="Google Shape;14221;p65"/>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22" name="Google Shape;14222;p65"/>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23" name="Google Shape;14223;p65"/>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24" name="Google Shape;14224;p65"/>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25" name="Google Shape;14225;p65"/>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26" name="Google Shape;14226;p65"/>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27" name="Google Shape;14227;p65"/>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28" name="Google Shape;14228;p65"/>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29" name="Google Shape;14229;p65"/>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30" name="Google Shape;14230;p65"/>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31" name="Google Shape;14231;p65"/>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32" name="Google Shape;14232;p65"/>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33" name="Google Shape;14233;p65"/>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34" name="Google Shape;14234;p65"/>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35" name="Google Shape;14235;p65"/>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36" name="Google Shape;14236;p65"/>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37" name="Google Shape;14237;p65"/>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38" name="Google Shape;14238;p65"/>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39" name="Google Shape;14239;p65"/>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40" name="Google Shape;14240;p65"/>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41" name="Google Shape;14241;p65"/>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42" name="Google Shape;14242;p65"/>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43" name="Google Shape;14243;p65"/>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44" name="Google Shape;14244;p65"/>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45" name="Google Shape;14245;p65"/>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46" name="Google Shape;14246;p65"/>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47" name="Google Shape;14247;p65"/>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48" name="Google Shape;14248;p65"/>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49" name="Google Shape;14249;p65"/>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50" name="Google Shape;14250;p65"/>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51" name="Google Shape;14251;p65"/>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52" name="Google Shape;14252;p65"/>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53" name="Google Shape;14253;p65"/>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54" name="Google Shape;14254;p65"/>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55" name="Google Shape;14255;p65"/>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56" name="Google Shape;14256;p65"/>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57" name="Google Shape;14257;p65"/>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258" name="Google Shape;14258;p65"/>
          <p:cNvGrpSpPr/>
          <p:nvPr/>
        </p:nvGrpSpPr>
        <p:grpSpPr>
          <a:xfrm>
            <a:off x="7054924" y="3367728"/>
            <a:ext cx="394583" cy="331007"/>
            <a:chOff x="7054924" y="3367728"/>
            <a:chExt cx="394583" cy="331007"/>
          </a:xfrm>
        </p:grpSpPr>
        <p:sp>
          <p:nvSpPr>
            <p:cNvPr id="14259" name="Google Shape;14259;p65"/>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60" name="Google Shape;14260;p65"/>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61" name="Google Shape;14261;p65"/>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62" name="Google Shape;14262;p65"/>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63" name="Google Shape;14263;p65"/>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64" name="Google Shape;14264;p65"/>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65" name="Google Shape;14265;p65"/>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66" name="Google Shape;14266;p65"/>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67" name="Google Shape;14267;p65"/>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68" name="Google Shape;14268;p65"/>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69" name="Google Shape;14269;p65"/>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70" name="Google Shape;14270;p65"/>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71" name="Google Shape;14271;p65"/>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72" name="Google Shape;14272;p65"/>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73" name="Google Shape;14273;p65"/>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274" name="Google Shape;14274;p65"/>
          <p:cNvGrpSpPr/>
          <p:nvPr/>
        </p:nvGrpSpPr>
        <p:grpSpPr>
          <a:xfrm>
            <a:off x="7492967" y="3361425"/>
            <a:ext cx="394583" cy="343586"/>
            <a:chOff x="7492967" y="3361425"/>
            <a:chExt cx="394583" cy="343586"/>
          </a:xfrm>
        </p:grpSpPr>
        <p:sp>
          <p:nvSpPr>
            <p:cNvPr id="14275" name="Google Shape;14275;p65"/>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76" name="Google Shape;14276;p65"/>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77" name="Google Shape;14277;p65"/>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78" name="Google Shape;14278;p65"/>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79" name="Google Shape;14279;p65"/>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80" name="Google Shape;14280;p65"/>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81" name="Google Shape;14281;p65"/>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82" name="Google Shape;14282;p65"/>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83" name="Google Shape;14283;p65"/>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84" name="Google Shape;14284;p65"/>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85" name="Google Shape;14285;p65"/>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86" name="Google Shape;14286;p65"/>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87" name="Google Shape;14287;p65"/>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88" name="Google Shape;14288;p65"/>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89" name="Google Shape;14289;p65"/>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90" name="Google Shape;14290;p65"/>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91" name="Google Shape;14291;p65"/>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92" name="Google Shape;14292;p65"/>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93" name="Google Shape;14293;p65"/>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94" name="Google Shape;14294;p65"/>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95" name="Google Shape;14295;p65"/>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96" name="Google Shape;14296;p65"/>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297" name="Google Shape;14297;p65"/>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298" name="Google Shape;14298;p65"/>
          <p:cNvGrpSpPr/>
          <p:nvPr/>
        </p:nvGrpSpPr>
        <p:grpSpPr>
          <a:xfrm>
            <a:off x="7935527" y="3353154"/>
            <a:ext cx="385287" cy="360156"/>
            <a:chOff x="7935527" y="3353154"/>
            <a:chExt cx="385287" cy="360156"/>
          </a:xfrm>
        </p:grpSpPr>
        <p:sp>
          <p:nvSpPr>
            <p:cNvPr id="14299" name="Google Shape;14299;p65"/>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00" name="Google Shape;14300;p65"/>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01" name="Google Shape;14301;p65"/>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02" name="Google Shape;14302;p65"/>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03" name="Google Shape;14303;p65"/>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04" name="Google Shape;14304;p65"/>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05" name="Google Shape;14305;p65"/>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06" name="Google Shape;14306;p65"/>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07" name="Google Shape;14307;p65"/>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08" name="Google Shape;14308;p65"/>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09" name="Google Shape;14309;p65"/>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10" name="Google Shape;14310;p65"/>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311" name="Google Shape;14311;p65"/>
          <p:cNvGrpSpPr/>
          <p:nvPr/>
        </p:nvGrpSpPr>
        <p:grpSpPr>
          <a:xfrm>
            <a:off x="5319821" y="1986242"/>
            <a:ext cx="348103" cy="348103"/>
            <a:chOff x="5319821" y="1986242"/>
            <a:chExt cx="348103" cy="348103"/>
          </a:xfrm>
        </p:grpSpPr>
        <p:sp>
          <p:nvSpPr>
            <p:cNvPr id="14312" name="Google Shape;14312;p65"/>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13" name="Google Shape;14313;p65"/>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14" name="Google Shape;14314;p65"/>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15" name="Google Shape;14315;p65"/>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16" name="Google Shape;14316;p65"/>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17" name="Google Shape;14317;p65"/>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18" name="Google Shape;14318;p65"/>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19" name="Google Shape;14319;p65"/>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20" name="Google Shape;14320;p65"/>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21" name="Google Shape;14321;p65"/>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22" name="Google Shape;14322;p65"/>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23" name="Google Shape;14323;p65"/>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24" name="Google Shape;14324;p65"/>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25" name="Google Shape;14325;p65"/>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26" name="Google Shape;14326;p65"/>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27" name="Google Shape;14327;p65"/>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28" name="Google Shape;14328;p65"/>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29" name="Google Shape;14329;p65"/>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30" name="Google Shape;14330;p65"/>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31" name="Google Shape;14331;p65"/>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32" name="Google Shape;14332;p65"/>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33" name="Google Shape;14333;p65"/>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34" name="Google Shape;14334;p65"/>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35" name="Google Shape;14335;p65"/>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36" name="Google Shape;14336;p65"/>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37" name="Google Shape;14337;p65"/>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38" name="Google Shape;14338;p65"/>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39" name="Google Shape;14339;p65"/>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40" name="Google Shape;14340;p65"/>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41" name="Google Shape;14341;p65"/>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42" name="Google Shape;14342;p65"/>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43" name="Google Shape;14343;p65"/>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44" name="Google Shape;14344;p65"/>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45" name="Google Shape;14345;p65"/>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46" name="Google Shape;14346;p65"/>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47" name="Google Shape;14347;p65"/>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48" name="Google Shape;14348;p65"/>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349" name="Google Shape;14349;p65"/>
          <p:cNvGrpSpPr/>
          <p:nvPr/>
        </p:nvGrpSpPr>
        <p:grpSpPr>
          <a:xfrm>
            <a:off x="5765926" y="1976683"/>
            <a:ext cx="348339" cy="348103"/>
            <a:chOff x="5765926" y="1976683"/>
            <a:chExt cx="348339" cy="348103"/>
          </a:xfrm>
        </p:grpSpPr>
        <p:sp>
          <p:nvSpPr>
            <p:cNvPr id="14350" name="Google Shape;14350;p65"/>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51" name="Google Shape;14351;p65"/>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52" name="Google Shape;14352;p65"/>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53" name="Google Shape;14353;p65"/>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54" name="Google Shape;14354;p65"/>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55" name="Google Shape;14355;p65"/>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56" name="Google Shape;14356;p65"/>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57" name="Google Shape;14357;p65"/>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58" name="Google Shape;14358;p65"/>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59" name="Google Shape;14359;p65"/>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60" name="Google Shape;14360;p65"/>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61" name="Google Shape;14361;p65"/>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62" name="Google Shape;14362;p65"/>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63" name="Google Shape;14363;p65"/>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364" name="Google Shape;14364;p65"/>
          <p:cNvGrpSpPr/>
          <p:nvPr/>
        </p:nvGrpSpPr>
        <p:grpSpPr>
          <a:xfrm>
            <a:off x="6191390" y="1981489"/>
            <a:ext cx="389068" cy="347787"/>
            <a:chOff x="6191390" y="1981489"/>
            <a:chExt cx="389068" cy="347787"/>
          </a:xfrm>
        </p:grpSpPr>
        <p:sp>
          <p:nvSpPr>
            <p:cNvPr id="14365" name="Google Shape;14365;p65"/>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66" name="Google Shape;14366;p65"/>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67" name="Google Shape;14367;p65"/>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68" name="Google Shape;14368;p65"/>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69" name="Google Shape;14369;p65"/>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70" name="Google Shape;14370;p65"/>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71" name="Google Shape;14371;p65"/>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372" name="Google Shape;14372;p65"/>
          <p:cNvGrpSpPr/>
          <p:nvPr/>
        </p:nvGrpSpPr>
        <p:grpSpPr>
          <a:xfrm>
            <a:off x="6657846" y="2007591"/>
            <a:ext cx="348103" cy="295714"/>
            <a:chOff x="6657846" y="2007591"/>
            <a:chExt cx="348103" cy="295714"/>
          </a:xfrm>
        </p:grpSpPr>
        <p:sp>
          <p:nvSpPr>
            <p:cNvPr id="14373" name="Google Shape;14373;p65"/>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74" name="Google Shape;14374;p65"/>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75" name="Google Shape;14375;p65"/>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76" name="Google Shape;14376;p65"/>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77" name="Google Shape;14377;p65"/>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78" name="Google Shape;14378;p65"/>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79" name="Google Shape;14379;p65"/>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80" name="Google Shape;14380;p65"/>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81" name="Google Shape;14381;p65"/>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82" name="Google Shape;14382;p65"/>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83" name="Google Shape;14383;p65"/>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84" name="Google Shape;14384;p65"/>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85" name="Google Shape;14385;p65"/>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86" name="Google Shape;14386;p65"/>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87" name="Google Shape;14387;p65"/>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88" name="Google Shape;14388;p65"/>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89" name="Google Shape;14389;p65"/>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90" name="Google Shape;14390;p65"/>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91" name="Google Shape;14391;p65"/>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92" name="Google Shape;14392;p65"/>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93" name="Google Shape;14393;p65"/>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94" name="Google Shape;14394;p65"/>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95" name="Google Shape;14395;p65"/>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96" name="Google Shape;14396;p65"/>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97" name="Google Shape;14397;p65"/>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398" name="Google Shape;14398;p65"/>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399" name="Google Shape;14399;p65"/>
          <p:cNvGrpSpPr/>
          <p:nvPr/>
        </p:nvGrpSpPr>
        <p:grpSpPr>
          <a:xfrm>
            <a:off x="7104188" y="1971904"/>
            <a:ext cx="347341" cy="348103"/>
            <a:chOff x="7104188" y="1971904"/>
            <a:chExt cx="347341" cy="348103"/>
          </a:xfrm>
        </p:grpSpPr>
        <p:sp>
          <p:nvSpPr>
            <p:cNvPr id="14400" name="Google Shape;14400;p65"/>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01" name="Google Shape;14401;p65"/>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02" name="Google Shape;14402;p65"/>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03" name="Google Shape;14403;p65"/>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04" name="Google Shape;14404;p65"/>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05" name="Google Shape;14405;p65"/>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06" name="Google Shape;14406;p65"/>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07" name="Google Shape;14407;p65"/>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08" name="Google Shape;14408;p65"/>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09" name="Google Shape;14409;p65"/>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10" name="Google Shape;14410;p65"/>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11" name="Google Shape;14411;p65"/>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12" name="Google Shape;14412;p65"/>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13" name="Google Shape;14413;p65"/>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14" name="Google Shape;14414;p65"/>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15" name="Google Shape;14415;p65"/>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16" name="Google Shape;14416;p65"/>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17" name="Google Shape;14417;p65"/>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18" name="Google Shape;14418;p65"/>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19" name="Google Shape;14419;p65"/>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20" name="Google Shape;14420;p65"/>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21" name="Google Shape;14421;p65"/>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22" name="Google Shape;14422;p65"/>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23" name="Google Shape;14423;p65"/>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24" name="Google Shape;14424;p65"/>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25" name="Google Shape;14425;p65"/>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26" name="Google Shape;14426;p65"/>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27" name="Google Shape;14427;p65"/>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28" name="Google Shape;14428;p65"/>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29" name="Google Shape;14429;p65"/>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430" name="Google Shape;14430;p65"/>
          <p:cNvGrpSpPr/>
          <p:nvPr/>
        </p:nvGrpSpPr>
        <p:grpSpPr>
          <a:xfrm>
            <a:off x="7551264" y="1971904"/>
            <a:ext cx="344321" cy="348155"/>
            <a:chOff x="7551264" y="1971904"/>
            <a:chExt cx="344321" cy="348155"/>
          </a:xfrm>
        </p:grpSpPr>
        <p:sp>
          <p:nvSpPr>
            <p:cNvPr id="14431" name="Google Shape;14431;p65"/>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32" name="Google Shape;14432;p65"/>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33" name="Google Shape;14433;p65"/>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34" name="Google Shape;14434;p65"/>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35" name="Google Shape;14435;p65"/>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36" name="Google Shape;14436;p65"/>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37" name="Google Shape;14437;p65"/>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38" name="Google Shape;14438;p65"/>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39" name="Google Shape;14439;p65"/>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40" name="Google Shape;14440;p65"/>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41" name="Google Shape;14441;p65"/>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42" name="Google Shape;14442;p65"/>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43" name="Google Shape;14443;p65"/>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44" name="Google Shape;14444;p65"/>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45" name="Google Shape;14445;p65"/>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46" name="Google Shape;14446;p65"/>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47" name="Google Shape;14447;p65"/>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48" name="Google Shape;14448;p65"/>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49" name="Google Shape;14449;p65"/>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450" name="Google Shape;14450;p65"/>
          <p:cNvGrpSpPr/>
          <p:nvPr/>
        </p:nvGrpSpPr>
        <p:grpSpPr>
          <a:xfrm>
            <a:off x="7992065" y="1971904"/>
            <a:ext cx="351621" cy="348103"/>
            <a:chOff x="7992065" y="1971904"/>
            <a:chExt cx="351621" cy="348103"/>
          </a:xfrm>
        </p:grpSpPr>
        <p:sp>
          <p:nvSpPr>
            <p:cNvPr id="14451" name="Google Shape;14451;p65"/>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52" name="Google Shape;14452;p65"/>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53" name="Google Shape;14453;p65"/>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54" name="Google Shape;14454;p65"/>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55" name="Google Shape;14455;p65"/>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56" name="Google Shape;14456;p65"/>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57" name="Google Shape;14457;p65"/>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58" name="Google Shape;14458;p65"/>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59" name="Google Shape;14459;p65"/>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60" name="Google Shape;14460;p65"/>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61" name="Google Shape;14461;p65"/>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62" name="Google Shape;14462;p65"/>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63" name="Google Shape;14463;p65"/>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64" name="Google Shape;14464;p65"/>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65" name="Google Shape;14465;p65"/>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466" name="Google Shape;14466;p65"/>
          <p:cNvGrpSpPr/>
          <p:nvPr/>
        </p:nvGrpSpPr>
        <p:grpSpPr>
          <a:xfrm>
            <a:off x="4911189" y="3793455"/>
            <a:ext cx="296580" cy="364935"/>
            <a:chOff x="4911189" y="3793455"/>
            <a:chExt cx="296580" cy="364935"/>
          </a:xfrm>
        </p:grpSpPr>
        <p:sp>
          <p:nvSpPr>
            <p:cNvPr id="14467" name="Google Shape;14467;p65"/>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68" name="Google Shape;14468;p65"/>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69" name="Google Shape;14469;p65"/>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70" name="Google Shape;14470;p65"/>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71" name="Google Shape;14471;p65"/>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72" name="Google Shape;14472;p65"/>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73" name="Google Shape;14473;p65"/>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74" name="Google Shape;14474;p65"/>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75" name="Google Shape;14475;p65"/>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76" name="Google Shape;14476;p65"/>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77" name="Google Shape;14477;p65"/>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78" name="Google Shape;14478;p65"/>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79" name="Google Shape;14479;p65"/>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80" name="Google Shape;14480;p65"/>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81" name="Google Shape;14481;p65"/>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82" name="Google Shape;14482;p65"/>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83" name="Google Shape;14483;p65"/>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84" name="Google Shape;14484;p65"/>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85" name="Google Shape;14485;p65"/>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86" name="Google Shape;14486;p65"/>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487" name="Google Shape;14487;p65"/>
          <p:cNvGrpSpPr/>
          <p:nvPr/>
        </p:nvGrpSpPr>
        <p:grpSpPr>
          <a:xfrm>
            <a:off x="5341433" y="3793271"/>
            <a:ext cx="330272" cy="329117"/>
            <a:chOff x="5341433" y="3793271"/>
            <a:chExt cx="330272" cy="329117"/>
          </a:xfrm>
        </p:grpSpPr>
        <p:sp>
          <p:nvSpPr>
            <p:cNvPr id="14488" name="Google Shape;14488;p65"/>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89" name="Google Shape;14489;p65"/>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90" name="Google Shape;14490;p65"/>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91" name="Google Shape;14491;p65"/>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92" name="Google Shape;14492;p65"/>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93" name="Google Shape;14493;p65"/>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94" name="Google Shape;14494;p65"/>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95" name="Google Shape;14495;p65"/>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96" name="Google Shape;14496;p65"/>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97" name="Google Shape;14497;p65"/>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98" name="Google Shape;14498;p65"/>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499" name="Google Shape;14499;p65"/>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00" name="Google Shape;14500;p65"/>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01" name="Google Shape;14501;p65"/>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02" name="Google Shape;14502;p65"/>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03" name="Google Shape;14503;p65"/>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504" name="Google Shape;14504;p65"/>
          <p:cNvGrpSpPr/>
          <p:nvPr/>
        </p:nvGrpSpPr>
        <p:grpSpPr>
          <a:xfrm>
            <a:off x="5744051" y="3766250"/>
            <a:ext cx="428511" cy="383186"/>
            <a:chOff x="5744051" y="3766250"/>
            <a:chExt cx="428511" cy="383186"/>
          </a:xfrm>
        </p:grpSpPr>
        <p:sp>
          <p:nvSpPr>
            <p:cNvPr id="14505" name="Google Shape;14505;p65"/>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06" name="Google Shape;14506;p65"/>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07" name="Google Shape;14507;p65"/>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08" name="Google Shape;14508;p65"/>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09" name="Google Shape;14509;p65"/>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10" name="Google Shape;14510;p65"/>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11" name="Google Shape;14511;p65"/>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12" name="Google Shape;14512;p65"/>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13" name="Google Shape;14513;p65"/>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14" name="Google Shape;14514;p65"/>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15" name="Google Shape;14515;p65"/>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16" name="Google Shape;14516;p65"/>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17" name="Google Shape;14517;p65"/>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18" name="Google Shape;14518;p65"/>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19" name="Google Shape;14519;p65"/>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20" name="Google Shape;14520;p65"/>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21" name="Google Shape;14521;p65"/>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522" name="Google Shape;14522;p65"/>
          <p:cNvGrpSpPr/>
          <p:nvPr/>
        </p:nvGrpSpPr>
        <p:grpSpPr>
          <a:xfrm>
            <a:off x="6678697" y="3793324"/>
            <a:ext cx="342824" cy="328985"/>
            <a:chOff x="6678697" y="3793324"/>
            <a:chExt cx="342824" cy="328985"/>
          </a:xfrm>
        </p:grpSpPr>
        <p:sp>
          <p:nvSpPr>
            <p:cNvPr id="14523" name="Google Shape;14523;p65"/>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24" name="Google Shape;14524;p65"/>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25" name="Google Shape;14525;p65"/>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26" name="Google Shape;14526;p65"/>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27" name="Google Shape;14527;p65"/>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28" name="Google Shape;14528;p65"/>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29" name="Google Shape;14529;p65"/>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30" name="Google Shape;14530;p65"/>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531" name="Google Shape;14531;p65"/>
          <p:cNvGrpSpPr/>
          <p:nvPr/>
        </p:nvGrpSpPr>
        <p:grpSpPr>
          <a:xfrm>
            <a:off x="7101903" y="3762022"/>
            <a:ext cx="398627" cy="392088"/>
            <a:chOff x="7101903" y="3762022"/>
            <a:chExt cx="398627" cy="392088"/>
          </a:xfrm>
        </p:grpSpPr>
        <p:sp>
          <p:nvSpPr>
            <p:cNvPr id="14532" name="Google Shape;14532;p65"/>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33" name="Google Shape;14533;p65"/>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34" name="Google Shape;14534;p65"/>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35" name="Google Shape;14535;p65"/>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36" name="Google Shape;14536;p65"/>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37" name="Google Shape;14537;p65"/>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38" name="Google Shape;14538;p65"/>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39" name="Google Shape;14539;p65"/>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40" name="Google Shape;14540;p65"/>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41" name="Google Shape;14541;p65"/>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42" name="Google Shape;14542;p65"/>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43" name="Google Shape;14543;p65"/>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44" name="Google Shape;14544;p65"/>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45" name="Google Shape;14545;p65"/>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46" name="Google Shape;14546;p65"/>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47" name="Google Shape;14547;p65"/>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48" name="Google Shape;14548;p65"/>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49" name="Google Shape;14549;p65"/>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550" name="Google Shape;14550;p65"/>
          <p:cNvGrpSpPr/>
          <p:nvPr/>
        </p:nvGrpSpPr>
        <p:grpSpPr>
          <a:xfrm>
            <a:off x="7541469" y="3793455"/>
            <a:ext cx="407897" cy="328985"/>
            <a:chOff x="7541469" y="3793455"/>
            <a:chExt cx="407897" cy="328985"/>
          </a:xfrm>
        </p:grpSpPr>
        <p:sp>
          <p:nvSpPr>
            <p:cNvPr id="14551" name="Google Shape;14551;p65"/>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52" name="Google Shape;14552;p65"/>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53" name="Google Shape;14553;p65"/>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54" name="Google Shape;14554;p65"/>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55" name="Google Shape;14555;p65"/>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56" name="Google Shape;14556;p65"/>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57" name="Google Shape;14557;p65"/>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58" name="Google Shape;14558;p65"/>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59" name="Google Shape;14559;p65"/>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60" name="Google Shape;14560;p65"/>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61" name="Google Shape;14561;p65"/>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62" name="Google Shape;14562;p65"/>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63" name="Google Shape;14563;p65"/>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64" name="Google Shape;14564;p65"/>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65" name="Google Shape;14565;p65"/>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66" name="Google Shape;14566;p65"/>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67" name="Google Shape;14567;p65"/>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68" name="Google Shape;14568;p65"/>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69" name="Google Shape;14569;p65"/>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70" name="Google Shape;14570;p65"/>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71" name="Google Shape;14571;p65"/>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72" name="Google Shape;14572;p65"/>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73" name="Google Shape;14573;p65"/>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74" name="Google Shape;14574;p65"/>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75" name="Google Shape;14575;p65"/>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76" name="Google Shape;14576;p65"/>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77" name="Google Shape;14577;p65"/>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78" name="Google Shape;14578;p65"/>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79" name="Google Shape;14579;p65"/>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80" name="Google Shape;14580;p65"/>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581" name="Google Shape;14581;p65"/>
          <p:cNvGrpSpPr/>
          <p:nvPr/>
        </p:nvGrpSpPr>
        <p:grpSpPr>
          <a:xfrm>
            <a:off x="5310288" y="2956312"/>
            <a:ext cx="432292" cy="264412"/>
            <a:chOff x="5310288" y="2956312"/>
            <a:chExt cx="432292" cy="264412"/>
          </a:xfrm>
        </p:grpSpPr>
        <p:sp>
          <p:nvSpPr>
            <p:cNvPr id="14582" name="Google Shape;14582;p65"/>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83" name="Google Shape;14583;p65"/>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84" name="Google Shape;14584;p65"/>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85" name="Google Shape;14585;p65"/>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86" name="Google Shape;14586;p65"/>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87" name="Google Shape;14587;p65"/>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88" name="Google Shape;14588;p65"/>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89" name="Google Shape;14589;p65"/>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90" name="Google Shape;14590;p65"/>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91" name="Google Shape;14591;p65"/>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92" name="Google Shape;14592;p65"/>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93" name="Google Shape;14593;p65"/>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94" name="Google Shape;14594;p65"/>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95" name="Google Shape;14595;p65"/>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96" name="Google Shape;14596;p65"/>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97" name="Google Shape;14597;p65"/>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98" name="Google Shape;14598;p65"/>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599" name="Google Shape;14599;p65"/>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00" name="Google Shape;14600;p65"/>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01" name="Google Shape;14601;p65"/>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02" name="Google Shape;14602;p65"/>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03" name="Google Shape;14603;p65"/>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04" name="Google Shape;14604;p65"/>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05" name="Google Shape;14605;p65"/>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06" name="Google Shape;14606;p65"/>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07" name="Google Shape;14607;p65"/>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08" name="Google Shape;14608;p65"/>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609" name="Google Shape;14609;p65"/>
          <p:cNvGrpSpPr/>
          <p:nvPr/>
        </p:nvGrpSpPr>
        <p:grpSpPr>
          <a:xfrm>
            <a:off x="4879047" y="2432320"/>
            <a:ext cx="398075" cy="340303"/>
            <a:chOff x="4879047" y="2432320"/>
            <a:chExt cx="398075" cy="340303"/>
          </a:xfrm>
        </p:grpSpPr>
        <p:sp>
          <p:nvSpPr>
            <p:cNvPr id="14610" name="Google Shape;14610;p65"/>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11" name="Google Shape;14611;p65"/>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12" name="Google Shape;14612;p65"/>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13" name="Google Shape;14613;p65"/>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14" name="Google Shape;14614;p65"/>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15" name="Google Shape;14615;p65"/>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16" name="Google Shape;14616;p65"/>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17" name="Google Shape;14617;p65"/>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18" name="Google Shape;14618;p65"/>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19" name="Google Shape;14619;p65"/>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20" name="Google Shape;14620;p65"/>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21" name="Google Shape;14621;p65"/>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22" name="Google Shape;14622;p65"/>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23" name="Google Shape;14623;p65"/>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24" name="Google Shape;14624;p65"/>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25" name="Google Shape;14625;p65"/>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26" name="Google Shape;14626;p65"/>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27" name="Google Shape;14627;p65"/>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28" name="Google Shape;14628;p65"/>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29" name="Google Shape;14629;p65"/>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30" name="Google Shape;14630;p65"/>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31" name="Google Shape;14631;p65"/>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32" name="Google Shape;14632;p65"/>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33" name="Google Shape;14633;p65"/>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34" name="Google Shape;14634;p65"/>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35" name="Google Shape;14635;p65"/>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636" name="Google Shape;14636;p65"/>
          <p:cNvGrpSpPr/>
          <p:nvPr/>
        </p:nvGrpSpPr>
        <p:grpSpPr>
          <a:xfrm>
            <a:off x="5388701" y="2393823"/>
            <a:ext cx="280982" cy="395896"/>
            <a:chOff x="5388701" y="2393823"/>
            <a:chExt cx="280982" cy="395896"/>
          </a:xfrm>
        </p:grpSpPr>
        <p:sp>
          <p:nvSpPr>
            <p:cNvPr id="14637" name="Google Shape;14637;p65"/>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38" name="Google Shape;14638;p65"/>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39" name="Google Shape;14639;p65"/>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40" name="Google Shape;14640;p65"/>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41" name="Google Shape;14641;p65"/>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42" name="Google Shape;14642;p65"/>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43" name="Google Shape;14643;p65"/>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44" name="Google Shape;14644;p65"/>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45" name="Google Shape;14645;p65"/>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46" name="Google Shape;14646;p65"/>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47" name="Google Shape;14647;p65"/>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48" name="Google Shape;14648;p65"/>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49" name="Google Shape;14649;p65"/>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50" name="Google Shape;14650;p65"/>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51" name="Google Shape;14651;p65"/>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52" name="Google Shape;14652;p65"/>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53" name="Google Shape;14653;p65"/>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54" name="Google Shape;14654;p65"/>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55" name="Google Shape;14655;p65"/>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56" name="Google Shape;14656;p65"/>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57" name="Google Shape;14657;p65"/>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58" name="Google Shape;14658;p65"/>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59" name="Google Shape;14659;p65"/>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60" name="Google Shape;14660;p65"/>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61" name="Google Shape;14661;p65"/>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62" name="Google Shape;14662;p65"/>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63" name="Google Shape;14663;p65"/>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64" name="Google Shape;14664;p65"/>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65" name="Google Shape;14665;p65"/>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66" name="Google Shape;14666;p65"/>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667" name="Google Shape;14667;p65"/>
          <p:cNvGrpSpPr/>
          <p:nvPr/>
        </p:nvGrpSpPr>
        <p:grpSpPr>
          <a:xfrm>
            <a:off x="5743289" y="2439122"/>
            <a:ext cx="444871" cy="316407"/>
            <a:chOff x="5743289" y="2439122"/>
            <a:chExt cx="444871" cy="316407"/>
          </a:xfrm>
        </p:grpSpPr>
        <p:sp>
          <p:nvSpPr>
            <p:cNvPr id="14668" name="Google Shape;14668;p65"/>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69" name="Google Shape;14669;p65"/>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70" name="Google Shape;14670;p65"/>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71" name="Google Shape;14671;p65"/>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72" name="Google Shape;14672;p65"/>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73" name="Google Shape;14673;p65"/>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74" name="Google Shape;14674;p65"/>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75" name="Google Shape;14675;p65"/>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76" name="Google Shape;14676;p65"/>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77" name="Google Shape;14677;p65"/>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78" name="Google Shape;14678;p65"/>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79" name="Google Shape;14679;p65"/>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80" name="Google Shape;14680;p65"/>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81" name="Google Shape;14681;p65"/>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82" name="Google Shape;14682;p65"/>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83" name="Google Shape;14683;p65"/>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84" name="Google Shape;14684;p65"/>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85" name="Google Shape;14685;p65"/>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86" name="Google Shape;14686;p65"/>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87" name="Google Shape;14687;p65"/>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88" name="Google Shape;14688;p65"/>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89" name="Google Shape;14689;p65"/>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90" name="Google Shape;14690;p65"/>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91" name="Google Shape;14691;p65"/>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92" name="Google Shape;14692;p65"/>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93" name="Google Shape;14693;p65"/>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94" name="Google Shape;14694;p65"/>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95" name="Google Shape;14695;p65"/>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96" name="Google Shape;14696;p65"/>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697" name="Google Shape;14697;p65"/>
          <p:cNvGrpSpPr/>
          <p:nvPr/>
        </p:nvGrpSpPr>
        <p:grpSpPr>
          <a:xfrm>
            <a:off x="6230360" y="2432583"/>
            <a:ext cx="351359" cy="363412"/>
            <a:chOff x="6230360" y="2432583"/>
            <a:chExt cx="351359" cy="363412"/>
          </a:xfrm>
        </p:grpSpPr>
        <p:sp>
          <p:nvSpPr>
            <p:cNvPr id="14698" name="Google Shape;14698;p65"/>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699" name="Google Shape;14699;p65"/>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00" name="Google Shape;14700;p65"/>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01" name="Google Shape;14701;p65"/>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02" name="Google Shape;14702;p65"/>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03" name="Google Shape;14703;p65"/>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04" name="Google Shape;14704;p65"/>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05" name="Google Shape;14705;p65"/>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06" name="Google Shape;14706;p65"/>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07" name="Google Shape;14707;p65"/>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08" name="Google Shape;14708;p65"/>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09" name="Google Shape;14709;p65"/>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10" name="Google Shape;14710;p65"/>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11" name="Google Shape;14711;p65"/>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12" name="Google Shape;14712;p65"/>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13" name="Google Shape;14713;p65"/>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14" name="Google Shape;14714;p65"/>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15" name="Google Shape;14715;p65"/>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16" name="Google Shape;14716;p65"/>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17" name="Google Shape;14717;p65"/>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18" name="Google Shape;14718;p65"/>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719" name="Google Shape;14719;p65"/>
          <p:cNvGrpSpPr/>
          <p:nvPr/>
        </p:nvGrpSpPr>
        <p:grpSpPr>
          <a:xfrm>
            <a:off x="6633976" y="2459552"/>
            <a:ext cx="387781" cy="286680"/>
            <a:chOff x="6633976" y="2459552"/>
            <a:chExt cx="387781" cy="286680"/>
          </a:xfrm>
        </p:grpSpPr>
        <p:sp>
          <p:nvSpPr>
            <p:cNvPr id="14720" name="Google Shape;14720;p65"/>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21" name="Google Shape;14721;p65"/>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22" name="Google Shape;14722;p65"/>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23" name="Google Shape;14723;p65"/>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24" name="Google Shape;14724;p65"/>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25" name="Google Shape;14725;p65"/>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26" name="Google Shape;14726;p65"/>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727" name="Google Shape;14727;p65"/>
          <p:cNvGrpSpPr/>
          <p:nvPr/>
        </p:nvGrpSpPr>
        <p:grpSpPr>
          <a:xfrm>
            <a:off x="7091110" y="2428565"/>
            <a:ext cx="376989" cy="348864"/>
            <a:chOff x="7091110" y="2428565"/>
            <a:chExt cx="376989" cy="348864"/>
          </a:xfrm>
        </p:grpSpPr>
        <p:sp>
          <p:nvSpPr>
            <p:cNvPr id="14728" name="Google Shape;14728;p65"/>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29" name="Google Shape;14729;p65"/>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30" name="Google Shape;14730;p65"/>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31" name="Google Shape;14731;p65"/>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32" name="Google Shape;14732;p65"/>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33" name="Google Shape;14733;p65"/>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34" name="Google Shape;14734;p65"/>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35" name="Google Shape;14735;p65"/>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36" name="Google Shape;14736;p65"/>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37" name="Google Shape;14737;p65"/>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38" name="Google Shape;14738;p65"/>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39" name="Google Shape;14739;p65"/>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40" name="Google Shape;14740;p65"/>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41" name="Google Shape;14741;p65"/>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42" name="Google Shape;14742;p65"/>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43" name="Google Shape;14743;p65"/>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44" name="Google Shape;14744;p65"/>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45" name="Google Shape;14745;p65"/>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46" name="Google Shape;14746;p65"/>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47" name="Google Shape;14747;p65"/>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48" name="Google Shape;14748;p65"/>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49" name="Google Shape;14749;p65"/>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50" name="Google Shape;14750;p65"/>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51" name="Google Shape;14751;p65"/>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52" name="Google Shape;14752;p65"/>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53" name="Google Shape;14753;p65"/>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54" name="Google Shape;14754;p65"/>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55" name="Google Shape;14755;p65"/>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56" name="Google Shape;14756;p65"/>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57" name="Google Shape;14757;p65"/>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58" name="Google Shape;14758;p65"/>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759" name="Google Shape;14759;p65"/>
          <p:cNvGrpSpPr/>
          <p:nvPr/>
        </p:nvGrpSpPr>
        <p:grpSpPr>
          <a:xfrm>
            <a:off x="7536427" y="2415225"/>
            <a:ext cx="369715" cy="375492"/>
            <a:chOff x="7536427" y="2415225"/>
            <a:chExt cx="369715" cy="375492"/>
          </a:xfrm>
        </p:grpSpPr>
        <p:sp>
          <p:nvSpPr>
            <p:cNvPr id="14760" name="Google Shape;14760;p65"/>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61" name="Google Shape;14761;p65"/>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62" name="Google Shape;14762;p65"/>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63" name="Google Shape;14763;p65"/>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64" name="Google Shape;14764;p65"/>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65" name="Google Shape;14765;p65"/>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66" name="Google Shape;14766;p65"/>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67" name="Google Shape;14767;p65"/>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68" name="Google Shape;14768;p65"/>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69" name="Google Shape;14769;p65"/>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70" name="Google Shape;14770;p65"/>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71" name="Google Shape;14771;p65"/>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72" name="Google Shape;14772;p65"/>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73" name="Google Shape;14773;p65"/>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74" name="Google Shape;14774;p65"/>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75" name="Google Shape;14775;p65"/>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76" name="Google Shape;14776;p65"/>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77" name="Google Shape;14777;p65"/>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78" name="Google Shape;14778;p65"/>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79" name="Google Shape;14779;p65"/>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80" name="Google Shape;14780;p65"/>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81" name="Google Shape;14781;p65"/>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82" name="Google Shape;14782;p65"/>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83" name="Google Shape;14783;p65"/>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84" name="Google Shape;14784;p65"/>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85" name="Google Shape;14785;p65"/>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86" name="Google Shape;14786;p65"/>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87" name="Google Shape;14787;p65"/>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88" name="Google Shape;14788;p65"/>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89" name="Google Shape;14789;p65"/>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90" name="Google Shape;14790;p65"/>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91" name="Google Shape;14791;p65"/>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92" name="Google Shape;14792;p65"/>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93" name="Google Shape;14793;p65"/>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94" name="Google Shape;14794;p65"/>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95" name="Google Shape;14795;p65"/>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96" name="Google Shape;14796;p65"/>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797" name="Google Shape;14797;p65"/>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798" name="Google Shape;14798;p65"/>
          <p:cNvGrpSpPr/>
          <p:nvPr/>
        </p:nvGrpSpPr>
        <p:grpSpPr>
          <a:xfrm>
            <a:off x="7980773" y="2428802"/>
            <a:ext cx="353381" cy="358160"/>
            <a:chOff x="7980773" y="2428802"/>
            <a:chExt cx="353381" cy="358160"/>
          </a:xfrm>
        </p:grpSpPr>
        <p:sp>
          <p:nvSpPr>
            <p:cNvPr id="14799" name="Google Shape;14799;p65"/>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00" name="Google Shape;14800;p65"/>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01" name="Google Shape;14801;p65"/>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02" name="Google Shape;14802;p65"/>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03" name="Google Shape;14803;p65"/>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04" name="Google Shape;14804;p65"/>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05" name="Google Shape;14805;p65"/>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06" name="Google Shape;14806;p65"/>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07" name="Google Shape;14807;p65"/>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08" name="Google Shape;14808;p65"/>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09" name="Google Shape;14809;p65"/>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10" name="Google Shape;14810;p65"/>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11" name="Google Shape;14811;p65"/>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12" name="Google Shape;14812;p65"/>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13" name="Google Shape;14813;p65"/>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14" name="Google Shape;14814;p65"/>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15" name="Google Shape;14815;p65"/>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16" name="Google Shape;14816;p65"/>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17" name="Google Shape;14817;p65"/>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18" name="Google Shape;14818;p65"/>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19" name="Google Shape;14819;p65"/>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20" name="Google Shape;14820;p65"/>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21" name="Google Shape;14821;p65"/>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22" name="Google Shape;14822;p65"/>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23" name="Google Shape;14823;p65"/>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24" name="Google Shape;14824;p65"/>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25" name="Google Shape;14825;p65"/>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26" name="Google Shape;14826;p65"/>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27" name="Google Shape;14827;p65"/>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28" name="Google Shape;14828;p65"/>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829" name="Google Shape;14829;p65"/>
          <p:cNvGrpSpPr/>
          <p:nvPr/>
        </p:nvGrpSpPr>
        <p:grpSpPr>
          <a:xfrm>
            <a:off x="4886058" y="4291240"/>
            <a:ext cx="346343" cy="343953"/>
            <a:chOff x="4886058" y="4291240"/>
            <a:chExt cx="346343" cy="343953"/>
          </a:xfrm>
        </p:grpSpPr>
        <p:sp>
          <p:nvSpPr>
            <p:cNvPr id="14830" name="Google Shape;14830;p65"/>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31" name="Google Shape;14831;p65"/>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32" name="Google Shape;14832;p65"/>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33" name="Google Shape;14833;p65"/>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34" name="Google Shape;14834;p65"/>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35" name="Google Shape;14835;p65"/>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36" name="Google Shape;14836;p65"/>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37" name="Google Shape;14837;p65"/>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38" name="Google Shape;14838;p65"/>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39" name="Google Shape;14839;p65"/>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40" name="Google Shape;14840;p65"/>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41" name="Google Shape;14841;p65"/>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42" name="Google Shape;14842;p65"/>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843" name="Google Shape;14843;p65"/>
          <p:cNvGrpSpPr/>
          <p:nvPr/>
        </p:nvGrpSpPr>
        <p:grpSpPr>
          <a:xfrm>
            <a:off x="5344216" y="4291056"/>
            <a:ext cx="304616" cy="343560"/>
            <a:chOff x="5344216" y="4291056"/>
            <a:chExt cx="304616" cy="343560"/>
          </a:xfrm>
        </p:grpSpPr>
        <p:sp>
          <p:nvSpPr>
            <p:cNvPr id="14844" name="Google Shape;14844;p65"/>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45" name="Google Shape;14845;p65"/>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46" name="Google Shape;14846;p65"/>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47" name="Google Shape;14847;p65"/>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48" name="Google Shape;14848;p65"/>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49" name="Google Shape;14849;p65"/>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50" name="Google Shape;14850;p65"/>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51" name="Google Shape;14851;p65"/>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52" name="Google Shape;14852;p65"/>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53" name="Google Shape;14853;p65"/>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54" name="Google Shape;14854;p65"/>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855" name="Google Shape;14855;p65"/>
          <p:cNvGrpSpPr/>
          <p:nvPr/>
        </p:nvGrpSpPr>
        <p:grpSpPr>
          <a:xfrm>
            <a:off x="6279999" y="4264422"/>
            <a:ext cx="204093" cy="343743"/>
            <a:chOff x="6271562" y="4290872"/>
            <a:chExt cx="204093" cy="343743"/>
          </a:xfrm>
        </p:grpSpPr>
        <p:sp>
          <p:nvSpPr>
            <p:cNvPr id="14856" name="Google Shape;14856;p65"/>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57" name="Google Shape;14857;p65"/>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58" name="Google Shape;14858;p65"/>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59" name="Google Shape;14859;p65"/>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60" name="Google Shape;14860;p65"/>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61" name="Google Shape;14861;p65"/>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62" name="Google Shape;14862;p65"/>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63" name="Google Shape;14863;p65"/>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64" name="Google Shape;14864;p65"/>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65" name="Google Shape;14865;p65"/>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66" name="Google Shape;14866;p65"/>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67" name="Google Shape;14867;p65"/>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868" name="Google Shape;14868;p65"/>
          <p:cNvGrpSpPr/>
          <p:nvPr/>
        </p:nvGrpSpPr>
        <p:grpSpPr>
          <a:xfrm>
            <a:off x="6639491" y="4329238"/>
            <a:ext cx="344085" cy="267195"/>
            <a:chOff x="6639491" y="4329238"/>
            <a:chExt cx="344085" cy="267195"/>
          </a:xfrm>
        </p:grpSpPr>
        <p:sp>
          <p:nvSpPr>
            <p:cNvPr id="14869" name="Google Shape;14869;p65"/>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70" name="Google Shape;14870;p65"/>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71" name="Google Shape;14871;p65"/>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72" name="Google Shape;14872;p65"/>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73" name="Google Shape;14873;p65"/>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74" name="Google Shape;14874;p65"/>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75" name="Google Shape;14875;p65"/>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76" name="Google Shape;14876;p65"/>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77" name="Google Shape;14877;p65"/>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78" name="Google Shape;14878;p65"/>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79" name="Google Shape;14879;p65"/>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80" name="Google Shape;14880;p65"/>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81" name="Google Shape;14881;p65"/>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82" name="Google Shape;14882;p65"/>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83" name="Google Shape;14883;p65"/>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84" name="Google Shape;14884;p65"/>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85" name="Google Shape;14885;p65"/>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86" name="Google Shape;14886;p65"/>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887" name="Google Shape;14887;p65"/>
          <p:cNvGrpSpPr/>
          <p:nvPr/>
        </p:nvGrpSpPr>
        <p:grpSpPr>
          <a:xfrm>
            <a:off x="7133336" y="4291056"/>
            <a:ext cx="232979" cy="343560"/>
            <a:chOff x="7133336" y="4291056"/>
            <a:chExt cx="232979" cy="343560"/>
          </a:xfrm>
        </p:grpSpPr>
        <p:sp>
          <p:nvSpPr>
            <p:cNvPr id="14888" name="Google Shape;14888;p65"/>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89" name="Google Shape;14889;p65"/>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90" name="Google Shape;14890;p65"/>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91" name="Google Shape;14891;p65"/>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92" name="Google Shape;14892;p65"/>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93" name="Google Shape;14893;p65"/>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94" name="Google Shape;14894;p65"/>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95" name="Google Shape;14895;p65"/>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96" name="Google Shape;14896;p65"/>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97" name="Google Shape;14897;p65"/>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98" name="Google Shape;14898;p65"/>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899" name="Google Shape;14899;p65"/>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00" name="Google Shape;14900;p65"/>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01" name="Google Shape;14901;p65"/>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02" name="Google Shape;14902;p65"/>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03" name="Google Shape;14903;p65"/>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04" name="Google Shape;14904;p65"/>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905" name="Google Shape;14905;p65"/>
          <p:cNvGrpSpPr/>
          <p:nvPr/>
        </p:nvGrpSpPr>
        <p:grpSpPr>
          <a:xfrm>
            <a:off x="7571379" y="4291056"/>
            <a:ext cx="232979" cy="343560"/>
            <a:chOff x="7571379" y="4291056"/>
            <a:chExt cx="232979" cy="343560"/>
          </a:xfrm>
        </p:grpSpPr>
        <p:sp>
          <p:nvSpPr>
            <p:cNvPr id="14906" name="Google Shape;14906;p65"/>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07" name="Google Shape;14907;p65"/>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08" name="Google Shape;14908;p65"/>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09" name="Google Shape;14909;p65"/>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10" name="Google Shape;14910;p65"/>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11" name="Google Shape;14911;p65"/>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12" name="Google Shape;14912;p65"/>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13" name="Google Shape;14913;p65"/>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14" name="Google Shape;14914;p65"/>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15" name="Google Shape;14915;p65"/>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16" name="Google Shape;14916;p65"/>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17" name="Google Shape;14917;p65"/>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18" name="Google Shape;14918;p65"/>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19" name="Google Shape;14919;p65"/>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20" name="Google Shape;14920;p65"/>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21" name="Google Shape;14921;p65"/>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922" name="Google Shape;14922;p65"/>
          <p:cNvGrpSpPr/>
          <p:nvPr/>
        </p:nvGrpSpPr>
        <p:grpSpPr>
          <a:xfrm>
            <a:off x="6666381" y="3347875"/>
            <a:ext cx="295819" cy="370712"/>
            <a:chOff x="6666381" y="3347875"/>
            <a:chExt cx="295819" cy="370712"/>
          </a:xfrm>
        </p:grpSpPr>
        <p:sp>
          <p:nvSpPr>
            <p:cNvPr id="14923" name="Google Shape;14923;p65"/>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24" name="Google Shape;14924;p65"/>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25" name="Google Shape;14925;p65"/>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26" name="Google Shape;14926;p65"/>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27" name="Google Shape;14927;p65"/>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28" name="Google Shape;14928;p65"/>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29" name="Google Shape;14929;p65"/>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30" name="Google Shape;14930;p65"/>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31" name="Google Shape;14931;p65"/>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32" name="Google Shape;14932;p65"/>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33" name="Google Shape;14933;p65"/>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34" name="Google Shape;14934;p65"/>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35" name="Google Shape;14935;p65"/>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36" name="Google Shape;14936;p65"/>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37" name="Google Shape;14937;p65"/>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38" name="Google Shape;14938;p65"/>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39" name="Google Shape;14939;p65"/>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40" name="Google Shape;14940;p65"/>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41" name="Google Shape;14941;p65"/>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42" name="Google Shape;14942;p65"/>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43" name="Google Shape;14943;p65"/>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44" name="Google Shape;14944;p65"/>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45" name="Google Shape;14945;p65"/>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46" name="Google Shape;14946;p65"/>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47" name="Google Shape;14947;p65"/>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48" name="Google Shape;14948;p65"/>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49" name="Google Shape;14949;p65"/>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50" name="Google Shape;14950;p65"/>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51" name="Google Shape;14951;p65"/>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52" name="Google Shape;14952;p65"/>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53" name="Google Shape;14953;p65"/>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54" name="Google Shape;14954;p65"/>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55" name="Google Shape;14955;p65"/>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56" name="Google Shape;14956;p65"/>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57" name="Google Shape;14957;p65"/>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58" name="Google Shape;14958;p65"/>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59" name="Google Shape;14959;p65"/>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60" name="Google Shape;14960;p65"/>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61" name="Google Shape;14961;p65"/>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62" name="Google Shape;14962;p65"/>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4963" name="Google Shape;14963;p65"/>
          <p:cNvGrpSpPr/>
          <p:nvPr/>
        </p:nvGrpSpPr>
        <p:grpSpPr>
          <a:xfrm>
            <a:off x="4877760" y="2887459"/>
            <a:ext cx="389567" cy="390329"/>
            <a:chOff x="4877760" y="2887459"/>
            <a:chExt cx="389567" cy="390329"/>
          </a:xfrm>
        </p:grpSpPr>
        <p:sp>
          <p:nvSpPr>
            <p:cNvPr id="14964" name="Google Shape;14964;p65"/>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65" name="Google Shape;14965;p65"/>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66" name="Google Shape;14966;p65"/>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67" name="Google Shape;14967;p65"/>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68" name="Google Shape;14968;p65"/>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69" name="Google Shape;14969;p65"/>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70" name="Google Shape;14970;p65"/>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71" name="Google Shape;14971;p65"/>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72" name="Google Shape;14972;p65"/>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73" name="Google Shape;14973;p65"/>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74" name="Google Shape;14974;p65"/>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75" name="Google Shape;14975;p65"/>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76" name="Google Shape;14976;p65"/>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77" name="Google Shape;14977;p65"/>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78" name="Google Shape;14978;p65"/>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79" name="Google Shape;14979;p65"/>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80" name="Google Shape;14980;p65"/>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81" name="Google Shape;14981;p65"/>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82" name="Google Shape;14982;p65"/>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83" name="Google Shape;14983;p65"/>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84" name="Google Shape;14984;p65"/>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85" name="Google Shape;14985;p65"/>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86" name="Google Shape;14986;p65"/>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87" name="Google Shape;14987;p65"/>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88" name="Google Shape;14988;p65"/>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89" name="Google Shape;14989;p65"/>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90" name="Google Shape;14990;p65"/>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91" name="Google Shape;14991;p65"/>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92" name="Google Shape;14992;p65"/>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93" name="Google Shape;14993;p65"/>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94" name="Google Shape;14994;p65"/>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95" name="Google Shape;14995;p65"/>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96" name="Google Shape;14996;p65"/>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97" name="Google Shape;14997;p65"/>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98" name="Google Shape;14998;p65"/>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4999" name="Google Shape;14999;p65"/>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00" name="Google Shape;15000;p65"/>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01" name="Google Shape;15001;p65"/>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02" name="Google Shape;15002;p65"/>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03" name="Google Shape;15003;p65"/>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04" name="Google Shape;15004;p65"/>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05" name="Google Shape;15005;p65"/>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06" name="Google Shape;15006;p65"/>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07" name="Google Shape;15007;p65"/>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5008" name="Google Shape;15008;p65"/>
          <p:cNvSpPr/>
          <p:nvPr/>
        </p:nvSpPr>
        <p:spPr>
          <a:xfrm>
            <a:off x="5911170" y="28876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09" name="Google Shape;15009;p65"/>
          <p:cNvSpPr/>
          <p:nvPr/>
        </p:nvSpPr>
        <p:spPr>
          <a:xfrm>
            <a:off x="5911170" y="28876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10" name="Google Shape;15010;p65"/>
          <p:cNvSpPr/>
          <p:nvPr/>
        </p:nvSpPr>
        <p:spPr>
          <a:xfrm>
            <a:off x="5798094" y="31453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11" name="Google Shape;15011;p65"/>
          <p:cNvSpPr/>
          <p:nvPr/>
        </p:nvSpPr>
        <p:spPr>
          <a:xfrm>
            <a:off x="5797831" y="31455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12" name="Google Shape;15012;p65"/>
          <p:cNvSpPr/>
          <p:nvPr/>
        </p:nvSpPr>
        <p:spPr>
          <a:xfrm>
            <a:off x="5779239" y="32289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5013" name="Google Shape;15013;p65"/>
          <p:cNvGrpSpPr/>
          <p:nvPr/>
        </p:nvGrpSpPr>
        <p:grpSpPr>
          <a:xfrm>
            <a:off x="5779239" y="2887695"/>
            <a:ext cx="314411" cy="389830"/>
            <a:chOff x="5779239" y="2887695"/>
            <a:chExt cx="314411" cy="389830"/>
          </a:xfrm>
        </p:grpSpPr>
        <p:sp>
          <p:nvSpPr>
            <p:cNvPr id="15014" name="Google Shape;15014;p65"/>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15" name="Google Shape;15015;p65"/>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16" name="Google Shape;15016;p65"/>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17" name="Google Shape;15017;p65"/>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18" name="Google Shape;15018;p65"/>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19" name="Google Shape;15019;p65"/>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20" name="Google Shape;15020;p65"/>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21" name="Google Shape;15021;p65"/>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22" name="Google Shape;15022;p65"/>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23" name="Google Shape;15023;p65"/>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24" name="Google Shape;15024;p65"/>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25" name="Google Shape;15025;p65"/>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26" name="Google Shape;15026;p65"/>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27" name="Google Shape;15027;p65"/>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28" name="Google Shape;15028;p65"/>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29" name="Google Shape;15029;p65"/>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30" name="Google Shape;15030;p65"/>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31" name="Google Shape;15031;p65"/>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32" name="Google Shape;15032;p65"/>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33" name="Google Shape;15033;p65"/>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34" name="Google Shape;15034;p65"/>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35" name="Google Shape;15035;p65"/>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36" name="Google Shape;15036;p65"/>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37" name="Google Shape;15037;p65"/>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38" name="Google Shape;15038;p65"/>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39" name="Google Shape;15039;p65"/>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40" name="Google Shape;15040;p65"/>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41" name="Google Shape;15041;p65"/>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42" name="Google Shape;15042;p65"/>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43" name="Google Shape;15043;p65"/>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44" name="Google Shape;15044;p65"/>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45" name="Google Shape;15045;p65"/>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46" name="Google Shape;15046;p65"/>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47" name="Google Shape;15047;p65"/>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48" name="Google Shape;15048;p65"/>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49" name="Google Shape;15049;p65"/>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50" name="Google Shape;15050;p65"/>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51" name="Google Shape;15051;p65"/>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52" name="Google Shape;15052;p65"/>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53" name="Google Shape;15053;p65"/>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54" name="Google Shape;15054;p65"/>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55" name="Google Shape;15055;p65"/>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56" name="Google Shape;15056;p65"/>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57" name="Google Shape;15057;p65"/>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058" name="Google Shape;15058;p65"/>
          <p:cNvGrpSpPr/>
          <p:nvPr/>
        </p:nvGrpSpPr>
        <p:grpSpPr>
          <a:xfrm>
            <a:off x="6190130" y="2940977"/>
            <a:ext cx="389830" cy="283004"/>
            <a:chOff x="6190130" y="2940977"/>
            <a:chExt cx="389830" cy="283004"/>
          </a:xfrm>
        </p:grpSpPr>
        <p:sp>
          <p:nvSpPr>
            <p:cNvPr id="15059" name="Google Shape;15059;p65"/>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60" name="Google Shape;15060;p65"/>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61" name="Google Shape;15061;p65"/>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62" name="Google Shape;15062;p65"/>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63" name="Google Shape;15063;p65"/>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64" name="Google Shape;15064;p65"/>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65" name="Google Shape;15065;p65"/>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66" name="Google Shape;15066;p65"/>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67" name="Google Shape;15067;p65"/>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68" name="Google Shape;15068;p65"/>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69" name="Google Shape;15069;p65"/>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70" name="Google Shape;15070;p65"/>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71" name="Google Shape;15071;p65"/>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72" name="Google Shape;15072;p65"/>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73" name="Google Shape;15073;p65"/>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74" name="Google Shape;15074;p65"/>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75" name="Google Shape;15075;p65"/>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76" name="Google Shape;15076;p65"/>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77" name="Google Shape;15077;p65"/>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78" name="Google Shape;15078;p65"/>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79" name="Google Shape;15079;p65"/>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80" name="Google Shape;15080;p65"/>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81" name="Google Shape;15081;p65"/>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82" name="Google Shape;15082;p65"/>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83" name="Google Shape;15083;p65"/>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84" name="Google Shape;15084;p65"/>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85" name="Google Shape;15085;p65"/>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86" name="Google Shape;15086;p65"/>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87" name="Google Shape;15087;p65"/>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88" name="Google Shape;15088;p65"/>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089" name="Google Shape;15089;p65"/>
          <p:cNvGrpSpPr/>
          <p:nvPr/>
        </p:nvGrpSpPr>
        <p:grpSpPr>
          <a:xfrm>
            <a:off x="6633976" y="2900274"/>
            <a:ext cx="389803" cy="364673"/>
            <a:chOff x="6633976" y="2900274"/>
            <a:chExt cx="389803" cy="364673"/>
          </a:xfrm>
        </p:grpSpPr>
        <p:sp>
          <p:nvSpPr>
            <p:cNvPr id="15090" name="Google Shape;15090;p65"/>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91" name="Google Shape;15091;p65"/>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92" name="Google Shape;15092;p65"/>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93" name="Google Shape;15093;p65"/>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94" name="Google Shape;15094;p65"/>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95" name="Google Shape;15095;p65"/>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96" name="Google Shape;15096;p65"/>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97" name="Google Shape;15097;p65"/>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98" name="Google Shape;15098;p65"/>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099" name="Google Shape;15099;p65"/>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00" name="Google Shape;15100;p65"/>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01" name="Google Shape;15101;p65"/>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02" name="Google Shape;15102;p65"/>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03" name="Google Shape;15103;p65"/>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04" name="Google Shape;15104;p65"/>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05" name="Google Shape;15105;p65"/>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06" name="Google Shape;15106;p65"/>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107" name="Google Shape;15107;p65"/>
          <p:cNvGrpSpPr/>
          <p:nvPr/>
        </p:nvGrpSpPr>
        <p:grpSpPr>
          <a:xfrm>
            <a:off x="7517835" y="2885437"/>
            <a:ext cx="364935" cy="382529"/>
            <a:chOff x="7517835" y="2885437"/>
            <a:chExt cx="364935" cy="382529"/>
          </a:xfrm>
        </p:grpSpPr>
        <p:sp>
          <p:nvSpPr>
            <p:cNvPr id="15108" name="Google Shape;15108;p65"/>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09" name="Google Shape;15109;p65"/>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10" name="Google Shape;15110;p65"/>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11" name="Google Shape;15111;p65"/>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12" name="Google Shape;15112;p65"/>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13" name="Google Shape;15113;p65"/>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14" name="Google Shape;15114;p65"/>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15" name="Google Shape;15115;p65"/>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16" name="Google Shape;15116;p65"/>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17" name="Google Shape;15117;p65"/>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18" name="Google Shape;15118;p65"/>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19" name="Google Shape;15119;p65"/>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20" name="Google Shape;15120;p65"/>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21" name="Google Shape;15121;p65"/>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22" name="Google Shape;15122;p65"/>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23" name="Google Shape;15123;p65"/>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24" name="Google Shape;15124;p65"/>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25" name="Google Shape;15125;p65"/>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26" name="Google Shape;15126;p65"/>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27" name="Google Shape;15127;p65"/>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28" name="Google Shape;15128;p65"/>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29" name="Google Shape;15129;p65"/>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30" name="Google Shape;15130;p65"/>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31" name="Google Shape;15131;p65"/>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32" name="Google Shape;15132;p65"/>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33" name="Google Shape;15133;p65"/>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34" name="Google Shape;15134;p65"/>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35" name="Google Shape;15135;p65"/>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36" name="Google Shape;15136;p65"/>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37" name="Google Shape;15137;p65"/>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38" name="Google Shape;15138;p65"/>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39" name="Google Shape;15139;p65"/>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40" name="Google Shape;15140;p65"/>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41" name="Google Shape;15141;p65"/>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42" name="Google Shape;15142;p65"/>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43" name="Google Shape;15143;p65"/>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44" name="Google Shape;15144;p65"/>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145" name="Google Shape;15145;p65"/>
          <p:cNvGrpSpPr/>
          <p:nvPr/>
        </p:nvGrpSpPr>
        <p:grpSpPr>
          <a:xfrm>
            <a:off x="7087591" y="2887144"/>
            <a:ext cx="358160" cy="385602"/>
            <a:chOff x="7087591" y="2887144"/>
            <a:chExt cx="358160" cy="385602"/>
          </a:xfrm>
        </p:grpSpPr>
        <p:sp>
          <p:nvSpPr>
            <p:cNvPr id="15146" name="Google Shape;15146;p65"/>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47" name="Google Shape;15147;p65"/>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48" name="Google Shape;15148;p65"/>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49" name="Google Shape;15149;p65"/>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50" name="Google Shape;15150;p65"/>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51" name="Google Shape;15151;p65"/>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52" name="Google Shape;15152;p65"/>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53" name="Google Shape;15153;p65"/>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54" name="Google Shape;15154;p65"/>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55" name="Google Shape;15155;p65"/>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56" name="Google Shape;15156;p65"/>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57" name="Google Shape;15157;p65"/>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58" name="Google Shape;15158;p65"/>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59" name="Google Shape;15159;p65"/>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60" name="Google Shape;15160;p65"/>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61" name="Google Shape;15161;p65"/>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62" name="Google Shape;15162;p65"/>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63" name="Google Shape;15163;p65"/>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64" name="Google Shape;15164;p65"/>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165" name="Google Shape;15165;p65"/>
          <p:cNvGrpSpPr/>
          <p:nvPr/>
        </p:nvGrpSpPr>
        <p:grpSpPr>
          <a:xfrm>
            <a:off x="7951362" y="2885437"/>
            <a:ext cx="382529" cy="382529"/>
            <a:chOff x="7951362" y="2885437"/>
            <a:chExt cx="382529" cy="382529"/>
          </a:xfrm>
        </p:grpSpPr>
        <p:sp>
          <p:nvSpPr>
            <p:cNvPr id="15166" name="Google Shape;15166;p65"/>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67" name="Google Shape;15167;p65"/>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68" name="Google Shape;15168;p65"/>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69" name="Google Shape;15169;p65"/>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70" name="Google Shape;15170;p65"/>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71" name="Google Shape;15171;p65"/>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72" name="Google Shape;15172;p65"/>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73" name="Google Shape;15173;p65"/>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74" name="Google Shape;15174;p65"/>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75" name="Google Shape;15175;p65"/>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76" name="Google Shape;15176;p65"/>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77" name="Google Shape;15177;p65"/>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78" name="Google Shape;15178;p65"/>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79" name="Google Shape;15179;p65"/>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80" name="Google Shape;15180;p65"/>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81" name="Google Shape;15181;p65"/>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82" name="Google Shape;15182;p65"/>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83" name="Google Shape;15183;p65"/>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84" name="Google Shape;15184;p65"/>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85" name="Google Shape;15185;p65"/>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86" name="Google Shape;15186;p65"/>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87" name="Google Shape;15187;p65"/>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88" name="Google Shape;15188;p65"/>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89" name="Google Shape;15189;p65"/>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90" name="Google Shape;15190;p65"/>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91" name="Google Shape;15191;p65"/>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92" name="Google Shape;15192;p65"/>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93" name="Google Shape;15193;p65"/>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94" name="Google Shape;15194;p65"/>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95" name="Google Shape;15195;p65"/>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96" name="Google Shape;15196;p65"/>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97" name="Google Shape;15197;p65"/>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98" name="Google Shape;15198;p65"/>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199" name="Google Shape;15199;p65"/>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00" name="Google Shape;15200;p65"/>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01" name="Google Shape;15201;p65"/>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02" name="Google Shape;15202;p65"/>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03" name="Google Shape;15203;p65"/>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04" name="Google Shape;15204;p65"/>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05" name="Google Shape;15205;p65"/>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06" name="Google Shape;15206;p65"/>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07" name="Google Shape;15207;p65"/>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08" name="Google Shape;15208;p65"/>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09" name="Google Shape;15209;p65"/>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10" name="Google Shape;15210;p65"/>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11" name="Google Shape;15211;p65"/>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12" name="Google Shape;15212;p65"/>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13" name="Google Shape;15213;p65"/>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14" name="Google Shape;15214;p65"/>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215" name="Google Shape;15215;p65"/>
          <p:cNvGrpSpPr/>
          <p:nvPr/>
        </p:nvGrpSpPr>
        <p:grpSpPr>
          <a:xfrm>
            <a:off x="8054406" y="3814489"/>
            <a:ext cx="276964" cy="336601"/>
            <a:chOff x="8054406" y="3814489"/>
            <a:chExt cx="276964" cy="336601"/>
          </a:xfrm>
        </p:grpSpPr>
        <p:sp>
          <p:nvSpPr>
            <p:cNvPr id="15216" name="Google Shape;15216;p65"/>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17" name="Google Shape;15217;p65"/>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18" name="Google Shape;15218;p65"/>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19" name="Google Shape;15219;p65"/>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20" name="Google Shape;15220;p65"/>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21" name="Google Shape;15221;p65"/>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22" name="Google Shape;15222;p65"/>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23" name="Google Shape;15223;p65"/>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24" name="Google Shape;15224;p65"/>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225" name="Google Shape;15225;p65"/>
          <p:cNvGrpSpPr/>
          <p:nvPr/>
        </p:nvGrpSpPr>
        <p:grpSpPr>
          <a:xfrm>
            <a:off x="7936787" y="4295074"/>
            <a:ext cx="378249" cy="335524"/>
            <a:chOff x="7936787" y="4295074"/>
            <a:chExt cx="378249" cy="335524"/>
          </a:xfrm>
        </p:grpSpPr>
        <p:sp>
          <p:nvSpPr>
            <p:cNvPr id="15226" name="Google Shape;15226;p65"/>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27" name="Google Shape;15227;p65"/>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28" name="Google Shape;15228;p65"/>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29" name="Google Shape;15229;p65"/>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30" name="Google Shape;15230;p65"/>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31" name="Google Shape;15231;p65"/>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32" name="Google Shape;15232;p65"/>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33" name="Google Shape;15233;p65"/>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34" name="Google Shape;15234;p65"/>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35" name="Google Shape;15235;p65"/>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36" name="Google Shape;15236;p65"/>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37" name="Google Shape;15237;p65"/>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38" name="Google Shape;15238;p65"/>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39" name="Google Shape;15239;p65"/>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40" name="Google Shape;15240;p65"/>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41" name="Google Shape;15241;p65"/>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242" name="Google Shape;15242;p65"/>
          <p:cNvGrpSpPr/>
          <p:nvPr/>
        </p:nvGrpSpPr>
        <p:grpSpPr>
          <a:xfrm>
            <a:off x="4886058" y="1965890"/>
            <a:ext cx="388569" cy="388307"/>
            <a:chOff x="4886058" y="1965890"/>
            <a:chExt cx="388569" cy="388307"/>
          </a:xfrm>
        </p:grpSpPr>
        <p:sp>
          <p:nvSpPr>
            <p:cNvPr id="15243" name="Google Shape;15243;p65"/>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44" name="Google Shape;15244;p65"/>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45" name="Google Shape;15245;p65"/>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46" name="Google Shape;15246;p65"/>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47" name="Google Shape;15247;p65"/>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48" name="Google Shape;15248;p65"/>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49" name="Google Shape;15249;p65"/>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50" name="Google Shape;15250;p65"/>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51" name="Google Shape;15251;p65"/>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52" name="Google Shape;15252;p65"/>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53" name="Google Shape;15253;p65"/>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57"/>
        <p:cNvGrpSpPr/>
        <p:nvPr/>
      </p:nvGrpSpPr>
      <p:grpSpPr>
        <a:xfrm>
          <a:off x="0" y="0"/>
          <a:ext cx="0" cy="0"/>
          <a:chOff x="0" y="0"/>
          <a:chExt cx="0" cy="0"/>
        </a:xfrm>
      </p:grpSpPr>
      <p:sp>
        <p:nvSpPr>
          <p:cNvPr id="15258" name="Google Shape;15258;p66"/>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a:solidFill>
                  <a:schemeClr val="lt1"/>
                </a:solidFill>
                <a:latin typeface="Arial"/>
                <a:ea typeface="Arial"/>
                <a:cs typeface="Arial"/>
                <a:sym typeface="Arial"/>
              </a:rPr>
              <a:t>Help &amp; Support </a:t>
            </a:r>
            <a:r>
              <a:rPr lang="it-IT" noProof="0" dirty="0" err="1">
                <a:latin typeface="Arial"/>
                <a:ea typeface="Arial"/>
                <a:cs typeface="Arial"/>
                <a:sym typeface="Arial"/>
              </a:rPr>
              <a:t>I</a:t>
            </a:r>
            <a:r>
              <a:rPr lang="it-IT" noProof="0" dirty="0" err="1">
                <a:solidFill>
                  <a:srgbClr val="FFFFFF"/>
                </a:solidFill>
                <a:latin typeface="Arial"/>
                <a:ea typeface="Arial"/>
                <a:cs typeface="Arial"/>
                <a:sym typeface="Arial"/>
              </a:rPr>
              <a:t>cons</a:t>
            </a:r>
            <a:endParaRPr lang="it-IT" noProof="0" dirty="0">
              <a:solidFill>
                <a:srgbClr val="FFFFFF"/>
              </a:solidFill>
              <a:latin typeface="Arial"/>
              <a:ea typeface="Arial"/>
              <a:cs typeface="Arial"/>
              <a:sym typeface="Arial"/>
            </a:endParaRPr>
          </a:p>
        </p:txBody>
      </p:sp>
      <p:sp>
        <p:nvSpPr>
          <p:cNvPr id="15259" name="Google Shape;15259;p66"/>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a:latin typeface="Arial"/>
                <a:ea typeface="Arial"/>
                <a:cs typeface="Arial"/>
                <a:sym typeface="Arial"/>
              </a:rPr>
              <a:t>Avatar </a:t>
            </a:r>
            <a:r>
              <a:rPr lang="it-IT" noProof="0" dirty="0" err="1">
                <a:latin typeface="Arial"/>
                <a:ea typeface="Arial"/>
                <a:cs typeface="Arial"/>
                <a:sym typeface="Arial"/>
              </a:rPr>
              <a:t>Icons</a:t>
            </a:r>
            <a:endParaRPr lang="it-IT" noProof="0" dirty="0">
              <a:solidFill>
                <a:srgbClr val="FFFFFF"/>
              </a:solidFill>
              <a:latin typeface="Arial"/>
              <a:ea typeface="Arial"/>
              <a:cs typeface="Arial"/>
              <a:sym typeface="Arial"/>
            </a:endParaRPr>
          </a:p>
        </p:txBody>
      </p:sp>
      <p:grpSp>
        <p:nvGrpSpPr>
          <p:cNvPr id="15260" name="Google Shape;15260;p66"/>
          <p:cNvGrpSpPr/>
          <p:nvPr/>
        </p:nvGrpSpPr>
        <p:grpSpPr>
          <a:xfrm>
            <a:off x="1765162" y="3346789"/>
            <a:ext cx="292801" cy="359258"/>
            <a:chOff x="1765162" y="3346789"/>
            <a:chExt cx="292801" cy="359258"/>
          </a:xfrm>
        </p:grpSpPr>
        <p:sp>
          <p:nvSpPr>
            <p:cNvPr id="15261" name="Google Shape;15261;p66"/>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62" name="Google Shape;15262;p66"/>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63" name="Google Shape;15263;p66"/>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64" name="Google Shape;15264;p66"/>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65" name="Google Shape;15265;p66"/>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66" name="Google Shape;15266;p66"/>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67" name="Google Shape;15267;p66"/>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68" name="Google Shape;15268;p66"/>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69" name="Google Shape;15269;p66"/>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70" name="Google Shape;15270;p66"/>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71" name="Google Shape;15271;p66"/>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72" name="Google Shape;15272;p66"/>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73" name="Google Shape;15273;p66"/>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74" name="Google Shape;15274;p66"/>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75" name="Google Shape;15275;p66"/>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276" name="Google Shape;15276;p66"/>
          <p:cNvGrpSpPr/>
          <p:nvPr/>
        </p:nvGrpSpPr>
        <p:grpSpPr>
          <a:xfrm>
            <a:off x="3077632" y="2445004"/>
            <a:ext cx="358996" cy="296309"/>
            <a:chOff x="3077632" y="2445004"/>
            <a:chExt cx="358996" cy="296309"/>
          </a:xfrm>
        </p:grpSpPr>
        <p:sp>
          <p:nvSpPr>
            <p:cNvPr id="15277" name="Google Shape;15277;p66"/>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78" name="Google Shape;15278;p66"/>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79" name="Google Shape;15279;p66"/>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80" name="Google Shape;15280;p66"/>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81" name="Google Shape;15281;p66"/>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82" name="Google Shape;15282;p66"/>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83" name="Google Shape;15283;p66"/>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84" name="Google Shape;15284;p66"/>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85" name="Google Shape;15285;p66"/>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86" name="Google Shape;15286;p66"/>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87" name="Google Shape;15287;p66"/>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88" name="Google Shape;15288;p66"/>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89" name="Google Shape;15289;p66"/>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90" name="Google Shape;15290;p66"/>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91" name="Google Shape;15291;p66"/>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92" name="Google Shape;15292;p66"/>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93" name="Google Shape;15293;p66"/>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94" name="Google Shape;15294;p66"/>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95" name="Google Shape;15295;p66"/>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96" name="Google Shape;15296;p66"/>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97" name="Google Shape;15297;p66"/>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98" name="Google Shape;15298;p66"/>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299" name="Google Shape;15299;p66"/>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00" name="Google Shape;15300;p66"/>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01" name="Google Shape;15301;p66"/>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02" name="Google Shape;15302;p66"/>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303" name="Google Shape;15303;p66"/>
          <p:cNvGrpSpPr/>
          <p:nvPr/>
        </p:nvGrpSpPr>
        <p:grpSpPr>
          <a:xfrm>
            <a:off x="2635237" y="2431780"/>
            <a:ext cx="359232" cy="323018"/>
            <a:chOff x="2635237" y="2431780"/>
            <a:chExt cx="359232" cy="323018"/>
          </a:xfrm>
        </p:grpSpPr>
        <p:sp>
          <p:nvSpPr>
            <p:cNvPr id="15304" name="Google Shape;15304;p66"/>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05" name="Google Shape;15305;p66"/>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06" name="Google Shape;15306;p66"/>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07" name="Google Shape;15307;p66"/>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08" name="Google Shape;15308;p66"/>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09" name="Google Shape;15309;p66"/>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10" name="Google Shape;15310;p66"/>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11" name="Google Shape;15311;p66"/>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12" name="Google Shape;15312;p66"/>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13" name="Google Shape;15313;p66"/>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14" name="Google Shape;15314;p66"/>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15" name="Google Shape;15315;p66"/>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16" name="Google Shape;15316;p66"/>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17" name="Google Shape;15317;p66"/>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18" name="Google Shape;15318;p66"/>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319" name="Google Shape;15319;p66"/>
          <p:cNvGrpSpPr/>
          <p:nvPr/>
        </p:nvGrpSpPr>
        <p:grpSpPr>
          <a:xfrm>
            <a:off x="4011651" y="3768132"/>
            <a:ext cx="373189" cy="358944"/>
            <a:chOff x="4011651" y="3768132"/>
            <a:chExt cx="373189" cy="358944"/>
          </a:xfrm>
        </p:grpSpPr>
        <p:sp>
          <p:nvSpPr>
            <p:cNvPr id="15320" name="Google Shape;15320;p66"/>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21" name="Google Shape;15321;p66"/>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22" name="Google Shape;15322;p66"/>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23" name="Google Shape;15323;p66"/>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24" name="Google Shape;15324;p66"/>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25" name="Google Shape;15325;p66"/>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26" name="Google Shape;15326;p66"/>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27" name="Google Shape;15327;p66"/>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28" name="Google Shape;15328;p66"/>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29" name="Google Shape;15329;p66"/>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330" name="Google Shape;15330;p66"/>
          <p:cNvGrpSpPr/>
          <p:nvPr/>
        </p:nvGrpSpPr>
        <p:grpSpPr>
          <a:xfrm>
            <a:off x="2189568" y="1961603"/>
            <a:ext cx="364993" cy="359049"/>
            <a:chOff x="2189568" y="1961603"/>
            <a:chExt cx="364993" cy="359049"/>
          </a:xfrm>
        </p:grpSpPr>
        <p:sp>
          <p:nvSpPr>
            <p:cNvPr id="15331" name="Google Shape;15331;p66"/>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32" name="Google Shape;15332;p66"/>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33" name="Google Shape;15333;p66"/>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34" name="Google Shape;15334;p66"/>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35" name="Google Shape;15335;p66"/>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36" name="Google Shape;15336;p66"/>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37" name="Google Shape;15337;p66"/>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38" name="Google Shape;15338;p66"/>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39" name="Google Shape;15339;p66"/>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40" name="Google Shape;15340;p66"/>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41" name="Google Shape;15341;p66"/>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42" name="Google Shape;15342;p66"/>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43" name="Google Shape;15343;p66"/>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44" name="Google Shape;15344;p66"/>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45" name="Google Shape;15345;p66"/>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46" name="Google Shape;15346;p66"/>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347" name="Google Shape;15347;p66"/>
          <p:cNvGrpSpPr/>
          <p:nvPr/>
        </p:nvGrpSpPr>
        <p:grpSpPr>
          <a:xfrm>
            <a:off x="2193077" y="2419971"/>
            <a:ext cx="378426" cy="346323"/>
            <a:chOff x="2193077" y="2419971"/>
            <a:chExt cx="378426" cy="346323"/>
          </a:xfrm>
        </p:grpSpPr>
        <p:sp>
          <p:nvSpPr>
            <p:cNvPr id="15348" name="Google Shape;15348;p66"/>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49" name="Google Shape;15349;p66"/>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50" name="Google Shape;15350;p66"/>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51" name="Google Shape;15351;p66"/>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52" name="Google Shape;15352;p66"/>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53" name="Google Shape;15353;p66"/>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54" name="Google Shape;15354;p66"/>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55" name="Google Shape;15355;p66"/>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56" name="Google Shape;15356;p66"/>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57" name="Google Shape;15357;p66"/>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58" name="Google Shape;15358;p66"/>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59" name="Google Shape;15359;p66"/>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60" name="Google Shape;15360;p66"/>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61" name="Google Shape;15361;p66"/>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62" name="Google Shape;15362;p66"/>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63" name="Google Shape;15363;p66"/>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64" name="Google Shape;15364;p66"/>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65" name="Google Shape;15365;p66"/>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66" name="Google Shape;15366;p66"/>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67" name="Google Shape;15367;p66"/>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68" name="Google Shape;15368;p66"/>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369" name="Google Shape;15369;p66"/>
          <p:cNvGrpSpPr/>
          <p:nvPr/>
        </p:nvGrpSpPr>
        <p:grpSpPr>
          <a:xfrm>
            <a:off x="861622" y="2881770"/>
            <a:ext cx="276802" cy="367140"/>
            <a:chOff x="861622" y="2881770"/>
            <a:chExt cx="276802" cy="367140"/>
          </a:xfrm>
        </p:grpSpPr>
        <p:sp>
          <p:nvSpPr>
            <p:cNvPr id="15370" name="Google Shape;15370;p66"/>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71" name="Google Shape;15371;p66"/>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72" name="Google Shape;15372;p66"/>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73" name="Google Shape;15373;p66"/>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74" name="Google Shape;15374;p66"/>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75" name="Google Shape;15375;p66"/>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76" name="Google Shape;15376;p66"/>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77" name="Google Shape;15377;p66"/>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78" name="Google Shape;15378;p66"/>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79" name="Google Shape;15379;p66"/>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80" name="Google Shape;15380;p66"/>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81" name="Google Shape;15381;p66"/>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82" name="Google Shape;15382;p66"/>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83" name="Google Shape;15383;p66"/>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84" name="Google Shape;15384;p66"/>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85" name="Google Shape;15385;p66"/>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86" name="Google Shape;15386;p66"/>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87" name="Google Shape;15387;p66"/>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88" name="Google Shape;15388;p66"/>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89" name="Google Shape;15389;p66"/>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90" name="Google Shape;15390;p66"/>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91" name="Google Shape;15391;p66"/>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392" name="Google Shape;15392;p66"/>
          <p:cNvGrpSpPr/>
          <p:nvPr/>
        </p:nvGrpSpPr>
        <p:grpSpPr>
          <a:xfrm>
            <a:off x="3968184" y="2881691"/>
            <a:ext cx="369444" cy="367140"/>
            <a:chOff x="3968184" y="2881691"/>
            <a:chExt cx="369444" cy="367140"/>
          </a:xfrm>
        </p:grpSpPr>
        <p:sp>
          <p:nvSpPr>
            <p:cNvPr id="15393" name="Google Shape;15393;p66"/>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94" name="Google Shape;15394;p66"/>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95" name="Google Shape;15395;p66"/>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96" name="Google Shape;15396;p66"/>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97" name="Google Shape;15397;p66"/>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98" name="Google Shape;15398;p66"/>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399" name="Google Shape;15399;p66"/>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00" name="Google Shape;15400;p66"/>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01" name="Google Shape;15401;p66"/>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02" name="Google Shape;15402;p66"/>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03" name="Google Shape;15403;p66"/>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04" name="Google Shape;15404;p66"/>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05" name="Google Shape;15405;p66"/>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06" name="Google Shape;15406;p66"/>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07" name="Google Shape;15407;p66"/>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08" name="Google Shape;15408;p66"/>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09" name="Google Shape;15409;p66"/>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10" name="Google Shape;15410;p66"/>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11" name="Google Shape;15411;p66"/>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12" name="Google Shape;15412;p66"/>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13" name="Google Shape;15413;p66"/>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14" name="Google Shape;15414;p66"/>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15" name="Google Shape;15415;p66"/>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16" name="Google Shape;15416;p66"/>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417" name="Google Shape;15417;p66"/>
          <p:cNvGrpSpPr/>
          <p:nvPr/>
        </p:nvGrpSpPr>
        <p:grpSpPr>
          <a:xfrm>
            <a:off x="3513796" y="2882084"/>
            <a:ext cx="371487" cy="366826"/>
            <a:chOff x="3513796" y="2882084"/>
            <a:chExt cx="371487" cy="366826"/>
          </a:xfrm>
        </p:grpSpPr>
        <p:sp>
          <p:nvSpPr>
            <p:cNvPr id="15418" name="Google Shape;15418;p66"/>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19" name="Google Shape;15419;p66"/>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20" name="Google Shape;15420;p66"/>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21" name="Google Shape;15421;p66"/>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22" name="Google Shape;15422;p66"/>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23" name="Google Shape;15423;p66"/>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24" name="Google Shape;15424;p66"/>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25" name="Google Shape;15425;p66"/>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26" name="Google Shape;15426;p66"/>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27" name="Google Shape;15427;p66"/>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28" name="Google Shape;15428;p66"/>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29" name="Google Shape;15429;p66"/>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30" name="Google Shape;15430;p66"/>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31" name="Google Shape;15431;p66"/>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32" name="Google Shape;15432;p66"/>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33" name="Google Shape;15433;p66"/>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34" name="Google Shape;15434;p66"/>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35" name="Google Shape;15435;p66"/>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36" name="Google Shape;15436;p66"/>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37" name="Google Shape;15437;p66"/>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38" name="Google Shape;15438;p66"/>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39" name="Google Shape;15439;p66"/>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40" name="Google Shape;15440;p66"/>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41" name="Google Shape;15441;p66"/>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42" name="Google Shape;15442;p66"/>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43" name="Google Shape;15443;p66"/>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44" name="Google Shape;15444;p66"/>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45" name="Google Shape;15445;p66"/>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46" name="Google Shape;15446;p66"/>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47" name="Google Shape;15447;p66"/>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48" name="Google Shape;15448;p66"/>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49" name="Google Shape;15449;p66"/>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50" name="Google Shape;15450;p66"/>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51" name="Google Shape;15451;p66"/>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52" name="Google Shape;15452;p66"/>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53" name="Google Shape;15453;p66"/>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54" name="Google Shape;15454;p66"/>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55" name="Google Shape;15455;p66"/>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56" name="Google Shape;15456;p66"/>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57" name="Google Shape;15457;p66"/>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58" name="Google Shape;15458;p66"/>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59" name="Google Shape;15459;p66"/>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60" name="Google Shape;15460;p66"/>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61" name="Google Shape;15461;p66"/>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62" name="Google Shape;15462;p66"/>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63" name="Google Shape;15463;p66"/>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64" name="Google Shape;15464;p66"/>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65" name="Google Shape;15465;p66"/>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66" name="Google Shape;15466;p66"/>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467" name="Google Shape;15467;p66"/>
          <p:cNvGrpSpPr/>
          <p:nvPr/>
        </p:nvGrpSpPr>
        <p:grpSpPr>
          <a:xfrm>
            <a:off x="873615" y="1500275"/>
            <a:ext cx="335011" cy="359232"/>
            <a:chOff x="873615" y="1500275"/>
            <a:chExt cx="335011" cy="359232"/>
          </a:xfrm>
        </p:grpSpPr>
        <p:sp>
          <p:nvSpPr>
            <p:cNvPr id="15468" name="Google Shape;15468;p66"/>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69" name="Google Shape;15469;p66"/>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70" name="Google Shape;15470;p66"/>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71" name="Google Shape;15471;p66"/>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72" name="Google Shape;15472;p66"/>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73" name="Google Shape;15473;p66"/>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74" name="Google Shape;15474;p66"/>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75" name="Google Shape;15475;p66"/>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76" name="Google Shape;15476;p66"/>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77" name="Google Shape;15477;p66"/>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78" name="Google Shape;15478;p66"/>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479" name="Google Shape;15479;p66"/>
          <p:cNvGrpSpPr/>
          <p:nvPr/>
        </p:nvGrpSpPr>
        <p:grpSpPr>
          <a:xfrm>
            <a:off x="2202058" y="3346737"/>
            <a:ext cx="337158" cy="359311"/>
            <a:chOff x="2202058" y="3346737"/>
            <a:chExt cx="337158" cy="359311"/>
          </a:xfrm>
        </p:grpSpPr>
        <p:sp>
          <p:nvSpPr>
            <p:cNvPr id="15480" name="Google Shape;15480;p66"/>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81" name="Google Shape;15481;p66"/>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82" name="Google Shape;15482;p66"/>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83" name="Google Shape;15483;p66"/>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84" name="Google Shape;15484;p66"/>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85" name="Google Shape;15485;p66"/>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86" name="Google Shape;15486;p66"/>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87" name="Google Shape;15487;p66"/>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88" name="Google Shape;15488;p66"/>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489" name="Google Shape;15489;p66"/>
          <p:cNvGrpSpPr/>
          <p:nvPr/>
        </p:nvGrpSpPr>
        <p:grpSpPr>
          <a:xfrm>
            <a:off x="2223059" y="3818172"/>
            <a:ext cx="359232" cy="306050"/>
            <a:chOff x="2223059" y="3818172"/>
            <a:chExt cx="359232" cy="306050"/>
          </a:xfrm>
        </p:grpSpPr>
        <p:sp>
          <p:nvSpPr>
            <p:cNvPr id="15490" name="Google Shape;15490;p66"/>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91" name="Google Shape;15491;p66"/>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92" name="Google Shape;15492;p66"/>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93" name="Google Shape;15493;p66"/>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94" name="Google Shape;15494;p66"/>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95" name="Google Shape;15495;p66"/>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96" name="Google Shape;15496;p66"/>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97" name="Google Shape;15497;p66"/>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498" name="Google Shape;15498;p66"/>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499" name="Google Shape;15499;p66"/>
          <p:cNvGrpSpPr/>
          <p:nvPr/>
        </p:nvGrpSpPr>
        <p:grpSpPr>
          <a:xfrm>
            <a:off x="1725989" y="1991820"/>
            <a:ext cx="378426" cy="298509"/>
            <a:chOff x="1725989" y="1991820"/>
            <a:chExt cx="378426" cy="298509"/>
          </a:xfrm>
        </p:grpSpPr>
        <p:sp>
          <p:nvSpPr>
            <p:cNvPr id="15500" name="Google Shape;15500;p66"/>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01" name="Google Shape;15501;p66"/>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02" name="Google Shape;15502;p66"/>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03" name="Google Shape;15503;p66"/>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04" name="Google Shape;15504;p66"/>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05" name="Google Shape;15505;p66"/>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06" name="Google Shape;15506;p66"/>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07" name="Google Shape;15507;p66"/>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08" name="Google Shape;15508;p66"/>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09" name="Google Shape;15509;p66"/>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10" name="Google Shape;15510;p66"/>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11" name="Google Shape;15511;p66"/>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512" name="Google Shape;15512;p66"/>
          <p:cNvGrpSpPr/>
          <p:nvPr/>
        </p:nvGrpSpPr>
        <p:grpSpPr>
          <a:xfrm>
            <a:off x="1768409" y="3791751"/>
            <a:ext cx="367978" cy="359075"/>
            <a:chOff x="1768409" y="3791751"/>
            <a:chExt cx="367978" cy="359075"/>
          </a:xfrm>
        </p:grpSpPr>
        <p:sp>
          <p:nvSpPr>
            <p:cNvPr id="15513" name="Google Shape;15513;p66"/>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14" name="Google Shape;15514;p66"/>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15" name="Google Shape;15515;p66"/>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16" name="Google Shape;15516;p66"/>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17" name="Google Shape;15517;p66"/>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18" name="Google Shape;15518;p66"/>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19" name="Google Shape;15519;p66"/>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20" name="Google Shape;15520;p66"/>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21" name="Google Shape;15521;p66"/>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22" name="Google Shape;15522;p66"/>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23" name="Google Shape;15523;p66"/>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24" name="Google Shape;15524;p66"/>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25" name="Google Shape;15525;p66"/>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526" name="Google Shape;15526;p66"/>
          <p:cNvGrpSpPr/>
          <p:nvPr/>
        </p:nvGrpSpPr>
        <p:grpSpPr>
          <a:xfrm>
            <a:off x="2668963" y="3791306"/>
            <a:ext cx="358735" cy="359311"/>
            <a:chOff x="2668963" y="3791306"/>
            <a:chExt cx="358735" cy="359311"/>
          </a:xfrm>
        </p:grpSpPr>
        <p:sp>
          <p:nvSpPr>
            <p:cNvPr id="15527" name="Google Shape;15527;p66"/>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28" name="Google Shape;15528;p66"/>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29" name="Google Shape;15529;p66"/>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30" name="Google Shape;15530;p66"/>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31" name="Google Shape;15531;p66"/>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32" name="Google Shape;15532;p66"/>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33" name="Google Shape;15533;p66"/>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34" name="Google Shape;15534;p66"/>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35" name="Google Shape;15535;p66"/>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36" name="Google Shape;15536;p66"/>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37" name="Google Shape;15537;p66"/>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38" name="Google Shape;15538;p66"/>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39" name="Google Shape;15539;p66"/>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40" name="Google Shape;15540;p66"/>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41" name="Google Shape;15541;p66"/>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42" name="Google Shape;15542;p66"/>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543" name="Google Shape;15543;p66"/>
          <p:cNvGrpSpPr/>
          <p:nvPr/>
        </p:nvGrpSpPr>
        <p:grpSpPr>
          <a:xfrm>
            <a:off x="849682" y="1995198"/>
            <a:ext cx="363893" cy="291727"/>
            <a:chOff x="849682" y="1995198"/>
            <a:chExt cx="363893" cy="291727"/>
          </a:xfrm>
        </p:grpSpPr>
        <p:sp>
          <p:nvSpPr>
            <p:cNvPr id="15544" name="Google Shape;15544;p66"/>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45" name="Google Shape;15545;p66"/>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46" name="Google Shape;15546;p66"/>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47" name="Google Shape;15547;p66"/>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48" name="Google Shape;15548;p66"/>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49" name="Google Shape;15549;p66"/>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50" name="Google Shape;15550;p66"/>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51" name="Google Shape;15551;p66"/>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52" name="Google Shape;15552;p66"/>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53" name="Google Shape;15553;p66"/>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54" name="Google Shape;15554;p66"/>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55" name="Google Shape;15555;p66"/>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56" name="Google Shape;15556;p66"/>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57" name="Google Shape;15557;p66"/>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58" name="Google Shape;15558;p66"/>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59" name="Google Shape;15559;p66"/>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60" name="Google Shape;15560;p66"/>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61" name="Google Shape;15561;p66"/>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562" name="Google Shape;15562;p66"/>
          <p:cNvGrpSpPr/>
          <p:nvPr/>
        </p:nvGrpSpPr>
        <p:grpSpPr>
          <a:xfrm>
            <a:off x="3065430" y="1990066"/>
            <a:ext cx="378190" cy="302044"/>
            <a:chOff x="3065430" y="1990066"/>
            <a:chExt cx="378190" cy="302044"/>
          </a:xfrm>
        </p:grpSpPr>
        <p:sp>
          <p:nvSpPr>
            <p:cNvPr id="15563" name="Google Shape;15563;p66"/>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64" name="Google Shape;15564;p66"/>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65" name="Google Shape;15565;p66"/>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66" name="Google Shape;15566;p66"/>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67" name="Google Shape;15567;p66"/>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68" name="Google Shape;15568;p66"/>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69" name="Google Shape;15569;p66"/>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70" name="Google Shape;15570;p66"/>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71" name="Google Shape;15571;p66"/>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72" name="Google Shape;15572;p66"/>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73" name="Google Shape;15573;p66"/>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574" name="Google Shape;15574;p66"/>
          <p:cNvGrpSpPr/>
          <p:nvPr/>
        </p:nvGrpSpPr>
        <p:grpSpPr>
          <a:xfrm>
            <a:off x="3568234" y="3791410"/>
            <a:ext cx="347501" cy="359284"/>
            <a:chOff x="3568234" y="3791410"/>
            <a:chExt cx="347501" cy="359284"/>
          </a:xfrm>
        </p:grpSpPr>
        <p:sp>
          <p:nvSpPr>
            <p:cNvPr id="15575" name="Google Shape;15575;p66"/>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76" name="Google Shape;15576;p66"/>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77" name="Google Shape;15577;p66"/>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78" name="Google Shape;15578;p66"/>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79" name="Google Shape;15579;p66"/>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80" name="Google Shape;15580;p66"/>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81" name="Google Shape;15581;p66"/>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82" name="Google Shape;15582;p66"/>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83" name="Google Shape;15583;p66"/>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84" name="Google Shape;15584;p66"/>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85" name="Google Shape;15585;p66"/>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586" name="Google Shape;15586;p66"/>
          <p:cNvGrpSpPr/>
          <p:nvPr/>
        </p:nvGrpSpPr>
        <p:grpSpPr>
          <a:xfrm>
            <a:off x="1759925" y="1501087"/>
            <a:ext cx="347004" cy="358420"/>
            <a:chOff x="1759925" y="1501087"/>
            <a:chExt cx="347004" cy="358420"/>
          </a:xfrm>
        </p:grpSpPr>
        <p:sp>
          <p:nvSpPr>
            <p:cNvPr id="15587" name="Google Shape;15587;p66"/>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88" name="Google Shape;15588;p66"/>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89" name="Google Shape;15589;p66"/>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90" name="Google Shape;15590;p66"/>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91" name="Google Shape;15591;p66"/>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92" name="Google Shape;15592;p66"/>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93" name="Google Shape;15593;p66"/>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94" name="Google Shape;15594;p66"/>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95" name="Google Shape;15595;p66"/>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96" name="Google Shape;15596;p66"/>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97" name="Google Shape;15597;p66"/>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98" name="Google Shape;15598;p66"/>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599" name="Google Shape;15599;p66"/>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00" name="Google Shape;15600;p66"/>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01" name="Google Shape;15601;p66"/>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02" name="Google Shape;15602;p66"/>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03" name="Google Shape;15603;p66"/>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04" name="Google Shape;15604;p66"/>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05" name="Google Shape;15605;p66"/>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06" name="Google Shape;15606;p66"/>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07" name="Google Shape;15607;p66"/>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08" name="Google Shape;15608;p66"/>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09" name="Google Shape;15609;p66"/>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10" name="Google Shape;15610;p66"/>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11" name="Google Shape;15611;p66"/>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12" name="Google Shape;15612;p66"/>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13" name="Google Shape;15613;p66"/>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614" name="Google Shape;15614;p66"/>
          <p:cNvGrpSpPr/>
          <p:nvPr/>
        </p:nvGrpSpPr>
        <p:grpSpPr>
          <a:xfrm>
            <a:off x="3519295" y="2413660"/>
            <a:ext cx="360227" cy="359311"/>
            <a:chOff x="3519295" y="2413660"/>
            <a:chExt cx="360227" cy="359311"/>
          </a:xfrm>
        </p:grpSpPr>
        <p:sp>
          <p:nvSpPr>
            <p:cNvPr id="15615" name="Google Shape;15615;p66"/>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16" name="Google Shape;15616;p66"/>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17" name="Google Shape;15617;p66"/>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18" name="Google Shape;15618;p66"/>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19" name="Google Shape;15619;p66"/>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20" name="Google Shape;15620;p66"/>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21" name="Google Shape;15621;p66"/>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22" name="Google Shape;15622;p66"/>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23" name="Google Shape;15623;p66"/>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24" name="Google Shape;15624;p66"/>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25" name="Google Shape;15625;p66"/>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26" name="Google Shape;15626;p66"/>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27" name="Google Shape;15627;p66"/>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28" name="Google Shape;15628;p66"/>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29" name="Google Shape;15629;p66"/>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30" name="Google Shape;15630;p66"/>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31" name="Google Shape;15631;p66"/>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32" name="Google Shape;15632;p66"/>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33" name="Google Shape;15633;p66"/>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34" name="Google Shape;15634;p66"/>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35" name="Google Shape;15635;p66"/>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36" name="Google Shape;15636;p66"/>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37" name="Google Shape;15637;p66"/>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38" name="Google Shape;15638;p66"/>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39" name="Google Shape;15639;p66"/>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40" name="Google Shape;15640;p66"/>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41" name="Google Shape;15641;p66"/>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42" name="Google Shape;15642;p66"/>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43" name="Google Shape;15643;p66"/>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44" name="Google Shape;15644;p66"/>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45" name="Google Shape;15645;p66"/>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46" name="Google Shape;15646;p66"/>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47" name="Google Shape;15647;p66"/>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48" name="Google Shape;15648;p66"/>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49" name="Google Shape;15649;p66"/>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650" name="Google Shape;15650;p66"/>
          <p:cNvGrpSpPr/>
          <p:nvPr/>
        </p:nvGrpSpPr>
        <p:grpSpPr>
          <a:xfrm>
            <a:off x="1330255" y="3845718"/>
            <a:ext cx="358996" cy="250774"/>
            <a:chOff x="1330255" y="3845718"/>
            <a:chExt cx="358996" cy="250774"/>
          </a:xfrm>
        </p:grpSpPr>
        <p:sp>
          <p:nvSpPr>
            <p:cNvPr id="15651" name="Google Shape;15651;p66"/>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52" name="Google Shape;15652;p66"/>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53" name="Google Shape;15653;p66"/>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54" name="Google Shape;15654;p66"/>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55" name="Google Shape;15655;p66"/>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56" name="Google Shape;15656;p66"/>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57" name="Google Shape;15657;p66"/>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58" name="Google Shape;15658;p66"/>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59" name="Google Shape;15659;p66"/>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60" name="Google Shape;15660;p66"/>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661" name="Google Shape;15661;p66"/>
          <p:cNvGrpSpPr/>
          <p:nvPr/>
        </p:nvGrpSpPr>
        <p:grpSpPr>
          <a:xfrm>
            <a:off x="3115103" y="3791384"/>
            <a:ext cx="373424" cy="359311"/>
            <a:chOff x="3115103" y="3791384"/>
            <a:chExt cx="373424" cy="359311"/>
          </a:xfrm>
        </p:grpSpPr>
        <p:sp>
          <p:nvSpPr>
            <p:cNvPr id="15662" name="Google Shape;15662;p66"/>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63" name="Google Shape;15663;p66"/>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64" name="Google Shape;15664;p66"/>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65" name="Google Shape;15665;p66"/>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66" name="Google Shape;15666;p66"/>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67" name="Google Shape;15667;p66"/>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68" name="Google Shape;15668;p66"/>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69" name="Google Shape;15669;p66"/>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70" name="Google Shape;15670;p66"/>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71" name="Google Shape;15671;p66"/>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72" name="Google Shape;15672;p66"/>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73" name="Google Shape;15673;p66"/>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74" name="Google Shape;15674;p66"/>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75" name="Google Shape;15675;p66"/>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676" name="Google Shape;15676;p66"/>
          <p:cNvGrpSpPr/>
          <p:nvPr/>
        </p:nvGrpSpPr>
        <p:grpSpPr>
          <a:xfrm>
            <a:off x="883853" y="3792641"/>
            <a:ext cx="378190" cy="357059"/>
            <a:chOff x="883853" y="3792641"/>
            <a:chExt cx="378190" cy="357059"/>
          </a:xfrm>
        </p:grpSpPr>
        <p:sp>
          <p:nvSpPr>
            <p:cNvPr id="15677" name="Google Shape;15677;p66"/>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78" name="Google Shape;15678;p66"/>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79" name="Google Shape;15679;p66"/>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80" name="Google Shape;15680;p66"/>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81" name="Google Shape;15681;p66"/>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82" name="Google Shape;15682;p66"/>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83" name="Google Shape;15683;p66"/>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84" name="Google Shape;15684;p66"/>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85" name="Google Shape;15685;p66"/>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86" name="Google Shape;15686;p66"/>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87" name="Google Shape;15687;p66"/>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88" name="Google Shape;15688;p66"/>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89" name="Google Shape;15689;p66"/>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90" name="Google Shape;15690;p66"/>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91" name="Google Shape;15691;p66"/>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92" name="Google Shape;15692;p66"/>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93" name="Google Shape;15693;p66"/>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94" name="Google Shape;15694;p66"/>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95" name="Google Shape;15695;p66"/>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96" name="Google Shape;15696;p66"/>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97" name="Google Shape;15697;p66"/>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98" name="Google Shape;15698;p66"/>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699" name="Google Shape;15699;p66"/>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00" name="Google Shape;15700;p66"/>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01" name="Google Shape;15701;p66"/>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02" name="Google Shape;15702;p66"/>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703" name="Google Shape;15703;p66"/>
          <p:cNvGrpSpPr/>
          <p:nvPr/>
        </p:nvGrpSpPr>
        <p:grpSpPr>
          <a:xfrm>
            <a:off x="3934196" y="2484805"/>
            <a:ext cx="401207" cy="214036"/>
            <a:chOff x="3934196" y="2484805"/>
            <a:chExt cx="401207" cy="214036"/>
          </a:xfrm>
        </p:grpSpPr>
        <p:sp>
          <p:nvSpPr>
            <p:cNvPr id="15704" name="Google Shape;15704;p66"/>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05" name="Google Shape;15705;p66"/>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06" name="Google Shape;15706;p66"/>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07" name="Google Shape;15707;p66"/>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08" name="Google Shape;15708;p66"/>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709" name="Google Shape;15709;p66"/>
          <p:cNvGrpSpPr/>
          <p:nvPr/>
        </p:nvGrpSpPr>
        <p:grpSpPr>
          <a:xfrm>
            <a:off x="3999894" y="1500197"/>
            <a:ext cx="342474" cy="359232"/>
            <a:chOff x="3999894" y="1500197"/>
            <a:chExt cx="342474" cy="359232"/>
          </a:xfrm>
        </p:grpSpPr>
        <p:sp>
          <p:nvSpPr>
            <p:cNvPr id="15710" name="Google Shape;15710;p66"/>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11" name="Google Shape;15711;p66"/>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12" name="Google Shape;15712;p66"/>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13" name="Google Shape;15713;p66"/>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14" name="Google Shape;15714;p66"/>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15" name="Google Shape;15715;p66"/>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16" name="Google Shape;15716;p66"/>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17" name="Google Shape;15717;p66"/>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18" name="Google Shape;15718;p66"/>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19" name="Google Shape;15719;p66"/>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720" name="Google Shape;15720;p66"/>
          <p:cNvGrpSpPr/>
          <p:nvPr/>
        </p:nvGrpSpPr>
        <p:grpSpPr>
          <a:xfrm>
            <a:off x="2233795" y="2882162"/>
            <a:ext cx="232601" cy="366747"/>
            <a:chOff x="2233795" y="2882162"/>
            <a:chExt cx="232601" cy="366747"/>
          </a:xfrm>
        </p:grpSpPr>
        <p:sp>
          <p:nvSpPr>
            <p:cNvPr id="15721" name="Google Shape;15721;p66"/>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22" name="Google Shape;15722;p66"/>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23" name="Google Shape;15723;p66"/>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24" name="Google Shape;15724;p66"/>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25" name="Google Shape;15725;p66"/>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26" name="Google Shape;15726;p66"/>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27" name="Google Shape;15727;p66"/>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28" name="Google Shape;15728;p66"/>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29" name="Google Shape;15729;p66"/>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30" name="Google Shape;15730;p66"/>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31" name="Google Shape;15731;p66"/>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32" name="Google Shape;15732;p66"/>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33" name="Google Shape;15733;p66"/>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34" name="Google Shape;15734;p66"/>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35" name="Google Shape;15735;p66"/>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36" name="Google Shape;15736;p66"/>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37" name="Google Shape;15737;p66"/>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38" name="Google Shape;15738;p66"/>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739" name="Google Shape;15739;p66"/>
          <p:cNvGrpSpPr/>
          <p:nvPr/>
        </p:nvGrpSpPr>
        <p:grpSpPr>
          <a:xfrm>
            <a:off x="3523772" y="3404422"/>
            <a:ext cx="362008" cy="244175"/>
            <a:chOff x="3523772" y="3404422"/>
            <a:chExt cx="362008" cy="244175"/>
          </a:xfrm>
        </p:grpSpPr>
        <p:sp>
          <p:nvSpPr>
            <p:cNvPr id="15740" name="Google Shape;15740;p66"/>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41" name="Google Shape;15741;p66"/>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42" name="Google Shape;15742;p66"/>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43" name="Google Shape;15743;p66"/>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44" name="Google Shape;15744;p66"/>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45" name="Google Shape;15745;p66"/>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46" name="Google Shape;15746;p66"/>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47" name="Google Shape;15747;p66"/>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48" name="Google Shape;15748;p66"/>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49" name="Google Shape;15749;p66"/>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50" name="Google Shape;15750;p66"/>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51" name="Google Shape;15751;p66"/>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52" name="Google Shape;15752;p66"/>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53" name="Google Shape;15753;p66"/>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54" name="Google Shape;15754;p66"/>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755" name="Google Shape;15755;p66"/>
          <p:cNvGrpSpPr/>
          <p:nvPr/>
        </p:nvGrpSpPr>
        <p:grpSpPr>
          <a:xfrm>
            <a:off x="3531026" y="1977314"/>
            <a:ext cx="359232" cy="327836"/>
            <a:chOff x="3531026" y="1977314"/>
            <a:chExt cx="359232" cy="327836"/>
          </a:xfrm>
        </p:grpSpPr>
        <p:sp>
          <p:nvSpPr>
            <p:cNvPr id="15756" name="Google Shape;15756;p66"/>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57" name="Google Shape;15757;p66"/>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58" name="Google Shape;15758;p66"/>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59" name="Google Shape;15759;p66"/>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60" name="Google Shape;15760;p66"/>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61" name="Google Shape;15761;p66"/>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62" name="Google Shape;15762;p66"/>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63" name="Google Shape;15763;p66"/>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64" name="Google Shape;15764;p66"/>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65" name="Google Shape;15765;p66"/>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766" name="Google Shape;15766;p66"/>
          <p:cNvGrpSpPr/>
          <p:nvPr/>
        </p:nvGrpSpPr>
        <p:grpSpPr>
          <a:xfrm>
            <a:off x="3123351" y="1500275"/>
            <a:ext cx="296781" cy="359232"/>
            <a:chOff x="3123351" y="1500275"/>
            <a:chExt cx="296781" cy="359232"/>
          </a:xfrm>
        </p:grpSpPr>
        <p:sp>
          <p:nvSpPr>
            <p:cNvPr id="15767" name="Google Shape;15767;p66"/>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68" name="Google Shape;15768;p66"/>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69" name="Google Shape;15769;p66"/>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70" name="Google Shape;15770;p66"/>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71" name="Google Shape;15771;p66"/>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72" name="Google Shape;15772;p66"/>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73" name="Google Shape;15773;p66"/>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74" name="Google Shape;15774;p66"/>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75" name="Google Shape;15775;p66"/>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76" name="Google Shape;15776;p66"/>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77" name="Google Shape;15777;p66"/>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778" name="Google Shape;15778;p66"/>
          <p:cNvGrpSpPr/>
          <p:nvPr/>
        </p:nvGrpSpPr>
        <p:grpSpPr>
          <a:xfrm>
            <a:off x="2659458" y="1500275"/>
            <a:ext cx="332261" cy="359232"/>
            <a:chOff x="2659458" y="1500275"/>
            <a:chExt cx="332261" cy="359232"/>
          </a:xfrm>
        </p:grpSpPr>
        <p:sp>
          <p:nvSpPr>
            <p:cNvPr id="15779" name="Google Shape;15779;p66"/>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80" name="Google Shape;15780;p66"/>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81" name="Google Shape;15781;p66"/>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82" name="Google Shape;15782;p66"/>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83" name="Google Shape;15783;p66"/>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84" name="Google Shape;15784;p66"/>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85" name="Google Shape;15785;p66"/>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86" name="Google Shape;15786;p66"/>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87" name="Google Shape;15787;p66"/>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88" name="Google Shape;15788;p66"/>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89" name="Google Shape;15789;p66"/>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90" name="Google Shape;15790;p66"/>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91" name="Google Shape;15791;p66"/>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92" name="Google Shape;15792;p66"/>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93" name="Google Shape;15793;p66"/>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94" name="Google Shape;15794;p66"/>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95" name="Google Shape;15795;p66"/>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96" name="Google Shape;15796;p66"/>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97" name="Google Shape;15797;p66"/>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798" name="Google Shape;15798;p66"/>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799" name="Google Shape;15799;p66"/>
          <p:cNvGrpSpPr/>
          <p:nvPr/>
        </p:nvGrpSpPr>
        <p:grpSpPr>
          <a:xfrm>
            <a:off x="1750184" y="2413530"/>
            <a:ext cx="359730" cy="359441"/>
            <a:chOff x="1750184" y="2413530"/>
            <a:chExt cx="359730" cy="359441"/>
          </a:xfrm>
        </p:grpSpPr>
        <p:sp>
          <p:nvSpPr>
            <p:cNvPr id="15800" name="Google Shape;15800;p66"/>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01" name="Google Shape;15801;p66"/>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02" name="Google Shape;15802;p66"/>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03" name="Google Shape;15803;p66"/>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04" name="Google Shape;15804;p66"/>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05" name="Google Shape;15805;p66"/>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06" name="Google Shape;15806;p66"/>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07" name="Google Shape;15807;p66"/>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08" name="Google Shape;15808;p66"/>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09" name="Google Shape;15809;p66"/>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10" name="Google Shape;15810;p66"/>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811" name="Google Shape;15811;p66"/>
          <p:cNvGrpSpPr/>
          <p:nvPr/>
        </p:nvGrpSpPr>
        <p:grpSpPr>
          <a:xfrm>
            <a:off x="2230050" y="1500223"/>
            <a:ext cx="316524" cy="359284"/>
            <a:chOff x="2230050" y="1500223"/>
            <a:chExt cx="316524" cy="359284"/>
          </a:xfrm>
        </p:grpSpPr>
        <p:sp>
          <p:nvSpPr>
            <p:cNvPr id="15812" name="Google Shape;15812;p66"/>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13" name="Google Shape;15813;p66"/>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14" name="Google Shape;15814;p66"/>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15" name="Google Shape;15815;p66"/>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16" name="Google Shape;15816;p66"/>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17" name="Google Shape;15817;p66"/>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18" name="Google Shape;15818;p66"/>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19" name="Google Shape;15819;p66"/>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20" name="Google Shape;15820;p66"/>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21" name="Google Shape;15821;p66"/>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22" name="Google Shape;15822;p66"/>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23" name="Google Shape;15823;p66"/>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24" name="Google Shape;15824;p66"/>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25" name="Google Shape;15825;p66"/>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26" name="Google Shape;15826;p66"/>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27" name="Google Shape;15827;p66"/>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28" name="Google Shape;15828;p66"/>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29" name="Google Shape;15829;p66"/>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30" name="Google Shape;15830;p66"/>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31" name="Google Shape;15831;p66"/>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832" name="Google Shape;15832;p66"/>
          <p:cNvGrpSpPr/>
          <p:nvPr/>
        </p:nvGrpSpPr>
        <p:grpSpPr>
          <a:xfrm>
            <a:off x="2690042" y="4262767"/>
            <a:ext cx="359389" cy="359232"/>
            <a:chOff x="2690042" y="4262767"/>
            <a:chExt cx="359389" cy="359232"/>
          </a:xfrm>
        </p:grpSpPr>
        <p:sp>
          <p:nvSpPr>
            <p:cNvPr id="15833" name="Google Shape;15833;p66"/>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34" name="Google Shape;15834;p66"/>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35" name="Google Shape;15835;p66"/>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36" name="Google Shape;15836;p66"/>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37" name="Google Shape;15837;p66"/>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38" name="Google Shape;15838;p66"/>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39" name="Google Shape;15839;p66"/>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840" name="Google Shape;15840;p66"/>
          <p:cNvGrpSpPr/>
          <p:nvPr/>
        </p:nvGrpSpPr>
        <p:grpSpPr>
          <a:xfrm>
            <a:off x="2689440" y="2882162"/>
            <a:ext cx="222337" cy="366721"/>
            <a:chOff x="2689440" y="2882162"/>
            <a:chExt cx="222337" cy="366721"/>
          </a:xfrm>
        </p:grpSpPr>
        <p:sp>
          <p:nvSpPr>
            <p:cNvPr id="15841" name="Google Shape;15841;p66"/>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42" name="Google Shape;15842;p66"/>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43" name="Google Shape;15843;p66"/>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44" name="Google Shape;15844;p66"/>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45" name="Google Shape;15845;p66"/>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46" name="Google Shape;15846;p66"/>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47" name="Google Shape;15847;p66"/>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48" name="Google Shape;15848;p66"/>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49" name="Google Shape;15849;p66"/>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5850" name="Google Shape;15850;p66"/>
          <p:cNvSpPr/>
          <p:nvPr/>
        </p:nvSpPr>
        <p:spPr>
          <a:xfrm>
            <a:off x="2637986" y="22809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5851" name="Google Shape;15851;p66"/>
          <p:cNvGrpSpPr/>
          <p:nvPr/>
        </p:nvGrpSpPr>
        <p:grpSpPr>
          <a:xfrm>
            <a:off x="2637986" y="1980142"/>
            <a:ext cx="359232" cy="322023"/>
            <a:chOff x="2637986" y="1980142"/>
            <a:chExt cx="359232" cy="322023"/>
          </a:xfrm>
        </p:grpSpPr>
        <p:sp>
          <p:nvSpPr>
            <p:cNvPr id="15852" name="Google Shape;15852;p66"/>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53" name="Google Shape;15853;p66"/>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54" name="Google Shape;15854;p66"/>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55" name="Google Shape;15855;p66"/>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56" name="Google Shape;15856;p66"/>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57" name="Google Shape;15857;p66"/>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58" name="Google Shape;15858;p66"/>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59" name="Google Shape;15859;p66"/>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60" name="Google Shape;15860;p66"/>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61" name="Google Shape;15861;p66"/>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62" name="Google Shape;15862;p66"/>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63" name="Google Shape;15863;p66"/>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64" name="Google Shape;15864;p66"/>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865" name="Google Shape;15865;p66"/>
          <p:cNvGrpSpPr/>
          <p:nvPr/>
        </p:nvGrpSpPr>
        <p:grpSpPr>
          <a:xfrm>
            <a:off x="1306531" y="3346972"/>
            <a:ext cx="323018" cy="359075"/>
            <a:chOff x="1306531" y="3346972"/>
            <a:chExt cx="323018" cy="359075"/>
          </a:xfrm>
        </p:grpSpPr>
        <p:sp>
          <p:nvSpPr>
            <p:cNvPr id="15866" name="Google Shape;15866;p66"/>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67" name="Google Shape;15867;p66"/>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68" name="Google Shape;15868;p66"/>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69" name="Google Shape;15869;p66"/>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70" name="Google Shape;15870;p66"/>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71" name="Google Shape;15871;p66"/>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72" name="Google Shape;15872;p66"/>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73" name="Google Shape;15873;p66"/>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74" name="Google Shape;15874;p66"/>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875" name="Google Shape;15875;p66"/>
          <p:cNvGrpSpPr/>
          <p:nvPr/>
        </p:nvGrpSpPr>
        <p:grpSpPr>
          <a:xfrm>
            <a:off x="1308024" y="2413975"/>
            <a:ext cx="360253" cy="357111"/>
            <a:chOff x="1308024" y="2413975"/>
            <a:chExt cx="360253" cy="357111"/>
          </a:xfrm>
        </p:grpSpPr>
        <p:sp>
          <p:nvSpPr>
            <p:cNvPr id="15876" name="Google Shape;15876;p66"/>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77" name="Google Shape;15877;p66"/>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78" name="Google Shape;15878;p66"/>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79" name="Google Shape;15879;p66"/>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80" name="Google Shape;15880;p66"/>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81" name="Google Shape;15881;p66"/>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82" name="Google Shape;15882;p66"/>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83" name="Google Shape;15883;p66"/>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84" name="Google Shape;15884;p66"/>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85" name="Google Shape;15885;p66"/>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86" name="Google Shape;15886;p66"/>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87" name="Google Shape;15887;p66"/>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88" name="Google Shape;15888;p66"/>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89" name="Google Shape;15889;p66"/>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90" name="Google Shape;15890;p66"/>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91" name="Google Shape;15891;p66"/>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92" name="Google Shape;15892;p66"/>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93" name="Google Shape;15893;p66"/>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94" name="Google Shape;15894;p66"/>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95" name="Google Shape;15895;p66"/>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96" name="Google Shape;15896;p66"/>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97" name="Google Shape;15897;p66"/>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98" name="Google Shape;15898;p66"/>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899" name="Google Shape;15899;p66"/>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00" name="Google Shape;15900;p66"/>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01" name="Google Shape;15901;p66"/>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02" name="Google Shape;15902;p66"/>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03" name="Google Shape;15903;p66"/>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04" name="Google Shape;15904;p66"/>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05" name="Google Shape;15905;p66"/>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906" name="Google Shape;15906;p66"/>
          <p:cNvGrpSpPr/>
          <p:nvPr/>
        </p:nvGrpSpPr>
        <p:grpSpPr>
          <a:xfrm>
            <a:off x="1298519" y="1970322"/>
            <a:ext cx="378452" cy="341321"/>
            <a:chOff x="1298519" y="1970322"/>
            <a:chExt cx="378452" cy="341321"/>
          </a:xfrm>
        </p:grpSpPr>
        <p:sp>
          <p:nvSpPr>
            <p:cNvPr id="15907" name="Google Shape;15907;p66"/>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08" name="Google Shape;15908;p66"/>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09" name="Google Shape;15909;p66"/>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10" name="Google Shape;15910;p66"/>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11" name="Google Shape;15911;p66"/>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12" name="Google Shape;15912;p66"/>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13" name="Google Shape;15913;p66"/>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14" name="Google Shape;15914;p66"/>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15" name="Google Shape;15915;p66"/>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16" name="Google Shape;15916;p66"/>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17" name="Google Shape;15917;p66"/>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18" name="Google Shape;15918;p66"/>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19" name="Google Shape;15919;p66"/>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20" name="Google Shape;15920;p66"/>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21" name="Google Shape;15921;p66"/>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22" name="Google Shape;15922;p66"/>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23" name="Google Shape;15923;p66"/>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24" name="Google Shape;15924;p66"/>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25" name="Google Shape;15925;p66"/>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26" name="Google Shape;15926;p66"/>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927" name="Google Shape;15927;p66"/>
          <p:cNvGrpSpPr/>
          <p:nvPr/>
        </p:nvGrpSpPr>
        <p:grpSpPr>
          <a:xfrm>
            <a:off x="3114815" y="3346868"/>
            <a:ext cx="283217" cy="359180"/>
            <a:chOff x="3114815" y="3346868"/>
            <a:chExt cx="283217" cy="359180"/>
          </a:xfrm>
        </p:grpSpPr>
        <p:sp>
          <p:nvSpPr>
            <p:cNvPr id="15928" name="Google Shape;15928;p66"/>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29" name="Google Shape;15929;p66"/>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30" name="Google Shape;15930;p66"/>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31" name="Google Shape;15931;p66"/>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32" name="Google Shape;15932;p66"/>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33" name="Google Shape;15933;p66"/>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34" name="Google Shape;15934;p66"/>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35" name="Google Shape;15935;p66"/>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36" name="Google Shape;15936;p66"/>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37" name="Google Shape;15937;p66"/>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38" name="Google Shape;15938;p66"/>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39" name="Google Shape;15939;p66"/>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40" name="Google Shape;15940;p66"/>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941" name="Google Shape;15941;p66"/>
          <p:cNvGrpSpPr/>
          <p:nvPr/>
        </p:nvGrpSpPr>
        <p:grpSpPr>
          <a:xfrm>
            <a:off x="3973186" y="3353231"/>
            <a:ext cx="378661" cy="346558"/>
            <a:chOff x="3973186" y="3353231"/>
            <a:chExt cx="378661" cy="346558"/>
          </a:xfrm>
        </p:grpSpPr>
        <p:sp>
          <p:nvSpPr>
            <p:cNvPr id="15942" name="Google Shape;15942;p66"/>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43" name="Google Shape;15943;p66"/>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44" name="Google Shape;15944;p66"/>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45" name="Google Shape;15945;p66"/>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46" name="Google Shape;15946;p66"/>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47" name="Google Shape;15947;p66"/>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48" name="Google Shape;15948;p66"/>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49" name="Google Shape;15949;p66"/>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50" name="Google Shape;15950;p66"/>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51" name="Google Shape;15951;p66"/>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52" name="Google Shape;15952;p66"/>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53" name="Google Shape;15953;p66"/>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54" name="Google Shape;15954;p66"/>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55" name="Google Shape;15955;p66"/>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56" name="Google Shape;15956;p66"/>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57" name="Google Shape;15957;p66"/>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58" name="Google Shape;15958;p66"/>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59" name="Google Shape;15959;p66"/>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960" name="Google Shape;15960;p66"/>
          <p:cNvGrpSpPr/>
          <p:nvPr/>
        </p:nvGrpSpPr>
        <p:grpSpPr>
          <a:xfrm>
            <a:off x="2152857" y="4263002"/>
            <a:ext cx="373241" cy="359127"/>
            <a:chOff x="2152857" y="4263002"/>
            <a:chExt cx="373241" cy="359127"/>
          </a:xfrm>
        </p:grpSpPr>
        <p:sp>
          <p:nvSpPr>
            <p:cNvPr id="15961" name="Google Shape;15961;p66"/>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62" name="Google Shape;15962;p66"/>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63" name="Google Shape;15963;p66"/>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64" name="Google Shape;15964;p66"/>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65" name="Google Shape;15965;p66"/>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66" name="Google Shape;15966;p66"/>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67" name="Google Shape;15967;p66"/>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68" name="Google Shape;15968;p66"/>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969" name="Google Shape;15969;p66"/>
          <p:cNvGrpSpPr/>
          <p:nvPr/>
        </p:nvGrpSpPr>
        <p:grpSpPr>
          <a:xfrm>
            <a:off x="859632" y="3346972"/>
            <a:ext cx="303537" cy="359127"/>
            <a:chOff x="859632" y="3346972"/>
            <a:chExt cx="303537" cy="359127"/>
          </a:xfrm>
        </p:grpSpPr>
        <p:sp>
          <p:nvSpPr>
            <p:cNvPr id="15970" name="Google Shape;15970;p66"/>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71" name="Google Shape;15971;p66"/>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72" name="Google Shape;15972;p66"/>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73" name="Google Shape;15973;p66"/>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74" name="Google Shape;15974;p66"/>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975" name="Google Shape;15975;p66"/>
          <p:cNvGrpSpPr/>
          <p:nvPr/>
        </p:nvGrpSpPr>
        <p:grpSpPr>
          <a:xfrm>
            <a:off x="1767911" y="2882241"/>
            <a:ext cx="265306" cy="366799"/>
            <a:chOff x="1767911" y="2882241"/>
            <a:chExt cx="265306" cy="366799"/>
          </a:xfrm>
        </p:grpSpPr>
        <p:sp>
          <p:nvSpPr>
            <p:cNvPr id="15976" name="Google Shape;15976;p66"/>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77" name="Google Shape;15977;p66"/>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78" name="Google Shape;15978;p66"/>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79" name="Google Shape;15979;p66"/>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80" name="Google Shape;15980;p66"/>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81" name="Google Shape;15981;p66"/>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82" name="Google Shape;15982;p66"/>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83" name="Google Shape;15983;p66"/>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84" name="Google Shape;15984;p66"/>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85" name="Google Shape;15985;p66"/>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86" name="Google Shape;15986;p66"/>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87" name="Google Shape;15987;p66"/>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88" name="Google Shape;15988;p66"/>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89" name="Google Shape;15989;p66"/>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90" name="Google Shape;15990;p66"/>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5991" name="Google Shape;15991;p66"/>
          <p:cNvGrpSpPr/>
          <p:nvPr/>
        </p:nvGrpSpPr>
        <p:grpSpPr>
          <a:xfrm>
            <a:off x="1332009" y="1499935"/>
            <a:ext cx="331895" cy="359311"/>
            <a:chOff x="1332009" y="1499935"/>
            <a:chExt cx="331895" cy="359311"/>
          </a:xfrm>
        </p:grpSpPr>
        <p:sp>
          <p:nvSpPr>
            <p:cNvPr id="15992" name="Google Shape;15992;p66"/>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93" name="Google Shape;15993;p66"/>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94" name="Google Shape;15994;p66"/>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95" name="Google Shape;15995;p66"/>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96" name="Google Shape;15996;p66"/>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97" name="Google Shape;15997;p66"/>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98" name="Google Shape;15998;p66"/>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5999" name="Google Shape;15999;p66"/>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00" name="Google Shape;16000;p66"/>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01" name="Google Shape;16001;p66"/>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02" name="Google Shape;16002;p66"/>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03" name="Google Shape;16003;p66"/>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04" name="Google Shape;16004;p66"/>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05" name="Google Shape;16005;p66"/>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06" name="Google Shape;16006;p66"/>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07" name="Google Shape;16007;p66"/>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08" name="Google Shape;16008;p66"/>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009" name="Google Shape;16009;p66"/>
          <p:cNvGrpSpPr/>
          <p:nvPr/>
        </p:nvGrpSpPr>
        <p:grpSpPr>
          <a:xfrm>
            <a:off x="2663464" y="3346815"/>
            <a:ext cx="289528" cy="359232"/>
            <a:chOff x="2663464" y="3346815"/>
            <a:chExt cx="289528" cy="359232"/>
          </a:xfrm>
        </p:grpSpPr>
        <p:sp>
          <p:nvSpPr>
            <p:cNvPr id="16010" name="Google Shape;16010;p66"/>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11" name="Google Shape;16011;p66"/>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12" name="Google Shape;16012;p66"/>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13" name="Google Shape;16013;p66"/>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14" name="Google Shape;16014;p66"/>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15" name="Google Shape;16015;p66"/>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16" name="Google Shape;16016;p66"/>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17" name="Google Shape;16017;p66"/>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18" name="Google Shape;16018;p66"/>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19" name="Google Shape;16019;p66"/>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20" name="Google Shape;16020;p66"/>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021" name="Google Shape;16021;p66"/>
          <p:cNvGrpSpPr/>
          <p:nvPr/>
        </p:nvGrpSpPr>
        <p:grpSpPr>
          <a:xfrm>
            <a:off x="1315775" y="2881927"/>
            <a:ext cx="269051" cy="366983"/>
            <a:chOff x="1315775" y="2881927"/>
            <a:chExt cx="269051" cy="366983"/>
          </a:xfrm>
        </p:grpSpPr>
        <p:sp>
          <p:nvSpPr>
            <p:cNvPr id="16022" name="Google Shape;16022;p66"/>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23" name="Google Shape;16023;p66"/>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24" name="Google Shape;16024;p66"/>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25" name="Google Shape;16025;p66"/>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26" name="Google Shape;16026;p66"/>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27" name="Google Shape;16027;p66"/>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28" name="Google Shape;16028;p66"/>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29" name="Google Shape;16029;p66"/>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30" name="Google Shape;16030;p66"/>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31" name="Google Shape;16031;p66"/>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32" name="Google Shape;16032;p66"/>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33" name="Google Shape;16033;p66"/>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34" name="Google Shape;16034;p66"/>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35" name="Google Shape;16035;p66"/>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36" name="Google Shape;16036;p66"/>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037" name="Google Shape;16037;p66"/>
          <p:cNvGrpSpPr/>
          <p:nvPr/>
        </p:nvGrpSpPr>
        <p:grpSpPr>
          <a:xfrm>
            <a:off x="3977427" y="1980142"/>
            <a:ext cx="359232" cy="322023"/>
            <a:chOff x="3977427" y="1980142"/>
            <a:chExt cx="359232" cy="322023"/>
          </a:xfrm>
        </p:grpSpPr>
        <p:sp>
          <p:nvSpPr>
            <p:cNvPr id="16038" name="Google Shape;16038;p66"/>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39" name="Google Shape;16039;p66"/>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40" name="Google Shape;16040;p66"/>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41" name="Google Shape;16041;p66"/>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42" name="Google Shape;16042;p66"/>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43" name="Google Shape;16043;p66"/>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44" name="Google Shape;16044;p66"/>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45" name="Google Shape;16045;p66"/>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46" name="Google Shape;16046;p66"/>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47" name="Google Shape;16047;p66"/>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048" name="Google Shape;16048;p66"/>
          <p:cNvGrpSpPr/>
          <p:nvPr/>
        </p:nvGrpSpPr>
        <p:grpSpPr>
          <a:xfrm>
            <a:off x="865628" y="2413608"/>
            <a:ext cx="361720" cy="359180"/>
            <a:chOff x="865628" y="2413608"/>
            <a:chExt cx="361720" cy="359180"/>
          </a:xfrm>
        </p:grpSpPr>
        <p:sp>
          <p:nvSpPr>
            <p:cNvPr id="16049" name="Google Shape;16049;p66"/>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50" name="Google Shape;16050;p66"/>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51" name="Google Shape;16051;p66"/>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52" name="Google Shape;16052;p66"/>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53" name="Google Shape;16053;p66"/>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54" name="Google Shape;16054;p66"/>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55" name="Google Shape;16055;p66"/>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56" name="Google Shape;16056;p66"/>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57" name="Google Shape;16057;p66"/>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58" name="Google Shape;16058;p66"/>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59" name="Google Shape;16059;p66"/>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60" name="Google Shape;16060;p66"/>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61" name="Google Shape;16061;p66"/>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062" name="Google Shape;16062;p66"/>
          <p:cNvGrpSpPr/>
          <p:nvPr/>
        </p:nvGrpSpPr>
        <p:grpSpPr>
          <a:xfrm>
            <a:off x="3117093" y="2881927"/>
            <a:ext cx="268815" cy="366983"/>
            <a:chOff x="3117093" y="2881927"/>
            <a:chExt cx="268815" cy="366983"/>
          </a:xfrm>
        </p:grpSpPr>
        <p:sp>
          <p:nvSpPr>
            <p:cNvPr id="16063" name="Google Shape;16063;p66"/>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64" name="Google Shape;16064;p66"/>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65" name="Google Shape;16065;p66"/>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66" name="Google Shape;16066;p66"/>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67" name="Google Shape;16067;p66"/>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68" name="Google Shape;16068;p66"/>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69" name="Google Shape;16069;p66"/>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70" name="Google Shape;16070;p66"/>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71" name="Google Shape;16071;p66"/>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72" name="Google Shape;16072;p66"/>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73" name="Google Shape;16073;p66"/>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74" name="Google Shape;16074;p66"/>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75" name="Google Shape;16075;p66"/>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76" name="Google Shape;16076;p66"/>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77" name="Google Shape;16077;p66"/>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078" name="Google Shape;16078;p66"/>
          <p:cNvGrpSpPr/>
          <p:nvPr/>
        </p:nvGrpSpPr>
        <p:grpSpPr>
          <a:xfrm>
            <a:off x="3534508" y="1508000"/>
            <a:ext cx="368502" cy="343521"/>
            <a:chOff x="3534508" y="1508000"/>
            <a:chExt cx="368502" cy="343521"/>
          </a:xfrm>
        </p:grpSpPr>
        <p:sp>
          <p:nvSpPr>
            <p:cNvPr id="16079" name="Google Shape;16079;p66"/>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80" name="Google Shape;16080;p66"/>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81" name="Google Shape;16081;p66"/>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82" name="Google Shape;16082;p66"/>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83" name="Google Shape;16083;p66"/>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84" name="Google Shape;16084;p66"/>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85" name="Google Shape;16085;p66"/>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86" name="Google Shape;16086;p66"/>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87" name="Google Shape;16087;p66"/>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88" name="Google Shape;16088;p66"/>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89" name="Google Shape;16089;p66"/>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90" name="Google Shape;16090;p66"/>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91" name="Google Shape;16091;p66"/>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92" name="Google Shape;16092;p66"/>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93" name="Google Shape;16093;p66"/>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094" name="Google Shape;16094;p66"/>
          <p:cNvGrpSpPr/>
          <p:nvPr/>
        </p:nvGrpSpPr>
        <p:grpSpPr>
          <a:xfrm>
            <a:off x="7147436" y="1502999"/>
            <a:ext cx="279054" cy="354754"/>
            <a:chOff x="7147436" y="1502999"/>
            <a:chExt cx="279054" cy="354754"/>
          </a:xfrm>
        </p:grpSpPr>
        <p:sp>
          <p:nvSpPr>
            <p:cNvPr id="16095" name="Google Shape;16095;p66"/>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96" name="Google Shape;16096;p66"/>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97" name="Google Shape;16097;p66"/>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98" name="Google Shape;16098;p66"/>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099" name="Google Shape;16099;p66"/>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00" name="Google Shape;16100;p66"/>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01" name="Google Shape;16101;p66"/>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02" name="Google Shape;16102;p66"/>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03" name="Google Shape;16103;p66"/>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04" name="Google Shape;16104;p66"/>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05" name="Google Shape;16105;p66"/>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06" name="Google Shape;16106;p66"/>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07" name="Google Shape;16107;p66"/>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08" name="Google Shape;16108;p66"/>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09" name="Google Shape;16109;p66"/>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10" name="Google Shape;16110;p66"/>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111" name="Google Shape;16111;p66"/>
          <p:cNvGrpSpPr/>
          <p:nvPr/>
        </p:nvGrpSpPr>
        <p:grpSpPr>
          <a:xfrm>
            <a:off x="7603081" y="1973072"/>
            <a:ext cx="276802" cy="354807"/>
            <a:chOff x="7603081" y="1973072"/>
            <a:chExt cx="276802" cy="354807"/>
          </a:xfrm>
        </p:grpSpPr>
        <p:sp>
          <p:nvSpPr>
            <p:cNvPr id="16112" name="Google Shape;16112;p66"/>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13" name="Google Shape;16113;p66"/>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14" name="Google Shape;16114;p66"/>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15" name="Google Shape;16115;p66"/>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16" name="Google Shape;16116;p66"/>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17" name="Google Shape;16117;p66"/>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18" name="Google Shape;16118;p66"/>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19" name="Google Shape;16119;p66"/>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20" name="Google Shape;16120;p66"/>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21" name="Google Shape;16121;p66"/>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22" name="Google Shape;16122;p66"/>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23" name="Google Shape;16123;p66"/>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24" name="Google Shape;16124;p66"/>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25" name="Google Shape;16125;p66"/>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126" name="Google Shape;16126;p66"/>
          <p:cNvGrpSpPr/>
          <p:nvPr/>
        </p:nvGrpSpPr>
        <p:grpSpPr>
          <a:xfrm>
            <a:off x="6696792" y="1502999"/>
            <a:ext cx="276802" cy="354754"/>
            <a:chOff x="6696792" y="1502999"/>
            <a:chExt cx="276802" cy="354754"/>
          </a:xfrm>
        </p:grpSpPr>
        <p:sp>
          <p:nvSpPr>
            <p:cNvPr id="16127" name="Google Shape;16127;p66"/>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28" name="Google Shape;16128;p66"/>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29" name="Google Shape;16129;p66"/>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30" name="Google Shape;16130;p66"/>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31" name="Google Shape;16131;p66"/>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32" name="Google Shape;16132;p66"/>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33" name="Google Shape;16133;p66"/>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34" name="Google Shape;16134;p66"/>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35" name="Google Shape;16135;p66"/>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36" name="Google Shape;16136;p66"/>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37" name="Google Shape;16137;p66"/>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38" name="Google Shape;16138;p66"/>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39" name="Google Shape;16139;p66"/>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40" name="Google Shape;16140;p66"/>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41" name="Google Shape;16141;p66"/>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6142" name="Google Shape;16142;p66"/>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6143" name="Google Shape;16143;p66"/>
          <p:cNvGrpSpPr/>
          <p:nvPr/>
        </p:nvGrpSpPr>
        <p:grpSpPr>
          <a:xfrm>
            <a:off x="6223393" y="1502999"/>
            <a:ext cx="320295" cy="354754"/>
            <a:chOff x="6223393" y="1502999"/>
            <a:chExt cx="320295" cy="354754"/>
          </a:xfrm>
        </p:grpSpPr>
        <p:sp>
          <p:nvSpPr>
            <p:cNvPr id="16144" name="Google Shape;16144;p66"/>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45" name="Google Shape;16145;p66"/>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46" name="Google Shape;16146;p66"/>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47" name="Google Shape;16147;p66"/>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48" name="Google Shape;16148;p66"/>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49" name="Google Shape;16149;p66"/>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50" name="Google Shape;16150;p66"/>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51" name="Google Shape;16151;p66"/>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52" name="Google Shape;16152;p66"/>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53" name="Google Shape;16153;p66"/>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54" name="Google Shape;16154;p66"/>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55" name="Google Shape;16155;p66"/>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56" name="Google Shape;16156;p66"/>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57" name="Google Shape;16157;p66"/>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58" name="Google Shape;16158;p66"/>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59" name="Google Shape;16159;p66"/>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60" name="Google Shape;16160;p66"/>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61" name="Google Shape;16161;p66"/>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62" name="Google Shape;16162;p66"/>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63" name="Google Shape;16163;p66"/>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64" name="Google Shape;16164;p66"/>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65" name="Google Shape;16165;p66"/>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66" name="Google Shape;16166;p66"/>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167" name="Google Shape;16167;p66"/>
          <p:cNvGrpSpPr/>
          <p:nvPr/>
        </p:nvGrpSpPr>
        <p:grpSpPr>
          <a:xfrm>
            <a:off x="5310611" y="1502972"/>
            <a:ext cx="339515" cy="354781"/>
            <a:chOff x="5310611" y="1502972"/>
            <a:chExt cx="339515" cy="354781"/>
          </a:xfrm>
        </p:grpSpPr>
        <p:sp>
          <p:nvSpPr>
            <p:cNvPr id="16168" name="Google Shape;16168;p66"/>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69" name="Google Shape;16169;p66"/>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70" name="Google Shape;16170;p66"/>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71" name="Google Shape;16171;p66"/>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72" name="Google Shape;16172;p66"/>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73" name="Google Shape;16173;p66"/>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74" name="Google Shape;16174;p66"/>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75" name="Google Shape;16175;p66"/>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76" name="Google Shape;16176;p66"/>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77" name="Google Shape;16177;p66"/>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78" name="Google Shape;16178;p66"/>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79" name="Google Shape;16179;p66"/>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80" name="Google Shape;16180;p66"/>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81" name="Google Shape;16181;p66"/>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82" name="Google Shape;16182;p66"/>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83" name="Google Shape;16183;p66"/>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184" name="Google Shape;16184;p66"/>
          <p:cNvGrpSpPr/>
          <p:nvPr/>
        </p:nvGrpSpPr>
        <p:grpSpPr>
          <a:xfrm>
            <a:off x="6253637" y="3790101"/>
            <a:ext cx="274550" cy="354833"/>
            <a:chOff x="6253637" y="3790101"/>
            <a:chExt cx="274550" cy="354833"/>
          </a:xfrm>
        </p:grpSpPr>
        <p:sp>
          <p:nvSpPr>
            <p:cNvPr id="16185" name="Google Shape;16185;p66"/>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86" name="Google Shape;16186;p66"/>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87" name="Google Shape;16187;p66"/>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88" name="Google Shape;16188;p66"/>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89" name="Google Shape;16189;p66"/>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90" name="Google Shape;16190;p66"/>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91" name="Google Shape;16191;p66"/>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92" name="Google Shape;16192;p66"/>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93" name="Google Shape;16193;p66"/>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94" name="Google Shape;16194;p66"/>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95" name="Google Shape;16195;p66"/>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96" name="Google Shape;16196;p66"/>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97" name="Google Shape;16197;p66"/>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98" name="Google Shape;16198;p66"/>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199" name="Google Shape;16199;p66"/>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00" name="Google Shape;16200;p66"/>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01" name="Google Shape;16201;p66"/>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202" name="Google Shape;16202;p66"/>
          <p:cNvGrpSpPr/>
          <p:nvPr/>
        </p:nvGrpSpPr>
        <p:grpSpPr>
          <a:xfrm>
            <a:off x="5802731" y="3790180"/>
            <a:ext cx="274576" cy="354754"/>
            <a:chOff x="5802731" y="3790180"/>
            <a:chExt cx="274576" cy="354754"/>
          </a:xfrm>
        </p:grpSpPr>
        <p:sp>
          <p:nvSpPr>
            <p:cNvPr id="16203" name="Google Shape;16203;p66"/>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04" name="Google Shape;16204;p66"/>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05" name="Google Shape;16205;p66"/>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06" name="Google Shape;16206;p66"/>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07" name="Google Shape;16207;p66"/>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08" name="Google Shape;16208;p66"/>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09" name="Google Shape;16209;p66"/>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10" name="Google Shape;16210;p66"/>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11" name="Google Shape;16211;p66"/>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12" name="Google Shape;16212;p66"/>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13" name="Google Shape;16213;p66"/>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14" name="Google Shape;16214;p66"/>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15" name="Google Shape;16215;p66"/>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16" name="Google Shape;16216;p66"/>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17" name="Google Shape;16217;p66"/>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18" name="Google Shape;16218;p66"/>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19" name="Google Shape;16219;p66"/>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20" name="Google Shape;16220;p66"/>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21" name="Google Shape;16221;p66"/>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22" name="Google Shape;16222;p66"/>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23" name="Google Shape;16223;p66"/>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224" name="Google Shape;16224;p66"/>
          <p:cNvGrpSpPr/>
          <p:nvPr/>
        </p:nvGrpSpPr>
        <p:grpSpPr>
          <a:xfrm>
            <a:off x="5352088" y="3790206"/>
            <a:ext cx="274550" cy="354728"/>
            <a:chOff x="5352088" y="3790206"/>
            <a:chExt cx="274550" cy="354728"/>
          </a:xfrm>
        </p:grpSpPr>
        <p:sp>
          <p:nvSpPr>
            <p:cNvPr id="16225" name="Google Shape;16225;p66"/>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26" name="Google Shape;16226;p66"/>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27" name="Google Shape;16227;p66"/>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28" name="Google Shape;16228;p66"/>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29" name="Google Shape;16229;p66"/>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30" name="Google Shape;16230;p66"/>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31" name="Google Shape;16231;p66"/>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32" name="Google Shape;16232;p66"/>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33" name="Google Shape;16233;p66"/>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34" name="Google Shape;16234;p66"/>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35" name="Google Shape;16235;p66"/>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36" name="Google Shape;16236;p66"/>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37" name="Google Shape;16237;p66"/>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38" name="Google Shape;16238;p66"/>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39" name="Google Shape;16239;p66"/>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40" name="Google Shape;16240;p66"/>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41" name="Google Shape;16241;p66"/>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42" name="Google Shape;16242;p66"/>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43" name="Google Shape;16243;p66"/>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44" name="Google Shape;16244;p66"/>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45" name="Google Shape;16245;p66"/>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46" name="Google Shape;16246;p66"/>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47" name="Google Shape;16247;p66"/>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48" name="Google Shape;16248;p66"/>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249" name="Google Shape;16249;p66"/>
          <p:cNvGrpSpPr/>
          <p:nvPr/>
        </p:nvGrpSpPr>
        <p:grpSpPr>
          <a:xfrm>
            <a:off x="4901706" y="3790075"/>
            <a:ext cx="274550" cy="354859"/>
            <a:chOff x="4901706" y="3790075"/>
            <a:chExt cx="274550" cy="354859"/>
          </a:xfrm>
        </p:grpSpPr>
        <p:sp>
          <p:nvSpPr>
            <p:cNvPr id="16250" name="Google Shape;16250;p66"/>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51" name="Google Shape;16251;p66"/>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52" name="Google Shape;16252;p66"/>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53" name="Google Shape;16253;p66"/>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54" name="Google Shape;16254;p66"/>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55" name="Google Shape;16255;p66"/>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56" name="Google Shape;16256;p66"/>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57" name="Google Shape;16257;p66"/>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58" name="Google Shape;16258;p66"/>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59" name="Google Shape;16259;p66"/>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60" name="Google Shape;16260;p66"/>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61" name="Google Shape;16261;p66"/>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62" name="Google Shape;16262;p66"/>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63" name="Google Shape;16263;p66"/>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64" name="Google Shape;16264;p66"/>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65" name="Google Shape;16265;p66"/>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66" name="Google Shape;16266;p66"/>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267" name="Google Shape;16267;p66"/>
          <p:cNvGrpSpPr/>
          <p:nvPr/>
        </p:nvGrpSpPr>
        <p:grpSpPr>
          <a:xfrm>
            <a:off x="8052704" y="1503208"/>
            <a:ext cx="275073" cy="354545"/>
            <a:chOff x="8052704" y="1503208"/>
            <a:chExt cx="275073" cy="354545"/>
          </a:xfrm>
        </p:grpSpPr>
        <p:sp>
          <p:nvSpPr>
            <p:cNvPr id="16268" name="Google Shape;16268;p66"/>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69" name="Google Shape;16269;p66"/>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70" name="Google Shape;16270;p66"/>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71" name="Google Shape;16271;p66"/>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72" name="Google Shape;16272;p66"/>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73" name="Google Shape;16273;p66"/>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74" name="Google Shape;16274;p66"/>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75" name="Google Shape;16275;p66"/>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76" name="Google Shape;16276;p66"/>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77" name="Google Shape;16277;p66"/>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78" name="Google Shape;16278;p66"/>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79" name="Google Shape;16279;p66"/>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80" name="Google Shape;16280;p66"/>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81" name="Google Shape;16281;p66"/>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82" name="Google Shape;16282;p66"/>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83" name="Google Shape;16283;p66"/>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84" name="Google Shape;16284;p66"/>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285" name="Google Shape;16285;p66"/>
          <p:cNvGrpSpPr/>
          <p:nvPr/>
        </p:nvGrpSpPr>
        <p:grpSpPr>
          <a:xfrm>
            <a:off x="5794745" y="1502999"/>
            <a:ext cx="274550" cy="354754"/>
            <a:chOff x="5794745" y="1502999"/>
            <a:chExt cx="274550" cy="354754"/>
          </a:xfrm>
        </p:grpSpPr>
        <p:sp>
          <p:nvSpPr>
            <p:cNvPr id="16286" name="Google Shape;16286;p66"/>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87" name="Google Shape;16287;p66"/>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88" name="Google Shape;16288;p66"/>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89" name="Google Shape;16289;p66"/>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90" name="Google Shape;16290;p66"/>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91" name="Google Shape;16291;p66"/>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92" name="Google Shape;16292;p66"/>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93" name="Google Shape;16293;p66"/>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94" name="Google Shape;16294;p66"/>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95" name="Google Shape;16295;p66"/>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96" name="Google Shape;16296;p66"/>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97" name="Google Shape;16297;p66"/>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98" name="Google Shape;16298;p66"/>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299" name="Google Shape;16299;p66"/>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00" name="Google Shape;16300;p66"/>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01" name="Google Shape;16301;p66"/>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02" name="Google Shape;16302;p66"/>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03" name="Google Shape;16303;p66"/>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04" name="Google Shape;16304;p66"/>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05" name="Google Shape;16305;p66"/>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06" name="Google Shape;16306;p66"/>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07" name="Google Shape;16307;p66"/>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08" name="Google Shape;16308;p66"/>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309" name="Google Shape;16309;p66"/>
          <p:cNvGrpSpPr/>
          <p:nvPr/>
        </p:nvGrpSpPr>
        <p:grpSpPr>
          <a:xfrm>
            <a:off x="4896940" y="1502999"/>
            <a:ext cx="263316" cy="354754"/>
            <a:chOff x="4896940" y="1502999"/>
            <a:chExt cx="263316" cy="354754"/>
          </a:xfrm>
        </p:grpSpPr>
        <p:sp>
          <p:nvSpPr>
            <p:cNvPr id="16310" name="Google Shape;16310;p66"/>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11" name="Google Shape;16311;p66"/>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12" name="Google Shape;16312;p66"/>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13" name="Google Shape;16313;p66"/>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14" name="Google Shape;16314;p66"/>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15" name="Google Shape;16315;p66"/>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16" name="Google Shape;16316;p66"/>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17" name="Google Shape;16317;p66"/>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18" name="Google Shape;16318;p66"/>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19" name="Google Shape;16319;p66"/>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20" name="Google Shape;16320;p66"/>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21" name="Google Shape;16321;p66"/>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22" name="Google Shape;16322;p66"/>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23" name="Google Shape;16323;p66"/>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24" name="Google Shape;16324;p66"/>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25" name="Google Shape;16325;p66"/>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26" name="Google Shape;16326;p66"/>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27" name="Google Shape;16327;p66"/>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28" name="Google Shape;16328;p66"/>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29" name="Google Shape;16329;p66"/>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30" name="Google Shape;16330;p66"/>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331" name="Google Shape;16331;p66"/>
          <p:cNvGrpSpPr/>
          <p:nvPr/>
        </p:nvGrpSpPr>
        <p:grpSpPr>
          <a:xfrm>
            <a:off x="6255392" y="4268082"/>
            <a:ext cx="274550" cy="354728"/>
            <a:chOff x="6255392" y="4268082"/>
            <a:chExt cx="274550" cy="354728"/>
          </a:xfrm>
        </p:grpSpPr>
        <p:sp>
          <p:nvSpPr>
            <p:cNvPr id="16332" name="Google Shape;16332;p66"/>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33" name="Google Shape;16333;p66"/>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34" name="Google Shape;16334;p66"/>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35" name="Google Shape;16335;p66"/>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36" name="Google Shape;16336;p66"/>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37" name="Google Shape;16337;p66"/>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38" name="Google Shape;16338;p66"/>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39" name="Google Shape;16339;p66"/>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40" name="Google Shape;16340;p66"/>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41" name="Google Shape;16341;p66"/>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42" name="Google Shape;16342;p66"/>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43" name="Google Shape;16343;p66"/>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44" name="Google Shape;16344;p66"/>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45" name="Google Shape;16345;p66"/>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46" name="Google Shape;16346;p66"/>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47" name="Google Shape;16347;p66"/>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48" name="Google Shape;16348;p66"/>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49" name="Google Shape;16349;p66"/>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50" name="Google Shape;16350;p66"/>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51" name="Google Shape;16351;p66"/>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352" name="Google Shape;16352;p66"/>
          <p:cNvGrpSpPr/>
          <p:nvPr/>
        </p:nvGrpSpPr>
        <p:grpSpPr>
          <a:xfrm>
            <a:off x="7604076" y="3790075"/>
            <a:ext cx="275807" cy="354859"/>
            <a:chOff x="7604076" y="3790075"/>
            <a:chExt cx="275807" cy="354859"/>
          </a:xfrm>
        </p:grpSpPr>
        <p:sp>
          <p:nvSpPr>
            <p:cNvPr id="16353" name="Google Shape;16353;p66"/>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54" name="Google Shape;16354;p66"/>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55" name="Google Shape;16355;p66"/>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56" name="Google Shape;16356;p66"/>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57" name="Google Shape;16357;p66"/>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58" name="Google Shape;16358;p66"/>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59" name="Google Shape;16359;p66"/>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60" name="Google Shape;16360;p66"/>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61" name="Google Shape;16361;p66"/>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62" name="Google Shape;16362;p66"/>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63" name="Google Shape;16363;p66"/>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64" name="Google Shape;16364;p66"/>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65" name="Google Shape;16365;p66"/>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66" name="Google Shape;16366;p66"/>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67" name="Google Shape;16367;p66"/>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68" name="Google Shape;16368;p66"/>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69" name="Google Shape;16369;p66"/>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70" name="Google Shape;16370;p66"/>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71" name="Google Shape;16371;p66"/>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72" name="Google Shape;16372;p66"/>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73" name="Google Shape;16373;p66"/>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74" name="Google Shape;16374;p66"/>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375" name="Google Shape;16375;p66"/>
          <p:cNvGrpSpPr/>
          <p:nvPr/>
        </p:nvGrpSpPr>
        <p:grpSpPr>
          <a:xfrm>
            <a:off x="7154427" y="3790206"/>
            <a:ext cx="274550" cy="354493"/>
            <a:chOff x="7154427" y="3790206"/>
            <a:chExt cx="274550" cy="354493"/>
          </a:xfrm>
        </p:grpSpPr>
        <p:sp>
          <p:nvSpPr>
            <p:cNvPr id="16376" name="Google Shape;16376;p66"/>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77" name="Google Shape;16377;p66"/>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78" name="Google Shape;16378;p66"/>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79" name="Google Shape;16379;p66"/>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80" name="Google Shape;16380;p66"/>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81" name="Google Shape;16381;p66"/>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82" name="Google Shape;16382;p66"/>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83" name="Google Shape;16383;p66"/>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84" name="Google Shape;16384;p66"/>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85" name="Google Shape;16385;p66"/>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86" name="Google Shape;16386;p66"/>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87" name="Google Shape;16387;p66"/>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88" name="Google Shape;16388;p66"/>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89" name="Google Shape;16389;p66"/>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90" name="Google Shape;16390;p66"/>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91" name="Google Shape;16391;p66"/>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92" name="Google Shape;16392;p66"/>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93" name="Google Shape;16393;p66"/>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94" name="Google Shape;16394;p66"/>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95" name="Google Shape;16395;p66"/>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396" name="Google Shape;16396;p66"/>
          <p:cNvGrpSpPr/>
          <p:nvPr/>
        </p:nvGrpSpPr>
        <p:grpSpPr>
          <a:xfrm>
            <a:off x="8054458" y="1973150"/>
            <a:ext cx="274576" cy="354728"/>
            <a:chOff x="8054458" y="1973150"/>
            <a:chExt cx="274576" cy="354728"/>
          </a:xfrm>
        </p:grpSpPr>
        <p:sp>
          <p:nvSpPr>
            <p:cNvPr id="16397" name="Google Shape;16397;p66"/>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98" name="Google Shape;16398;p66"/>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399" name="Google Shape;16399;p66"/>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00" name="Google Shape;16400;p66"/>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01" name="Google Shape;16401;p66"/>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02" name="Google Shape;16402;p66"/>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03" name="Google Shape;16403;p66"/>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04" name="Google Shape;16404;p66"/>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05" name="Google Shape;16405;p66"/>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06" name="Google Shape;16406;p66"/>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07" name="Google Shape;16407;p66"/>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08" name="Google Shape;16408;p66"/>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09" name="Google Shape;16409;p66"/>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10" name="Google Shape;16410;p66"/>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11" name="Google Shape;16411;p66"/>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12" name="Google Shape;16412;p66"/>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13" name="Google Shape;16413;p66"/>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14" name="Google Shape;16414;p66"/>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15" name="Google Shape;16415;p66"/>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16" name="Google Shape;16416;p66"/>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17" name="Google Shape;16417;p66"/>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18" name="Google Shape;16418;p66"/>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419" name="Google Shape;16419;p66"/>
          <p:cNvGrpSpPr/>
          <p:nvPr/>
        </p:nvGrpSpPr>
        <p:grpSpPr>
          <a:xfrm>
            <a:off x="7153930" y="1973150"/>
            <a:ext cx="274812" cy="354728"/>
            <a:chOff x="7153930" y="1973150"/>
            <a:chExt cx="274812" cy="354728"/>
          </a:xfrm>
        </p:grpSpPr>
        <p:sp>
          <p:nvSpPr>
            <p:cNvPr id="16420" name="Google Shape;16420;p66"/>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21" name="Google Shape;16421;p66"/>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22" name="Google Shape;16422;p66"/>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23" name="Google Shape;16423;p66"/>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24" name="Google Shape;16424;p66"/>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25" name="Google Shape;16425;p66"/>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26" name="Google Shape;16426;p66"/>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27" name="Google Shape;16427;p66"/>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28" name="Google Shape;16428;p66"/>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29" name="Google Shape;16429;p66"/>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30" name="Google Shape;16430;p66"/>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31" name="Google Shape;16431;p66"/>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32" name="Google Shape;16432;p66"/>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33" name="Google Shape;16433;p66"/>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34" name="Google Shape;16434;p66"/>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35" name="Google Shape;16435;p66"/>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36" name="Google Shape;16436;p66"/>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37" name="Google Shape;16437;p66"/>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38" name="Google Shape;16438;p66"/>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439" name="Google Shape;16439;p66"/>
          <p:cNvGrpSpPr/>
          <p:nvPr/>
        </p:nvGrpSpPr>
        <p:grpSpPr>
          <a:xfrm>
            <a:off x="6703522" y="1973098"/>
            <a:ext cx="274812" cy="354781"/>
            <a:chOff x="6703522" y="1973098"/>
            <a:chExt cx="274812" cy="354781"/>
          </a:xfrm>
        </p:grpSpPr>
        <p:sp>
          <p:nvSpPr>
            <p:cNvPr id="16440" name="Google Shape;16440;p66"/>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41" name="Google Shape;16441;p66"/>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42" name="Google Shape;16442;p66"/>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43" name="Google Shape;16443;p66"/>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44" name="Google Shape;16444;p66"/>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45" name="Google Shape;16445;p66"/>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46" name="Google Shape;16446;p66"/>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47" name="Google Shape;16447;p66"/>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48" name="Google Shape;16448;p66"/>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49" name="Google Shape;16449;p66"/>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50" name="Google Shape;16450;p66"/>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51" name="Google Shape;16451;p66"/>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52" name="Google Shape;16452;p66"/>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53" name="Google Shape;16453;p66"/>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54" name="Google Shape;16454;p66"/>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55" name="Google Shape;16455;p66"/>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56" name="Google Shape;16456;p66"/>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57" name="Google Shape;16457;p66"/>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58" name="Google Shape;16458;p66"/>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59" name="Google Shape;16459;p66"/>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60" name="Google Shape;16460;p66"/>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61" name="Google Shape;16461;p66"/>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62" name="Google Shape;16462;p66"/>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63" name="Google Shape;16463;p66"/>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64" name="Google Shape;16464;p66"/>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465" name="Google Shape;16465;p66"/>
          <p:cNvGrpSpPr/>
          <p:nvPr/>
        </p:nvGrpSpPr>
        <p:grpSpPr>
          <a:xfrm>
            <a:off x="6253375" y="1973150"/>
            <a:ext cx="274812" cy="354728"/>
            <a:chOff x="6253375" y="1973150"/>
            <a:chExt cx="274812" cy="354728"/>
          </a:xfrm>
        </p:grpSpPr>
        <p:sp>
          <p:nvSpPr>
            <p:cNvPr id="16466" name="Google Shape;16466;p66"/>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67" name="Google Shape;16467;p66"/>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68" name="Google Shape;16468;p66"/>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69" name="Google Shape;16469;p66"/>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70" name="Google Shape;16470;p66"/>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71" name="Google Shape;16471;p66"/>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72" name="Google Shape;16472;p66"/>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73" name="Google Shape;16473;p66"/>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74" name="Google Shape;16474;p66"/>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75" name="Google Shape;16475;p66"/>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76" name="Google Shape;16476;p66"/>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77" name="Google Shape;16477;p66"/>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78" name="Google Shape;16478;p66"/>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79" name="Google Shape;16479;p66"/>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80" name="Google Shape;16480;p66"/>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81" name="Google Shape;16481;p66"/>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82" name="Google Shape;16482;p66"/>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83" name="Google Shape;16483;p66"/>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84" name="Google Shape;16484;p66"/>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85" name="Google Shape;16485;p66"/>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86" name="Google Shape;16486;p66"/>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87" name="Google Shape;16487;p66"/>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88" name="Google Shape;16488;p66"/>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89" name="Google Shape;16489;p66"/>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90" name="Google Shape;16490;p66"/>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91" name="Google Shape;16491;p66"/>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92" name="Google Shape;16492;p66"/>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93" name="Google Shape;16493;p66"/>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94" name="Google Shape;16494;p66"/>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95" name="Google Shape;16495;p66"/>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96" name="Google Shape;16496;p66"/>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97" name="Google Shape;16497;p66"/>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98" name="Google Shape;16498;p66"/>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499" name="Google Shape;16499;p66"/>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00" name="Google Shape;16500;p66"/>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01" name="Google Shape;16501;p66"/>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02" name="Google Shape;16502;p66"/>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03" name="Google Shape;16503;p66"/>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504" name="Google Shape;16504;p66"/>
          <p:cNvGrpSpPr/>
          <p:nvPr/>
        </p:nvGrpSpPr>
        <p:grpSpPr>
          <a:xfrm>
            <a:off x="5802496" y="1973150"/>
            <a:ext cx="275309" cy="354728"/>
            <a:chOff x="5802496" y="1973150"/>
            <a:chExt cx="275309" cy="354728"/>
          </a:xfrm>
        </p:grpSpPr>
        <p:sp>
          <p:nvSpPr>
            <p:cNvPr id="16505" name="Google Shape;16505;p66"/>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06" name="Google Shape;16506;p66"/>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07" name="Google Shape;16507;p66"/>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08" name="Google Shape;16508;p66"/>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09" name="Google Shape;16509;p66"/>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10" name="Google Shape;16510;p66"/>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11" name="Google Shape;16511;p66"/>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12" name="Google Shape;16512;p66"/>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13" name="Google Shape;16513;p66"/>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14" name="Google Shape;16514;p66"/>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15" name="Google Shape;16515;p66"/>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16" name="Google Shape;16516;p66"/>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17" name="Google Shape;16517;p66"/>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18" name="Google Shape;16518;p66"/>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19" name="Google Shape;16519;p66"/>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20" name="Google Shape;16520;p66"/>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21" name="Google Shape;16521;p66"/>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22" name="Google Shape;16522;p66"/>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23" name="Google Shape;16523;p66"/>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24" name="Google Shape;16524;p66"/>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25" name="Google Shape;16525;p66"/>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26" name="Google Shape;16526;p66"/>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27" name="Google Shape;16527;p66"/>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28" name="Google Shape;16528;p66"/>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29" name="Google Shape;16529;p66"/>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30" name="Google Shape;16530;p66"/>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531" name="Google Shape;16531;p66"/>
          <p:cNvGrpSpPr/>
          <p:nvPr/>
        </p:nvGrpSpPr>
        <p:grpSpPr>
          <a:xfrm>
            <a:off x="5353083" y="1973150"/>
            <a:ext cx="274576" cy="354728"/>
            <a:chOff x="5353083" y="1973150"/>
            <a:chExt cx="274576" cy="354728"/>
          </a:xfrm>
        </p:grpSpPr>
        <p:sp>
          <p:nvSpPr>
            <p:cNvPr id="16532" name="Google Shape;16532;p66"/>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33" name="Google Shape;16533;p66"/>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34" name="Google Shape;16534;p66"/>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35" name="Google Shape;16535;p66"/>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36" name="Google Shape;16536;p66"/>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37" name="Google Shape;16537;p66"/>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38" name="Google Shape;16538;p66"/>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39" name="Google Shape;16539;p66"/>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40" name="Google Shape;16540;p66"/>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41" name="Google Shape;16541;p66"/>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42" name="Google Shape;16542;p66"/>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43" name="Google Shape;16543;p66"/>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44" name="Google Shape;16544;p66"/>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45" name="Google Shape;16545;p66"/>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46" name="Google Shape;16546;p66"/>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47" name="Google Shape;16547;p66"/>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48" name="Google Shape;16548;p66"/>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49" name="Google Shape;16549;p66"/>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50" name="Google Shape;16550;p66"/>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51" name="Google Shape;16551;p66"/>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52" name="Google Shape;16552;p66"/>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553" name="Google Shape;16553;p66"/>
          <p:cNvGrpSpPr/>
          <p:nvPr/>
        </p:nvGrpSpPr>
        <p:grpSpPr>
          <a:xfrm>
            <a:off x="4902701" y="1973150"/>
            <a:ext cx="274812" cy="354728"/>
            <a:chOff x="4902701" y="1973150"/>
            <a:chExt cx="274812" cy="354728"/>
          </a:xfrm>
        </p:grpSpPr>
        <p:sp>
          <p:nvSpPr>
            <p:cNvPr id="16554" name="Google Shape;16554;p66"/>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55" name="Google Shape;16555;p66"/>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56" name="Google Shape;16556;p66"/>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57" name="Google Shape;16557;p66"/>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58" name="Google Shape;16558;p66"/>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59" name="Google Shape;16559;p66"/>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60" name="Google Shape;16560;p66"/>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61" name="Google Shape;16561;p66"/>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62" name="Google Shape;16562;p66"/>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63" name="Google Shape;16563;p66"/>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64" name="Google Shape;16564;p66"/>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65" name="Google Shape;16565;p66"/>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66" name="Google Shape;16566;p66"/>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67" name="Google Shape;16567;p66"/>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68" name="Google Shape;16568;p66"/>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69" name="Google Shape;16569;p66"/>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70" name="Google Shape;16570;p66"/>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71" name="Google Shape;16571;p66"/>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72" name="Google Shape;16572;p66"/>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73" name="Google Shape;16573;p66"/>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74" name="Google Shape;16574;p66"/>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75" name="Google Shape;16575;p66"/>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76" name="Google Shape;16576;p66"/>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77" name="Google Shape;16577;p66"/>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78" name="Google Shape;16578;p66"/>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579" name="Google Shape;16579;p66"/>
          <p:cNvGrpSpPr/>
          <p:nvPr/>
        </p:nvGrpSpPr>
        <p:grpSpPr>
          <a:xfrm>
            <a:off x="4902701" y="2879989"/>
            <a:ext cx="272560" cy="354676"/>
            <a:chOff x="4902701" y="2879989"/>
            <a:chExt cx="272560" cy="354676"/>
          </a:xfrm>
        </p:grpSpPr>
        <p:sp>
          <p:nvSpPr>
            <p:cNvPr id="16580" name="Google Shape;16580;p66"/>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81" name="Google Shape;16581;p66"/>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82" name="Google Shape;16582;p66"/>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83" name="Google Shape;16583;p66"/>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84" name="Google Shape;16584;p66"/>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85" name="Google Shape;16585;p66"/>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86" name="Google Shape;16586;p66"/>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87" name="Google Shape;16587;p66"/>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88" name="Google Shape;16588;p66"/>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89" name="Google Shape;16589;p66"/>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90" name="Google Shape;16590;p66"/>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91" name="Google Shape;16591;p66"/>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92" name="Google Shape;16592;p66"/>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93" name="Google Shape;16593;p66"/>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94" name="Google Shape;16594;p66"/>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95" name="Google Shape;16595;p66"/>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96" name="Google Shape;16596;p66"/>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97" name="Google Shape;16597;p66"/>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98" name="Google Shape;16598;p66"/>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599" name="Google Shape;16599;p66"/>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00" name="Google Shape;16600;p66"/>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01" name="Google Shape;16601;p66"/>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02" name="Google Shape;16602;p66"/>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03" name="Google Shape;16603;p66"/>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604" name="Google Shape;16604;p66"/>
          <p:cNvGrpSpPr/>
          <p:nvPr/>
        </p:nvGrpSpPr>
        <p:grpSpPr>
          <a:xfrm>
            <a:off x="5803988" y="4268082"/>
            <a:ext cx="274550" cy="354728"/>
            <a:chOff x="5803988" y="4268082"/>
            <a:chExt cx="274550" cy="354728"/>
          </a:xfrm>
        </p:grpSpPr>
        <p:sp>
          <p:nvSpPr>
            <p:cNvPr id="16605" name="Google Shape;16605;p66"/>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06" name="Google Shape;16606;p66"/>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07" name="Google Shape;16607;p66"/>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08" name="Google Shape;16608;p66"/>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09" name="Google Shape;16609;p66"/>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10" name="Google Shape;16610;p66"/>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11" name="Google Shape;16611;p66"/>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12" name="Google Shape;16612;p66"/>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13" name="Google Shape;16613;p66"/>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14" name="Google Shape;16614;p66"/>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15" name="Google Shape;16615;p66"/>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16" name="Google Shape;16616;p66"/>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17" name="Google Shape;16617;p66"/>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18" name="Google Shape;16618;p66"/>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19" name="Google Shape;16619;p66"/>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20" name="Google Shape;16620;p66"/>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21" name="Google Shape;16621;p66"/>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22" name="Google Shape;16622;p66"/>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23" name="Google Shape;16623;p66"/>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24" name="Google Shape;16624;p66"/>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25" name="Google Shape;16625;p66"/>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26" name="Google Shape;16626;p66"/>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627" name="Google Shape;16627;p66"/>
          <p:cNvGrpSpPr/>
          <p:nvPr/>
        </p:nvGrpSpPr>
        <p:grpSpPr>
          <a:xfrm>
            <a:off x="5352349" y="4268082"/>
            <a:ext cx="274550" cy="354728"/>
            <a:chOff x="5352349" y="4268082"/>
            <a:chExt cx="274550" cy="354728"/>
          </a:xfrm>
        </p:grpSpPr>
        <p:sp>
          <p:nvSpPr>
            <p:cNvPr id="16628" name="Google Shape;16628;p66"/>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29" name="Google Shape;16629;p66"/>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30" name="Google Shape;16630;p66"/>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31" name="Google Shape;16631;p66"/>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32" name="Google Shape;16632;p66"/>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33" name="Google Shape;16633;p66"/>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34" name="Google Shape;16634;p66"/>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35" name="Google Shape;16635;p66"/>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36" name="Google Shape;16636;p66"/>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37" name="Google Shape;16637;p66"/>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38" name="Google Shape;16638;p66"/>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39" name="Google Shape;16639;p66"/>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40" name="Google Shape;16640;p66"/>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41" name="Google Shape;16641;p66"/>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42" name="Google Shape;16642;p66"/>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43" name="Google Shape;16643;p66"/>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44" name="Google Shape;16644;p66"/>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45" name="Google Shape;16645;p66"/>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46" name="Google Shape;16646;p66"/>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47" name="Google Shape;16647;p66"/>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48" name="Google Shape;16648;p66"/>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49" name="Google Shape;16649;p66"/>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650" name="Google Shape;16650;p66"/>
          <p:cNvGrpSpPr/>
          <p:nvPr/>
        </p:nvGrpSpPr>
        <p:grpSpPr>
          <a:xfrm>
            <a:off x="7606826" y="2419290"/>
            <a:ext cx="274550" cy="354728"/>
            <a:chOff x="7606826" y="2419290"/>
            <a:chExt cx="274550" cy="354728"/>
          </a:xfrm>
        </p:grpSpPr>
        <p:sp>
          <p:nvSpPr>
            <p:cNvPr id="16651" name="Google Shape;16651;p66"/>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52" name="Google Shape;16652;p66"/>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53" name="Google Shape;16653;p66"/>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54" name="Google Shape;16654;p66"/>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55" name="Google Shape;16655;p66"/>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56" name="Google Shape;16656;p66"/>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57" name="Google Shape;16657;p66"/>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58" name="Google Shape;16658;p66"/>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59" name="Google Shape;16659;p66"/>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60" name="Google Shape;16660;p66"/>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61" name="Google Shape;16661;p66"/>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62" name="Google Shape;16662;p66"/>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63" name="Google Shape;16663;p66"/>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64" name="Google Shape;16664;p66"/>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65" name="Google Shape;16665;p66"/>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666" name="Google Shape;16666;p66"/>
          <p:cNvGrpSpPr/>
          <p:nvPr/>
        </p:nvGrpSpPr>
        <p:grpSpPr>
          <a:xfrm>
            <a:off x="7156182" y="2419290"/>
            <a:ext cx="274550" cy="354728"/>
            <a:chOff x="7156182" y="2419290"/>
            <a:chExt cx="274550" cy="354728"/>
          </a:xfrm>
        </p:grpSpPr>
        <p:sp>
          <p:nvSpPr>
            <p:cNvPr id="16667" name="Google Shape;16667;p66"/>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68" name="Google Shape;16668;p66"/>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69" name="Google Shape;16669;p66"/>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70" name="Google Shape;16670;p66"/>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71" name="Google Shape;16671;p66"/>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72" name="Google Shape;16672;p66"/>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73" name="Google Shape;16673;p66"/>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74" name="Google Shape;16674;p66"/>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75" name="Google Shape;16675;p66"/>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76" name="Google Shape;16676;p66"/>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77" name="Google Shape;16677;p66"/>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78" name="Google Shape;16678;p66"/>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79" name="Google Shape;16679;p66"/>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80" name="Google Shape;16680;p66"/>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81" name="Google Shape;16681;p66"/>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682" name="Google Shape;16682;p66"/>
          <p:cNvGrpSpPr/>
          <p:nvPr/>
        </p:nvGrpSpPr>
        <p:grpSpPr>
          <a:xfrm>
            <a:off x="6705276" y="2419290"/>
            <a:ext cx="274812" cy="354728"/>
            <a:chOff x="6705276" y="2419290"/>
            <a:chExt cx="274812" cy="354728"/>
          </a:xfrm>
        </p:grpSpPr>
        <p:sp>
          <p:nvSpPr>
            <p:cNvPr id="16683" name="Google Shape;16683;p66"/>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84" name="Google Shape;16684;p66"/>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85" name="Google Shape;16685;p66"/>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86" name="Google Shape;16686;p66"/>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87" name="Google Shape;16687;p66"/>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88" name="Google Shape;16688;p66"/>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89" name="Google Shape;16689;p66"/>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90" name="Google Shape;16690;p66"/>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91" name="Google Shape;16691;p66"/>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92" name="Google Shape;16692;p66"/>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93" name="Google Shape;16693;p66"/>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94" name="Google Shape;16694;p66"/>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95" name="Google Shape;16695;p66"/>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96" name="Google Shape;16696;p66"/>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97" name="Google Shape;16697;p66"/>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98" name="Google Shape;16698;p66"/>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699" name="Google Shape;16699;p66"/>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00" name="Google Shape;16700;p66"/>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01" name="Google Shape;16701;p66"/>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02" name="Google Shape;16702;p66"/>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03" name="Google Shape;16703;p66"/>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04" name="Google Shape;16704;p66"/>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05" name="Google Shape;16705;p66"/>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06" name="Google Shape;16706;p66"/>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07" name="Google Shape;16707;p66"/>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08" name="Google Shape;16708;p66"/>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09" name="Google Shape;16709;p66"/>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10" name="Google Shape;16710;p66"/>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711" name="Google Shape;16711;p66"/>
          <p:cNvGrpSpPr/>
          <p:nvPr/>
        </p:nvGrpSpPr>
        <p:grpSpPr>
          <a:xfrm>
            <a:off x="4902936" y="2419290"/>
            <a:ext cx="274576" cy="354728"/>
            <a:chOff x="4902936" y="2419290"/>
            <a:chExt cx="274576" cy="354728"/>
          </a:xfrm>
        </p:grpSpPr>
        <p:sp>
          <p:nvSpPr>
            <p:cNvPr id="16712" name="Google Shape;16712;p66"/>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13" name="Google Shape;16713;p66"/>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14" name="Google Shape;16714;p66"/>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15" name="Google Shape;16715;p66"/>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16" name="Google Shape;16716;p66"/>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17" name="Google Shape;16717;p66"/>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18" name="Google Shape;16718;p66"/>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19" name="Google Shape;16719;p66"/>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20" name="Google Shape;16720;p66"/>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21" name="Google Shape;16721;p66"/>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22" name="Google Shape;16722;p66"/>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23" name="Google Shape;16723;p66"/>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24" name="Google Shape;16724;p66"/>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25" name="Google Shape;16725;p66"/>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26" name="Google Shape;16726;p66"/>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27" name="Google Shape;16727;p66"/>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28" name="Google Shape;16728;p66"/>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29" name="Google Shape;16729;p66"/>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30" name="Google Shape;16730;p66"/>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31" name="Google Shape;16731;p66"/>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732" name="Google Shape;16732;p66"/>
          <p:cNvGrpSpPr/>
          <p:nvPr/>
        </p:nvGrpSpPr>
        <p:grpSpPr>
          <a:xfrm>
            <a:off x="7608056" y="3345794"/>
            <a:ext cx="270334" cy="354754"/>
            <a:chOff x="7608056" y="3345794"/>
            <a:chExt cx="270334" cy="354754"/>
          </a:xfrm>
        </p:grpSpPr>
        <p:sp>
          <p:nvSpPr>
            <p:cNvPr id="16733" name="Google Shape;16733;p66"/>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34" name="Google Shape;16734;p66"/>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35" name="Google Shape;16735;p66"/>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36" name="Google Shape;16736;p66"/>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37" name="Google Shape;16737;p66"/>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38" name="Google Shape;16738;p66"/>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39" name="Google Shape;16739;p66"/>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40" name="Google Shape;16740;p66"/>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41" name="Google Shape;16741;p66"/>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42" name="Google Shape;16742;p66"/>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43" name="Google Shape;16743;p66"/>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44" name="Google Shape;16744;p66"/>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45" name="Google Shape;16745;p66"/>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46" name="Google Shape;16746;p66"/>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47" name="Google Shape;16747;p66"/>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48" name="Google Shape;16748;p66"/>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49" name="Google Shape;16749;p66"/>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50" name="Google Shape;16750;p66"/>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51" name="Google Shape;16751;p66"/>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752" name="Google Shape;16752;p66"/>
          <p:cNvGrpSpPr/>
          <p:nvPr/>
        </p:nvGrpSpPr>
        <p:grpSpPr>
          <a:xfrm>
            <a:off x="6712765" y="4268082"/>
            <a:ext cx="263316" cy="354728"/>
            <a:chOff x="6712765" y="4268082"/>
            <a:chExt cx="263316" cy="354728"/>
          </a:xfrm>
        </p:grpSpPr>
        <p:sp>
          <p:nvSpPr>
            <p:cNvPr id="16753" name="Google Shape;16753;p66"/>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54" name="Google Shape;16754;p66"/>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55" name="Google Shape;16755;p66"/>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56" name="Google Shape;16756;p66"/>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57" name="Google Shape;16757;p66"/>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58" name="Google Shape;16758;p66"/>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59" name="Google Shape;16759;p66"/>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60" name="Google Shape;16760;p66"/>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61" name="Google Shape;16761;p66"/>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62" name="Google Shape;16762;p66"/>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63" name="Google Shape;16763;p66"/>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64" name="Google Shape;16764;p66"/>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65" name="Google Shape;16765;p66"/>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66" name="Google Shape;16766;p66"/>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67" name="Google Shape;16767;p66"/>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68" name="Google Shape;16768;p66"/>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769" name="Google Shape;16769;p66"/>
          <p:cNvGrpSpPr/>
          <p:nvPr/>
        </p:nvGrpSpPr>
        <p:grpSpPr>
          <a:xfrm>
            <a:off x="5359341" y="2419159"/>
            <a:ext cx="262819" cy="354859"/>
            <a:chOff x="5359341" y="2419159"/>
            <a:chExt cx="262819" cy="354859"/>
          </a:xfrm>
        </p:grpSpPr>
        <p:sp>
          <p:nvSpPr>
            <p:cNvPr id="16770" name="Google Shape;16770;p66"/>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71" name="Google Shape;16771;p66"/>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72" name="Google Shape;16772;p66"/>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73" name="Google Shape;16773;p66"/>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74" name="Google Shape;16774;p66"/>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75" name="Google Shape;16775;p66"/>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76" name="Google Shape;16776;p66"/>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77" name="Google Shape;16777;p66"/>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78" name="Google Shape;16778;p66"/>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79" name="Google Shape;16779;p66"/>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80" name="Google Shape;16780;p66"/>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81" name="Google Shape;16781;p66"/>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82" name="Google Shape;16782;p66"/>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83" name="Google Shape;16783;p66"/>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84" name="Google Shape;16784;p66"/>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85" name="Google Shape;16785;p66"/>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86" name="Google Shape;16786;p66"/>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87" name="Google Shape;16787;p66"/>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88" name="Google Shape;16788;p66"/>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89" name="Google Shape;16789;p66"/>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90" name="Google Shape;16790;p66"/>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791" name="Google Shape;16791;p66"/>
          <p:cNvGrpSpPr/>
          <p:nvPr/>
        </p:nvGrpSpPr>
        <p:grpSpPr>
          <a:xfrm>
            <a:off x="6709282" y="3790206"/>
            <a:ext cx="263316" cy="354493"/>
            <a:chOff x="6709282" y="3790206"/>
            <a:chExt cx="263316" cy="354493"/>
          </a:xfrm>
        </p:grpSpPr>
        <p:sp>
          <p:nvSpPr>
            <p:cNvPr id="16792" name="Google Shape;16792;p66"/>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93" name="Google Shape;16793;p66"/>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94" name="Google Shape;16794;p66"/>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95" name="Google Shape;16795;p66"/>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96" name="Google Shape;16796;p66"/>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97" name="Google Shape;16797;p66"/>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98" name="Google Shape;16798;p66"/>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799" name="Google Shape;16799;p66"/>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00" name="Google Shape;16800;p66"/>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01" name="Google Shape;16801;p66"/>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02" name="Google Shape;16802;p66"/>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03" name="Google Shape;16803;p66"/>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04" name="Google Shape;16804;p66"/>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05" name="Google Shape;16805;p66"/>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06" name="Google Shape;16806;p66"/>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07" name="Google Shape;16807;p66"/>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808" name="Google Shape;16808;p66"/>
          <p:cNvGrpSpPr/>
          <p:nvPr/>
        </p:nvGrpSpPr>
        <p:grpSpPr>
          <a:xfrm>
            <a:off x="6260629" y="2419290"/>
            <a:ext cx="263055" cy="354493"/>
            <a:chOff x="6260629" y="2419290"/>
            <a:chExt cx="263055" cy="354493"/>
          </a:xfrm>
        </p:grpSpPr>
        <p:sp>
          <p:nvSpPr>
            <p:cNvPr id="16809" name="Google Shape;16809;p66"/>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10" name="Google Shape;16810;p66"/>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11" name="Google Shape;16811;p66"/>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12" name="Google Shape;16812;p66"/>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13" name="Google Shape;16813;p66"/>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14" name="Google Shape;16814;p66"/>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15" name="Google Shape;16815;p66"/>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16" name="Google Shape;16816;p66"/>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17" name="Google Shape;16817;p66"/>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18" name="Google Shape;16818;p66"/>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19" name="Google Shape;16819;p66"/>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20" name="Google Shape;16820;p66"/>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21" name="Google Shape;16821;p66"/>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22" name="Google Shape;16822;p66"/>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23" name="Google Shape;16823;p66"/>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824" name="Google Shape;16824;p66"/>
          <p:cNvGrpSpPr/>
          <p:nvPr/>
        </p:nvGrpSpPr>
        <p:grpSpPr>
          <a:xfrm>
            <a:off x="6260864" y="2879911"/>
            <a:ext cx="263343" cy="354754"/>
            <a:chOff x="6260864" y="2879911"/>
            <a:chExt cx="263343" cy="354754"/>
          </a:xfrm>
        </p:grpSpPr>
        <p:sp>
          <p:nvSpPr>
            <p:cNvPr id="16825" name="Google Shape;16825;p66"/>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26" name="Google Shape;16826;p66"/>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27" name="Google Shape;16827;p66"/>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28" name="Google Shape;16828;p66"/>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29" name="Google Shape;16829;p66"/>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30" name="Google Shape;16830;p66"/>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31" name="Google Shape;16831;p66"/>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32" name="Google Shape;16832;p66"/>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33" name="Google Shape;16833;p66"/>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34" name="Google Shape;16834;p66"/>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35" name="Google Shape;16835;p66"/>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36" name="Google Shape;16836;p66"/>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37" name="Google Shape;16837;p66"/>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38" name="Google Shape;16838;p66"/>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39" name="Google Shape;16839;p66"/>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40" name="Google Shape;16840;p66"/>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41" name="Google Shape;16841;p66"/>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42" name="Google Shape;16842;p66"/>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843" name="Google Shape;16843;p66"/>
          <p:cNvGrpSpPr/>
          <p:nvPr/>
        </p:nvGrpSpPr>
        <p:grpSpPr>
          <a:xfrm>
            <a:off x="8062968" y="2419290"/>
            <a:ext cx="263316" cy="354728"/>
            <a:chOff x="8062968" y="2419290"/>
            <a:chExt cx="263316" cy="354728"/>
          </a:xfrm>
        </p:grpSpPr>
        <p:sp>
          <p:nvSpPr>
            <p:cNvPr id="16844" name="Google Shape;16844;p66"/>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45" name="Google Shape;16845;p66"/>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46" name="Google Shape;16846;p66"/>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47" name="Google Shape;16847;p66"/>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48" name="Google Shape;16848;p66"/>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49" name="Google Shape;16849;p66"/>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50" name="Google Shape;16850;p66"/>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51" name="Google Shape;16851;p66"/>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52" name="Google Shape;16852;p66"/>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53" name="Google Shape;16853;p66"/>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54" name="Google Shape;16854;p66"/>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55" name="Google Shape;16855;p66"/>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56" name="Google Shape;16856;p66"/>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57" name="Google Shape;16857;p66"/>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58" name="Google Shape;16858;p66"/>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59" name="Google Shape;16859;p66"/>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60" name="Google Shape;16860;p66"/>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861" name="Google Shape;16861;p66"/>
          <p:cNvGrpSpPr/>
          <p:nvPr/>
        </p:nvGrpSpPr>
        <p:grpSpPr>
          <a:xfrm>
            <a:off x="5809723" y="2419290"/>
            <a:ext cx="263316" cy="354728"/>
            <a:chOff x="5809723" y="2419290"/>
            <a:chExt cx="263316" cy="354728"/>
          </a:xfrm>
        </p:grpSpPr>
        <p:sp>
          <p:nvSpPr>
            <p:cNvPr id="16862" name="Google Shape;16862;p66"/>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63" name="Google Shape;16863;p66"/>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64" name="Google Shape;16864;p66"/>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65" name="Google Shape;16865;p66"/>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66" name="Google Shape;16866;p66"/>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67" name="Google Shape;16867;p66"/>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68" name="Google Shape;16868;p66"/>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69" name="Google Shape;16869;p66"/>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70" name="Google Shape;16870;p66"/>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71" name="Google Shape;16871;p66"/>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72" name="Google Shape;16872;p66"/>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73" name="Google Shape;16873;p66"/>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74" name="Google Shape;16874;p66"/>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75" name="Google Shape;16875;p66"/>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76" name="Google Shape;16876;p66"/>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77" name="Google Shape;16877;p66"/>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78" name="Google Shape;16878;p66"/>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879" name="Google Shape;16879;p66"/>
          <p:cNvGrpSpPr/>
          <p:nvPr/>
        </p:nvGrpSpPr>
        <p:grpSpPr>
          <a:xfrm>
            <a:off x="7606826" y="1502999"/>
            <a:ext cx="263552" cy="354754"/>
            <a:chOff x="7606826" y="1502999"/>
            <a:chExt cx="263552" cy="354754"/>
          </a:xfrm>
        </p:grpSpPr>
        <p:sp>
          <p:nvSpPr>
            <p:cNvPr id="16880" name="Google Shape;16880;p66"/>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81" name="Google Shape;16881;p66"/>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82" name="Google Shape;16882;p66"/>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83" name="Google Shape;16883;p66"/>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84" name="Google Shape;16884;p66"/>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85" name="Google Shape;16885;p66"/>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86" name="Google Shape;16886;p66"/>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87" name="Google Shape;16887;p66"/>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88" name="Google Shape;16888;p66"/>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89" name="Google Shape;16889;p66"/>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90" name="Google Shape;16890;p66"/>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91" name="Google Shape;16891;p66"/>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92" name="Google Shape;16892;p66"/>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93" name="Google Shape;16893;p66"/>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94" name="Google Shape;16894;p66"/>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95" name="Google Shape;16895;p66"/>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96" name="Google Shape;16896;p66"/>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897" name="Google Shape;16897;p66"/>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898" name="Google Shape;16898;p66"/>
          <p:cNvGrpSpPr/>
          <p:nvPr/>
        </p:nvGrpSpPr>
        <p:grpSpPr>
          <a:xfrm>
            <a:off x="8060455" y="3790075"/>
            <a:ext cx="264076" cy="354623"/>
            <a:chOff x="8060455" y="3790075"/>
            <a:chExt cx="264076" cy="354623"/>
          </a:xfrm>
        </p:grpSpPr>
        <p:sp>
          <p:nvSpPr>
            <p:cNvPr id="16899" name="Google Shape;16899;p66"/>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00" name="Google Shape;16900;p66"/>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01" name="Google Shape;16901;p66"/>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02" name="Google Shape;16902;p66"/>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03" name="Google Shape;16903;p66"/>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04" name="Google Shape;16904;p66"/>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05" name="Google Shape;16905;p66"/>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06" name="Google Shape;16906;p66"/>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07" name="Google Shape;16907;p66"/>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08" name="Google Shape;16908;p66"/>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09" name="Google Shape;16909;p66"/>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10" name="Google Shape;16910;p66"/>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11" name="Google Shape;16911;p66"/>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12" name="Google Shape;16912;p66"/>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13" name="Google Shape;16913;p66"/>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14" name="Google Shape;16914;p66"/>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15" name="Google Shape;16915;p66"/>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16" name="Google Shape;16916;p66"/>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17" name="Google Shape;16917;p66"/>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18" name="Google Shape;16918;p66"/>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19" name="Google Shape;16919;p66"/>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20" name="Google Shape;16920;p66"/>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21" name="Google Shape;16921;p66"/>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922" name="Google Shape;16922;p66"/>
          <p:cNvGrpSpPr/>
          <p:nvPr/>
        </p:nvGrpSpPr>
        <p:grpSpPr>
          <a:xfrm>
            <a:off x="7614550" y="2879911"/>
            <a:ext cx="263316" cy="354754"/>
            <a:chOff x="7614550" y="2879911"/>
            <a:chExt cx="263316" cy="354754"/>
          </a:xfrm>
        </p:grpSpPr>
        <p:sp>
          <p:nvSpPr>
            <p:cNvPr id="16923" name="Google Shape;16923;p66"/>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24" name="Google Shape;16924;p66"/>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25" name="Google Shape;16925;p66"/>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26" name="Google Shape;16926;p66"/>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27" name="Google Shape;16927;p66"/>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28" name="Google Shape;16928;p66"/>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29" name="Google Shape;16929;p66"/>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30" name="Google Shape;16930;p66"/>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31" name="Google Shape;16931;p66"/>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32" name="Google Shape;16932;p66"/>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33" name="Google Shape;16933;p66"/>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34" name="Google Shape;16934;p66"/>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35" name="Google Shape;16935;p66"/>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36" name="Google Shape;16936;p66"/>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37" name="Google Shape;16937;p66"/>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38" name="Google Shape;16938;p66"/>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39" name="Google Shape;16939;p66"/>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40" name="Google Shape;16940;p66"/>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41" name="Google Shape;16941;p66"/>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942" name="Google Shape;16942;p66"/>
          <p:cNvGrpSpPr/>
          <p:nvPr/>
        </p:nvGrpSpPr>
        <p:grpSpPr>
          <a:xfrm>
            <a:off x="4900684" y="4268187"/>
            <a:ext cx="274576" cy="354623"/>
            <a:chOff x="4900684" y="4268187"/>
            <a:chExt cx="274576" cy="354623"/>
          </a:xfrm>
        </p:grpSpPr>
        <p:sp>
          <p:nvSpPr>
            <p:cNvPr id="16943" name="Google Shape;16943;p66"/>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44" name="Google Shape;16944;p66"/>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45" name="Google Shape;16945;p66"/>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46" name="Google Shape;16946;p66"/>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47" name="Google Shape;16947;p66"/>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48" name="Google Shape;16948;p66"/>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49" name="Google Shape;16949;p66"/>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50" name="Google Shape;16950;p66"/>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51" name="Google Shape;16951;p66"/>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52" name="Google Shape;16952;p66"/>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53" name="Google Shape;16953;p66"/>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54" name="Google Shape;16954;p66"/>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55" name="Google Shape;16955;p66"/>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56" name="Google Shape;16956;p66"/>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57" name="Google Shape;16957;p66"/>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958" name="Google Shape;16958;p66"/>
          <p:cNvGrpSpPr/>
          <p:nvPr/>
        </p:nvGrpSpPr>
        <p:grpSpPr>
          <a:xfrm>
            <a:off x="7161654" y="3345794"/>
            <a:ext cx="263343" cy="354754"/>
            <a:chOff x="7161654" y="3345794"/>
            <a:chExt cx="263343" cy="354754"/>
          </a:xfrm>
        </p:grpSpPr>
        <p:sp>
          <p:nvSpPr>
            <p:cNvPr id="16959" name="Google Shape;16959;p66"/>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60" name="Google Shape;16960;p66"/>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61" name="Google Shape;16961;p66"/>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62" name="Google Shape;16962;p66"/>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63" name="Google Shape;16963;p66"/>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64" name="Google Shape;16964;p66"/>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65" name="Google Shape;16965;p66"/>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66" name="Google Shape;16966;p66"/>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67" name="Google Shape;16967;p66"/>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68" name="Google Shape;16968;p66"/>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69" name="Google Shape;16969;p66"/>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70" name="Google Shape;16970;p66"/>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71" name="Google Shape;16971;p66"/>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72" name="Google Shape;16972;p66"/>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73" name="Google Shape;16973;p66"/>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74" name="Google Shape;16974;p66"/>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75" name="Google Shape;16975;p66"/>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76" name="Google Shape;16976;p66"/>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77" name="Google Shape;16977;p66"/>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978" name="Google Shape;16978;p66"/>
          <p:cNvGrpSpPr/>
          <p:nvPr/>
        </p:nvGrpSpPr>
        <p:grpSpPr>
          <a:xfrm>
            <a:off x="6711770" y="3345794"/>
            <a:ext cx="263081" cy="354754"/>
            <a:chOff x="6711770" y="3345794"/>
            <a:chExt cx="263081" cy="354754"/>
          </a:xfrm>
        </p:grpSpPr>
        <p:sp>
          <p:nvSpPr>
            <p:cNvPr id="16979" name="Google Shape;16979;p66"/>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80" name="Google Shape;16980;p66"/>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81" name="Google Shape;16981;p66"/>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82" name="Google Shape;16982;p66"/>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83" name="Google Shape;16983;p66"/>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84" name="Google Shape;16984;p66"/>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85" name="Google Shape;16985;p66"/>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86" name="Google Shape;16986;p66"/>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87" name="Google Shape;16987;p66"/>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88" name="Google Shape;16988;p66"/>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89" name="Google Shape;16989;p66"/>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90" name="Google Shape;16990;p66"/>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91" name="Google Shape;16991;p66"/>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92" name="Google Shape;16992;p66"/>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93" name="Google Shape;16993;p66"/>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94" name="Google Shape;16994;p66"/>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95" name="Google Shape;16995;p66"/>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6996" name="Google Shape;16996;p66"/>
          <p:cNvGrpSpPr/>
          <p:nvPr/>
        </p:nvGrpSpPr>
        <p:grpSpPr>
          <a:xfrm>
            <a:off x="7163409" y="2880251"/>
            <a:ext cx="263316" cy="354414"/>
            <a:chOff x="7163409" y="2880251"/>
            <a:chExt cx="263316" cy="354414"/>
          </a:xfrm>
        </p:grpSpPr>
        <p:sp>
          <p:nvSpPr>
            <p:cNvPr id="16997" name="Google Shape;16997;p66"/>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98" name="Google Shape;16998;p66"/>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6999" name="Google Shape;16999;p66"/>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00" name="Google Shape;17000;p66"/>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01" name="Google Shape;17001;p66"/>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02" name="Google Shape;17002;p66"/>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03" name="Google Shape;17003;p66"/>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04" name="Google Shape;17004;p66"/>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05" name="Google Shape;17005;p66"/>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06" name="Google Shape;17006;p66"/>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07" name="Google Shape;17007;p66"/>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08" name="Google Shape;17008;p66"/>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009" name="Google Shape;17009;p66"/>
          <p:cNvGrpSpPr/>
          <p:nvPr/>
        </p:nvGrpSpPr>
        <p:grpSpPr>
          <a:xfrm>
            <a:off x="6712032" y="2880172"/>
            <a:ext cx="263316" cy="354493"/>
            <a:chOff x="6712032" y="2880172"/>
            <a:chExt cx="263316" cy="354493"/>
          </a:xfrm>
        </p:grpSpPr>
        <p:sp>
          <p:nvSpPr>
            <p:cNvPr id="17010" name="Google Shape;17010;p66"/>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11" name="Google Shape;17011;p66"/>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12" name="Google Shape;17012;p66"/>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13" name="Google Shape;17013;p66"/>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14" name="Google Shape;17014;p66"/>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15" name="Google Shape;17015;p66"/>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16" name="Google Shape;17016;p66"/>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17" name="Google Shape;17017;p66"/>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18" name="Google Shape;17018;p66"/>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19" name="Google Shape;17019;p66"/>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20" name="Google Shape;17020;p66"/>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21" name="Google Shape;17021;p66"/>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22" name="Google Shape;17022;p66"/>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23" name="Google Shape;17023;p66"/>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24" name="Google Shape;17024;p66"/>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25" name="Google Shape;17025;p66"/>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26" name="Google Shape;17026;p66"/>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27" name="Google Shape;17027;p66"/>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28" name="Google Shape;17028;p66"/>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29" name="Google Shape;17029;p66"/>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30" name="Google Shape;17030;p66"/>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031" name="Google Shape;17031;p66"/>
          <p:cNvGrpSpPr/>
          <p:nvPr/>
        </p:nvGrpSpPr>
        <p:grpSpPr>
          <a:xfrm>
            <a:off x="6261624" y="3345794"/>
            <a:ext cx="263316" cy="354754"/>
            <a:chOff x="6261624" y="3345794"/>
            <a:chExt cx="263316" cy="354754"/>
          </a:xfrm>
        </p:grpSpPr>
        <p:sp>
          <p:nvSpPr>
            <p:cNvPr id="17032" name="Google Shape;17032;p66"/>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33" name="Google Shape;17033;p66"/>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34" name="Google Shape;17034;p66"/>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35" name="Google Shape;17035;p66"/>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36" name="Google Shape;17036;p66"/>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37" name="Google Shape;17037;p66"/>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38" name="Google Shape;17038;p66"/>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39" name="Google Shape;17039;p66"/>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40" name="Google Shape;17040;p66"/>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41" name="Google Shape;17041;p66"/>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42" name="Google Shape;17042;p66"/>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43" name="Google Shape;17043;p66"/>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44" name="Google Shape;17044;p66"/>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45" name="Google Shape;17045;p66"/>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46" name="Google Shape;17046;p66"/>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47" name="Google Shape;17047;p66"/>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48" name="Google Shape;17048;p66"/>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49" name="Google Shape;17049;p66"/>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50" name="Google Shape;17050;p66"/>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51" name="Google Shape;17051;p66"/>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52" name="Google Shape;17052;p66"/>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53" name="Google Shape;17053;p66"/>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54" name="Google Shape;17054;p66"/>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55" name="Google Shape;17055;p66"/>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56" name="Google Shape;17056;p66"/>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57" name="Google Shape;17057;p66"/>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58" name="Google Shape;17058;p66"/>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59" name="Google Shape;17059;p66"/>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7060" name="Google Shape;17060;p66"/>
          <p:cNvSpPr/>
          <p:nvPr/>
        </p:nvSpPr>
        <p:spPr>
          <a:xfrm>
            <a:off x="5880422" y="33630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7061" name="Google Shape;17061;p66"/>
          <p:cNvGrpSpPr/>
          <p:nvPr/>
        </p:nvGrpSpPr>
        <p:grpSpPr>
          <a:xfrm>
            <a:off x="5811739" y="3345794"/>
            <a:ext cx="263316" cy="354754"/>
            <a:chOff x="5811739" y="3345794"/>
            <a:chExt cx="263316" cy="354754"/>
          </a:xfrm>
        </p:grpSpPr>
        <p:sp>
          <p:nvSpPr>
            <p:cNvPr id="17062" name="Google Shape;17062;p66"/>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63" name="Google Shape;17063;p66"/>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64" name="Google Shape;17064;p66"/>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65" name="Google Shape;17065;p66"/>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66" name="Google Shape;17066;p66"/>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67" name="Google Shape;17067;p66"/>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68" name="Google Shape;17068;p66"/>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69" name="Google Shape;17069;p66"/>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70" name="Google Shape;17070;p66"/>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71" name="Google Shape;17071;p66"/>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72" name="Google Shape;17072;p66"/>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73" name="Google Shape;17073;p66"/>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74" name="Google Shape;17074;p66"/>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75" name="Google Shape;17075;p66"/>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76" name="Google Shape;17076;p66"/>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77" name="Google Shape;17077;p66"/>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78" name="Google Shape;17078;p66"/>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79" name="Google Shape;17079;p66"/>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80" name="Google Shape;17080;p66"/>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81" name="Google Shape;17081;p66"/>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82" name="Google Shape;17082;p66"/>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083" name="Google Shape;17083;p66"/>
          <p:cNvGrpSpPr/>
          <p:nvPr/>
        </p:nvGrpSpPr>
        <p:grpSpPr>
          <a:xfrm>
            <a:off x="5363818" y="3345794"/>
            <a:ext cx="259074" cy="354493"/>
            <a:chOff x="5363818" y="3345794"/>
            <a:chExt cx="259074" cy="354493"/>
          </a:xfrm>
        </p:grpSpPr>
        <p:sp>
          <p:nvSpPr>
            <p:cNvPr id="17084" name="Google Shape;17084;p66"/>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85" name="Google Shape;17085;p66"/>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86" name="Google Shape;17086;p66"/>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87" name="Google Shape;17087;p66"/>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88" name="Google Shape;17088;p66"/>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89" name="Google Shape;17089;p66"/>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90" name="Google Shape;17090;p66"/>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91" name="Google Shape;17091;p66"/>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92" name="Google Shape;17092;p66"/>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93" name="Google Shape;17093;p66"/>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94" name="Google Shape;17094;p66"/>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95" name="Google Shape;17095;p66"/>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96" name="Google Shape;17096;p66"/>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97" name="Google Shape;17097;p66"/>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98" name="Google Shape;17098;p66"/>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099" name="Google Shape;17099;p66"/>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00" name="Google Shape;17100;p66"/>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01" name="Google Shape;17101;p66"/>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02" name="Google Shape;17102;p66"/>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03" name="Google Shape;17103;p66"/>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04" name="Google Shape;17104;p66"/>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05" name="Google Shape;17105;p66"/>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06" name="Google Shape;17106;p66"/>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07" name="Google Shape;17107;p66"/>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08" name="Google Shape;17108;p66"/>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109" name="Google Shape;17109;p66"/>
          <p:cNvGrpSpPr/>
          <p:nvPr/>
        </p:nvGrpSpPr>
        <p:grpSpPr>
          <a:xfrm>
            <a:off x="4912939" y="3345663"/>
            <a:ext cx="261326" cy="354885"/>
            <a:chOff x="4912939" y="3345663"/>
            <a:chExt cx="261326" cy="354885"/>
          </a:xfrm>
        </p:grpSpPr>
        <p:sp>
          <p:nvSpPr>
            <p:cNvPr id="17110" name="Google Shape;17110;p66"/>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11" name="Google Shape;17111;p66"/>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12" name="Google Shape;17112;p66"/>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13" name="Google Shape;17113;p66"/>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14" name="Google Shape;17114;p66"/>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15" name="Google Shape;17115;p66"/>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16" name="Google Shape;17116;p66"/>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17" name="Google Shape;17117;p66"/>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18" name="Google Shape;17118;p66"/>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19" name="Google Shape;17119;p66"/>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20" name="Google Shape;17120;p66"/>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21" name="Google Shape;17121;p66"/>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22" name="Google Shape;17122;p66"/>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23" name="Google Shape;17123;p66"/>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24" name="Google Shape;17124;p66"/>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25" name="Google Shape;17125;p66"/>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26" name="Google Shape;17126;p66"/>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27" name="Google Shape;17127;p66"/>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28" name="Google Shape;17128;p66"/>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29" name="Google Shape;17129;p66"/>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30" name="Google Shape;17130;p66"/>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131" name="Google Shape;17131;p66"/>
          <p:cNvGrpSpPr/>
          <p:nvPr/>
        </p:nvGrpSpPr>
        <p:grpSpPr>
          <a:xfrm>
            <a:off x="5809723" y="2879911"/>
            <a:ext cx="263081" cy="355016"/>
            <a:chOff x="5809723" y="2879911"/>
            <a:chExt cx="263081" cy="355016"/>
          </a:xfrm>
        </p:grpSpPr>
        <p:sp>
          <p:nvSpPr>
            <p:cNvPr id="17132" name="Google Shape;17132;p66"/>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33" name="Google Shape;17133;p66"/>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34" name="Google Shape;17134;p66"/>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35" name="Google Shape;17135;p66"/>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36" name="Google Shape;17136;p66"/>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37" name="Google Shape;17137;p66"/>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38" name="Google Shape;17138;p66"/>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39" name="Google Shape;17139;p66"/>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40" name="Google Shape;17140;p66"/>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41" name="Google Shape;17141;p66"/>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42" name="Google Shape;17142;p66"/>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43" name="Google Shape;17143;p66"/>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44" name="Google Shape;17144;p66"/>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45" name="Google Shape;17145;p66"/>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46" name="Google Shape;17146;p66"/>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47" name="Google Shape;17147;p66"/>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48" name="Google Shape;17148;p66"/>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49" name="Google Shape;17149;p66"/>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50" name="Google Shape;17150;p66"/>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51" name="Google Shape;17151;p66"/>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52" name="Google Shape;17152;p66"/>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53" name="Google Shape;17153;p66"/>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154" name="Google Shape;17154;p66"/>
          <p:cNvGrpSpPr/>
          <p:nvPr/>
        </p:nvGrpSpPr>
        <p:grpSpPr>
          <a:xfrm>
            <a:off x="7616069" y="4268056"/>
            <a:ext cx="263316" cy="354754"/>
            <a:chOff x="7616069" y="4268056"/>
            <a:chExt cx="263316" cy="354754"/>
          </a:xfrm>
        </p:grpSpPr>
        <p:sp>
          <p:nvSpPr>
            <p:cNvPr id="17155" name="Google Shape;17155;p66"/>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56" name="Google Shape;17156;p66"/>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57" name="Google Shape;17157;p66"/>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58" name="Google Shape;17158;p66"/>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59" name="Google Shape;17159;p66"/>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60" name="Google Shape;17160;p66"/>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61" name="Google Shape;17161;p66"/>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62" name="Google Shape;17162;p66"/>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63" name="Google Shape;17163;p66"/>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64" name="Google Shape;17164;p66"/>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65" name="Google Shape;17165;p66"/>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66" name="Google Shape;17166;p66"/>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67" name="Google Shape;17167;p66"/>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68" name="Google Shape;17168;p66"/>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69" name="Google Shape;17169;p66"/>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70" name="Google Shape;17170;p66"/>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71" name="Google Shape;17171;p66"/>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72" name="Google Shape;17172;p66"/>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73" name="Google Shape;17173;p66"/>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74" name="Google Shape;17174;p66"/>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75" name="Google Shape;17175;p66"/>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176" name="Google Shape;17176;p66"/>
          <p:cNvGrpSpPr/>
          <p:nvPr/>
        </p:nvGrpSpPr>
        <p:grpSpPr>
          <a:xfrm>
            <a:off x="7164404" y="4268318"/>
            <a:ext cx="263316" cy="354493"/>
            <a:chOff x="7164404" y="4268318"/>
            <a:chExt cx="263316" cy="354493"/>
          </a:xfrm>
        </p:grpSpPr>
        <p:sp>
          <p:nvSpPr>
            <p:cNvPr id="17177" name="Google Shape;17177;p66"/>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78" name="Google Shape;17178;p66"/>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79" name="Google Shape;17179;p66"/>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80" name="Google Shape;17180;p66"/>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81" name="Google Shape;17181;p66"/>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82" name="Google Shape;17182;p66"/>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83" name="Google Shape;17183;p66"/>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84" name="Google Shape;17184;p66"/>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85" name="Google Shape;17185;p66"/>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86" name="Google Shape;17186;p66"/>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87" name="Google Shape;17187;p66"/>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88" name="Google Shape;17188;p66"/>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89" name="Google Shape;17189;p66"/>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90" name="Google Shape;17190;p66"/>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91" name="Google Shape;17191;p66"/>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92" name="Google Shape;17192;p66"/>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193" name="Google Shape;17193;p66"/>
          <p:cNvGrpSpPr/>
          <p:nvPr/>
        </p:nvGrpSpPr>
        <p:grpSpPr>
          <a:xfrm>
            <a:off x="5358346" y="2879911"/>
            <a:ext cx="263316" cy="354754"/>
            <a:chOff x="5358346" y="2879911"/>
            <a:chExt cx="263316" cy="354754"/>
          </a:xfrm>
        </p:grpSpPr>
        <p:sp>
          <p:nvSpPr>
            <p:cNvPr id="17194" name="Google Shape;17194;p66"/>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95" name="Google Shape;17195;p66"/>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96" name="Google Shape;17196;p66"/>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97" name="Google Shape;17197;p66"/>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98" name="Google Shape;17198;p66"/>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199" name="Google Shape;17199;p66"/>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00" name="Google Shape;17200;p66"/>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01" name="Google Shape;17201;p66"/>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02" name="Google Shape;17202;p66"/>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03" name="Google Shape;17203;p66"/>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04" name="Google Shape;17204;p66"/>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05" name="Google Shape;17205;p66"/>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06" name="Google Shape;17206;p66"/>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07" name="Google Shape;17207;p66"/>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08" name="Google Shape;17208;p66"/>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09" name="Google Shape;17209;p66"/>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10" name="Google Shape;17210;p66"/>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11" name="Google Shape;17211;p66"/>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12" name="Google Shape;17212;p66"/>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13" name="Google Shape;17213;p66"/>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14" name="Google Shape;17214;p66"/>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215" name="Google Shape;17215;p66"/>
          <p:cNvGrpSpPr/>
          <p:nvPr/>
        </p:nvGrpSpPr>
        <p:grpSpPr>
          <a:xfrm>
            <a:off x="8061450" y="3345742"/>
            <a:ext cx="263316" cy="354807"/>
            <a:chOff x="8061450" y="3345742"/>
            <a:chExt cx="263316" cy="354807"/>
          </a:xfrm>
        </p:grpSpPr>
        <p:sp>
          <p:nvSpPr>
            <p:cNvPr id="17216" name="Google Shape;17216;p66"/>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17" name="Google Shape;17217;p66"/>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18" name="Google Shape;17218;p66"/>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19" name="Google Shape;17219;p66"/>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20" name="Google Shape;17220;p66"/>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21" name="Google Shape;17221;p66"/>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22" name="Google Shape;17222;p66"/>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23" name="Google Shape;17223;p66"/>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24" name="Google Shape;17224;p66"/>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25" name="Google Shape;17225;p66"/>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26" name="Google Shape;17226;p66"/>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27" name="Google Shape;17227;p66"/>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28" name="Google Shape;17228;p66"/>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29" name="Google Shape;17229;p66"/>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30" name="Google Shape;17230;p66"/>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31" name="Google Shape;17231;p66"/>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232" name="Google Shape;17232;p66"/>
          <p:cNvGrpSpPr/>
          <p:nvPr/>
        </p:nvGrpSpPr>
        <p:grpSpPr>
          <a:xfrm>
            <a:off x="8065953" y="2879911"/>
            <a:ext cx="263081" cy="354754"/>
            <a:chOff x="8065953" y="2879911"/>
            <a:chExt cx="263081" cy="354754"/>
          </a:xfrm>
        </p:grpSpPr>
        <p:sp>
          <p:nvSpPr>
            <p:cNvPr id="17233" name="Google Shape;17233;p66"/>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34" name="Google Shape;17234;p66"/>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35" name="Google Shape;17235;p66"/>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36" name="Google Shape;17236;p66"/>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37" name="Google Shape;17237;p66"/>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38" name="Google Shape;17238;p66"/>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39" name="Google Shape;17239;p66"/>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40" name="Google Shape;17240;p66"/>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41" name="Google Shape;17241;p66"/>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42" name="Google Shape;17242;p66"/>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43" name="Google Shape;17243;p66"/>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44" name="Google Shape;17244;p66"/>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45" name="Google Shape;17245;p66"/>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46" name="Google Shape;17246;p66"/>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47" name="Google Shape;17247;p66"/>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48" name="Google Shape;17248;p66"/>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249" name="Google Shape;17249;p66"/>
          <p:cNvGrpSpPr/>
          <p:nvPr/>
        </p:nvGrpSpPr>
        <p:grpSpPr>
          <a:xfrm>
            <a:off x="8064199" y="4268318"/>
            <a:ext cx="270308" cy="354493"/>
            <a:chOff x="8064199" y="4268318"/>
            <a:chExt cx="270308" cy="354493"/>
          </a:xfrm>
        </p:grpSpPr>
        <p:sp>
          <p:nvSpPr>
            <p:cNvPr id="17250" name="Google Shape;17250;p66"/>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51" name="Google Shape;17251;p66"/>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52" name="Google Shape;17252;p66"/>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53" name="Google Shape;17253;p66"/>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54" name="Google Shape;17254;p66"/>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55" name="Google Shape;17255;p66"/>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56" name="Google Shape;17256;p66"/>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57" name="Google Shape;17257;p66"/>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58" name="Google Shape;17258;p66"/>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59" name="Google Shape;17259;p66"/>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60" name="Google Shape;17260;p66"/>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61" name="Google Shape;17261;p66"/>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62" name="Google Shape;17262;p66"/>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63" name="Google Shape;17263;p66"/>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64" name="Google Shape;17264;p66"/>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65" name="Google Shape;17265;p66"/>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66" name="Google Shape;17266;p66"/>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67" name="Google Shape;17267;p66"/>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271"/>
        <p:cNvGrpSpPr/>
        <p:nvPr/>
      </p:nvGrpSpPr>
      <p:grpSpPr>
        <a:xfrm>
          <a:off x="0" y="0"/>
          <a:ext cx="0" cy="0"/>
          <a:chOff x="0" y="0"/>
          <a:chExt cx="0" cy="0"/>
        </a:xfrm>
      </p:grpSpPr>
      <p:sp>
        <p:nvSpPr>
          <p:cNvPr id="17272" name="Google Shape;17272;p67"/>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a:latin typeface="Arial"/>
                <a:ea typeface="Arial"/>
                <a:cs typeface="Arial"/>
                <a:sym typeface="Arial"/>
              </a:rPr>
              <a:t>Creative Process </a:t>
            </a:r>
            <a:r>
              <a:rPr lang="it-IT" noProof="0" dirty="0" err="1">
                <a:latin typeface="Arial"/>
                <a:ea typeface="Arial"/>
                <a:cs typeface="Arial"/>
                <a:sym typeface="Arial"/>
              </a:rPr>
              <a:t>I</a:t>
            </a:r>
            <a:r>
              <a:rPr lang="it-IT" noProof="0" dirty="0" err="1">
                <a:solidFill>
                  <a:srgbClr val="FFFFFF"/>
                </a:solidFill>
                <a:latin typeface="Arial"/>
                <a:ea typeface="Arial"/>
                <a:cs typeface="Arial"/>
                <a:sym typeface="Arial"/>
              </a:rPr>
              <a:t>cons</a:t>
            </a:r>
            <a:endParaRPr lang="it-IT" noProof="0" dirty="0">
              <a:solidFill>
                <a:srgbClr val="FFFFFF"/>
              </a:solidFill>
              <a:latin typeface="Arial"/>
              <a:ea typeface="Arial"/>
              <a:cs typeface="Arial"/>
              <a:sym typeface="Arial"/>
            </a:endParaRPr>
          </a:p>
        </p:txBody>
      </p:sp>
      <p:sp>
        <p:nvSpPr>
          <p:cNvPr id="17273" name="Google Shape;17273;p67"/>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err="1">
                <a:latin typeface="Arial"/>
                <a:ea typeface="Arial"/>
                <a:cs typeface="Arial"/>
                <a:sym typeface="Arial"/>
              </a:rPr>
              <a:t>Performing</a:t>
            </a:r>
            <a:r>
              <a:rPr lang="it-IT" noProof="0" dirty="0">
                <a:latin typeface="Arial"/>
                <a:ea typeface="Arial"/>
                <a:cs typeface="Arial"/>
                <a:sym typeface="Arial"/>
              </a:rPr>
              <a:t> Arts </a:t>
            </a:r>
            <a:r>
              <a:rPr lang="it-IT" noProof="0" dirty="0" err="1">
                <a:latin typeface="Arial"/>
                <a:ea typeface="Arial"/>
                <a:cs typeface="Arial"/>
                <a:sym typeface="Arial"/>
              </a:rPr>
              <a:t>Icons</a:t>
            </a:r>
            <a:endParaRPr lang="it-IT" noProof="0" dirty="0">
              <a:solidFill>
                <a:srgbClr val="FFFFFF"/>
              </a:solidFill>
              <a:latin typeface="Arial"/>
              <a:ea typeface="Arial"/>
              <a:cs typeface="Arial"/>
              <a:sym typeface="Arial"/>
            </a:endParaRPr>
          </a:p>
        </p:txBody>
      </p:sp>
      <p:grpSp>
        <p:nvGrpSpPr>
          <p:cNvPr id="17274" name="Google Shape;17274;p67"/>
          <p:cNvGrpSpPr/>
          <p:nvPr/>
        </p:nvGrpSpPr>
        <p:grpSpPr>
          <a:xfrm>
            <a:off x="3511608" y="3348218"/>
            <a:ext cx="381482" cy="366926"/>
            <a:chOff x="3511608" y="3348218"/>
            <a:chExt cx="381482" cy="366926"/>
          </a:xfrm>
        </p:grpSpPr>
        <p:sp>
          <p:nvSpPr>
            <p:cNvPr id="17275" name="Google Shape;17275;p67"/>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76" name="Google Shape;17276;p67"/>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77" name="Google Shape;17277;p67"/>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78" name="Google Shape;17278;p67"/>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79" name="Google Shape;17279;p67"/>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80" name="Google Shape;17280;p67"/>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81" name="Google Shape;17281;p67"/>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82" name="Google Shape;17282;p67"/>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83" name="Google Shape;17283;p67"/>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84" name="Google Shape;17284;p67"/>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85" name="Google Shape;17285;p67"/>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86" name="Google Shape;17286;p67"/>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87" name="Google Shape;17287;p67"/>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88" name="Google Shape;17288;p67"/>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289" name="Google Shape;17289;p67"/>
          <p:cNvGrpSpPr/>
          <p:nvPr/>
        </p:nvGrpSpPr>
        <p:grpSpPr>
          <a:xfrm>
            <a:off x="1849816" y="3807339"/>
            <a:ext cx="163616" cy="366665"/>
            <a:chOff x="1849816" y="3807339"/>
            <a:chExt cx="163616" cy="366665"/>
          </a:xfrm>
        </p:grpSpPr>
        <p:sp>
          <p:nvSpPr>
            <p:cNvPr id="17290" name="Google Shape;17290;p67"/>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91" name="Google Shape;17291;p67"/>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92" name="Google Shape;17292;p67"/>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93" name="Google Shape;17293;p67"/>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94" name="Google Shape;17294;p67"/>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95" name="Google Shape;17295;p67"/>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96" name="Google Shape;17296;p67"/>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97" name="Google Shape;17297;p67"/>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98" name="Google Shape;17298;p67"/>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299" name="Google Shape;17299;p67"/>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00" name="Google Shape;17300;p67"/>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01" name="Google Shape;17301;p67"/>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02" name="Google Shape;17302;p67"/>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03" name="Google Shape;17303;p67"/>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304" name="Google Shape;17304;p67"/>
          <p:cNvGrpSpPr/>
          <p:nvPr/>
        </p:nvGrpSpPr>
        <p:grpSpPr>
          <a:xfrm>
            <a:off x="2274757" y="3807313"/>
            <a:ext cx="202292" cy="366430"/>
            <a:chOff x="2274757" y="3807313"/>
            <a:chExt cx="202292" cy="366430"/>
          </a:xfrm>
        </p:grpSpPr>
        <p:sp>
          <p:nvSpPr>
            <p:cNvPr id="17305" name="Google Shape;17305;p67"/>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06" name="Google Shape;17306;p67"/>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07" name="Google Shape;17307;p67"/>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08" name="Google Shape;17308;p67"/>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09" name="Google Shape;17309;p67"/>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10" name="Google Shape;17310;p67"/>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11" name="Google Shape;17311;p67"/>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12" name="Google Shape;17312;p67"/>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13" name="Google Shape;17313;p67"/>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14" name="Google Shape;17314;p67"/>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315" name="Google Shape;17315;p67"/>
          <p:cNvGrpSpPr/>
          <p:nvPr/>
        </p:nvGrpSpPr>
        <p:grpSpPr>
          <a:xfrm>
            <a:off x="3972716" y="3348218"/>
            <a:ext cx="366404" cy="366665"/>
            <a:chOff x="3972716" y="3348218"/>
            <a:chExt cx="366404" cy="366665"/>
          </a:xfrm>
        </p:grpSpPr>
        <p:sp>
          <p:nvSpPr>
            <p:cNvPr id="17316" name="Google Shape;17316;p67"/>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17" name="Google Shape;17317;p67"/>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18" name="Google Shape;17318;p67"/>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19" name="Google Shape;17319;p67"/>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20" name="Google Shape;17320;p67"/>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21" name="Google Shape;17321;p67"/>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22" name="Google Shape;17322;p67"/>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23" name="Google Shape;17323;p67"/>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24" name="Google Shape;17324;p67"/>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25" name="Google Shape;17325;p67"/>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26" name="Google Shape;17326;p67"/>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27" name="Google Shape;17327;p67"/>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328" name="Google Shape;17328;p67"/>
          <p:cNvGrpSpPr/>
          <p:nvPr/>
        </p:nvGrpSpPr>
        <p:grpSpPr>
          <a:xfrm>
            <a:off x="866528" y="3348348"/>
            <a:ext cx="317405" cy="366534"/>
            <a:chOff x="866528" y="3348348"/>
            <a:chExt cx="317405" cy="366534"/>
          </a:xfrm>
        </p:grpSpPr>
        <p:sp>
          <p:nvSpPr>
            <p:cNvPr id="17329" name="Google Shape;17329;p67"/>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30" name="Google Shape;17330;p67"/>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31" name="Google Shape;17331;p67"/>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32" name="Google Shape;17332;p67"/>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33" name="Google Shape;17333;p67"/>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34" name="Google Shape;17334;p67"/>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35" name="Google Shape;17335;p67"/>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36" name="Google Shape;17336;p67"/>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337" name="Google Shape;17337;p67"/>
          <p:cNvGrpSpPr/>
          <p:nvPr/>
        </p:nvGrpSpPr>
        <p:grpSpPr>
          <a:xfrm>
            <a:off x="1316818" y="3348296"/>
            <a:ext cx="310872" cy="366848"/>
            <a:chOff x="1316818" y="3348296"/>
            <a:chExt cx="310872" cy="366848"/>
          </a:xfrm>
        </p:grpSpPr>
        <p:sp>
          <p:nvSpPr>
            <p:cNvPr id="17338" name="Google Shape;17338;p67"/>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39" name="Google Shape;17339;p67"/>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40" name="Google Shape;17340;p67"/>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41" name="Google Shape;17341;p67"/>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42" name="Google Shape;17342;p67"/>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43" name="Google Shape;17343;p67"/>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44" name="Google Shape;17344;p67"/>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45" name="Google Shape;17345;p67"/>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46" name="Google Shape;17346;p67"/>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47" name="Google Shape;17347;p67"/>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48" name="Google Shape;17348;p67"/>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49" name="Google Shape;17349;p67"/>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50" name="Google Shape;17350;p67"/>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51" name="Google Shape;17351;p67"/>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52" name="Google Shape;17352;p67"/>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53" name="Google Shape;17353;p67"/>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54" name="Google Shape;17354;p67"/>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55" name="Google Shape;17355;p67"/>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56" name="Google Shape;17356;p67"/>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57" name="Google Shape;17357;p67"/>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58" name="Google Shape;17358;p67"/>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59" name="Google Shape;17359;p67"/>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60" name="Google Shape;17360;p67"/>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61" name="Google Shape;17361;p67"/>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362" name="Google Shape;17362;p67"/>
          <p:cNvGrpSpPr/>
          <p:nvPr/>
        </p:nvGrpSpPr>
        <p:grpSpPr>
          <a:xfrm>
            <a:off x="3105248" y="3348244"/>
            <a:ext cx="305620" cy="366430"/>
            <a:chOff x="3105248" y="3348244"/>
            <a:chExt cx="305620" cy="366430"/>
          </a:xfrm>
        </p:grpSpPr>
        <p:sp>
          <p:nvSpPr>
            <p:cNvPr id="17363" name="Google Shape;17363;p67"/>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64" name="Google Shape;17364;p67"/>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65" name="Google Shape;17365;p67"/>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66" name="Google Shape;17366;p67"/>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67" name="Google Shape;17367;p67"/>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68" name="Google Shape;17368;p67"/>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69" name="Google Shape;17369;p67"/>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370" name="Google Shape;17370;p67"/>
          <p:cNvGrpSpPr/>
          <p:nvPr/>
        </p:nvGrpSpPr>
        <p:grpSpPr>
          <a:xfrm>
            <a:off x="2661988" y="3348218"/>
            <a:ext cx="304078" cy="366665"/>
            <a:chOff x="2661988" y="3348218"/>
            <a:chExt cx="304078" cy="366665"/>
          </a:xfrm>
        </p:grpSpPr>
        <p:sp>
          <p:nvSpPr>
            <p:cNvPr id="17371" name="Google Shape;17371;p67"/>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72" name="Google Shape;17372;p67"/>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73" name="Google Shape;17373;p67"/>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74" name="Google Shape;17374;p67"/>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75" name="Google Shape;17375;p67"/>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76" name="Google Shape;17376;p67"/>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77" name="Google Shape;17377;p67"/>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78" name="Google Shape;17378;p67"/>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79" name="Google Shape;17379;p67"/>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80" name="Google Shape;17380;p67"/>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81" name="Google Shape;17381;p67"/>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82" name="Google Shape;17382;p67"/>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83" name="Google Shape;17383;p67"/>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84" name="Google Shape;17384;p67"/>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85" name="Google Shape;17385;p67"/>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86" name="Google Shape;17386;p67"/>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87" name="Google Shape;17387;p67"/>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88" name="Google Shape;17388;p67"/>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89" name="Google Shape;17389;p67"/>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390" name="Google Shape;17390;p67"/>
          <p:cNvGrpSpPr/>
          <p:nvPr/>
        </p:nvGrpSpPr>
        <p:grpSpPr>
          <a:xfrm>
            <a:off x="2212927" y="3348897"/>
            <a:ext cx="307606" cy="366482"/>
            <a:chOff x="2212927" y="3348897"/>
            <a:chExt cx="307606" cy="366482"/>
          </a:xfrm>
        </p:grpSpPr>
        <p:sp>
          <p:nvSpPr>
            <p:cNvPr id="17391" name="Google Shape;17391;p67"/>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92" name="Google Shape;17392;p67"/>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93" name="Google Shape;17393;p67"/>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94" name="Google Shape;17394;p67"/>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95" name="Google Shape;17395;p67"/>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96" name="Google Shape;17396;p67"/>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97" name="Google Shape;17397;p67"/>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98" name="Google Shape;17398;p67"/>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399" name="Google Shape;17399;p67"/>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00" name="Google Shape;17400;p67"/>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401" name="Google Shape;17401;p67"/>
          <p:cNvGrpSpPr/>
          <p:nvPr/>
        </p:nvGrpSpPr>
        <p:grpSpPr>
          <a:xfrm>
            <a:off x="1764389" y="3348218"/>
            <a:ext cx="310114" cy="366665"/>
            <a:chOff x="1764389" y="3348218"/>
            <a:chExt cx="310114" cy="366665"/>
          </a:xfrm>
        </p:grpSpPr>
        <p:sp>
          <p:nvSpPr>
            <p:cNvPr id="17402" name="Google Shape;17402;p67"/>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03" name="Google Shape;17403;p67"/>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04" name="Google Shape;17404;p67"/>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05" name="Google Shape;17405;p67"/>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06" name="Google Shape;17406;p67"/>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07" name="Google Shape;17407;p67"/>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08" name="Google Shape;17408;p67"/>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09" name="Google Shape;17409;p67"/>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10" name="Google Shape;17410;p67"/>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11" name="Google Shape;17411;p67"/>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12" name="Google Shape;17412;p67"/>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13" name="Google Shape;17413;p67"/>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14" name="Google Shape;17414;p67"/>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15" name="Google Shape;17415;p67"/>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16" name="Google Shape;17416;p67"/>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17" name="Google Shape;17417;p67"/>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18" name="Google Shape;17418;p67"/>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19" name="Google Shape;17419;p67"/>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20" name="Google Shape;17420;p67"/>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21" name="Google Shape;17421;p67"/>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422" name="Google Shape;17422;p67"/>
          <p:cNvGrpSpPr/>
          <p:nvPr/>
        </p:nvGrpSpPr>
        <p:grpSpPr>
          <a:xfrm>
            <a:off x="2777572" y="3807287"/>
            <a:ext cx="81716" cy="366717"/>
            <a:chOff x="2777572" y="3807287"/>
            <a:chExt cx="81716" cy="366717"/>
          </a:xfrm>
        </p:grpSpPr>
        <p:sp>
          <p:nvSpPr>
            <p:cNvPr id="17423" name="Google Shape;17423;p67"/>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24" name="Google Shape;17424;p67"/>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25" name="Google Shape;17425;p67"/>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26" name="Google Shape;17426;p67"/>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27" name="Google Shape;17427;p67"/>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28" name="Google Shape;17428;p67"/>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29" name="Google Shape;17429;p67"/>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30" name="Google Shape;17430;p67"/>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31" name="Google Shape;17431;p67"/>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32" name="Google Shape;17432;p67"/>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33" name="Google Shape;17433;p67"/>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434" name="Google Shape;17434;p67"/>
          <p:cNvGrpSpPr/>
          <p:nvPr/>
        </p:nvGrpSpPr>
        <p:grpSpPr>
          <a:xfrm>
            <a:off x="3934014" y="4329780"/>
            <a:ext cx="366665" cy="256334"/>
            <a:chOff x="3934014" y="4329780"/>
            <a:chExt cx="366665" cy="256334"/>
          </a:xfrm>
        </p:grpSpPr>
        <p:sp>
          <p:nvSpPr>
            <p:cNvPr id="17435" name="Google Shape;17435;p67"/>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36" name="Google Shape;17436;p67"/>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37" name="Google Shape;17437;p67"/>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38" name="Google Shape;17438;p67"/>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39" name="Google Shape;17439;p67"/>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40" name="Google Shape;17440;p67"/>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41" name="Google Shape;17441;p67"/>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42" name="Google Shape;17442;p67"/>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43" name="Google Shape;17443;p67"/>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44" name="Google Shape;17444;p67"/>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45" name="Google Shape;17445;p67"/>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46" name="Google Shape;17446;p67"/>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47" name="Google Shape;17447;p67"/>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448" name="Google Shape;17448;p67"/>
          <p:cNvGrpSpPr/>
          <p:nvPr/>
        </p:nvGrpSpPr>
        <p:grpSpPr>
          <a:xfrm>
            <a:off x="947670" y="3807339"/>
            <a:ext cx="194295" cy="366404"/>
            <a:chOff x="947670" y="3807339"/>
            <a:chExt cx="194295" cy="366404"/>
          </a:xfrm>
        </p:grpSpPr>
        <p:sp>
          <p:nvSpPr>
            <p:cNvPr id="17449" name="Google Shape;17449;p67"/>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50" name="Google Shape;17450;p67"/>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51" name="Google Shape;17451;p67"/>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52" name="Google Shape;17452;p67"/>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53" name="Google Shape;17453;p67"/>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54" name="Google Shape;17454;p67"/>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55" name="Google Shape;17455;p67"/>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56" name="Google Shape;17456;p67"/>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57" name="Google Shape;17457;p67"/>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58" name="Google Shape;17458;p67"/>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459" name="Google Shape;17459;p67"/>
          <p:cNvGrpSpPr/>
          <p:nvPr/>
        </p:nvGrpSpPr>
        <p:grpSpPr>
          <a:xfrm>
            <a:off x="3420379" y="4286557"/>
            <a:ext cx="368939" cy="342283"/>
            <a:chOff x="3420379" y="4286557"/>
            <a:chExt cx="368939" cy="342283"/>
          </a:xfrm>
        </p:grpSpPr>
        <p:sp>
          <p:nvSpPr>
            <p:cNvPr id="17460" name="Google Shape;17460;p67"/>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61" name="Google Shape;17461;p67"/>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62" name="Google Shape;17462;p67"/>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63" name="Google Shape;17463;p67"/>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64" name="Google Shape;17464;p67"/>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65" name="Google Shape;17465;p67"/>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66" name="Google Shape;17466;p67"/>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67" name="Google Shape;17467;p67"/>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68" name="Google Shape;17468;p67"/>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69" name="Google Shape;17469;p67"/>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70" name="Google Shape;17470;p67"/>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71" name="Google Shape;17471;p67"/>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72" name="Google Shape;17472;p67"/>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73" name="Google Shape;17473;p67"/>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74" name="Google Shape;17474;p67"/>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75" name="Google Shape;17475;p67"/>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476" name="Google Shape;17476;p67"/>
          <p:cNvGrpSpPr/>
          <p:nvPr/>
        </p:nvGrpSpPr>
        <p:grpSpPr>
          <a:xfrm>
            <a:off x="3965190" y="3842252"/>
            <a:ext cx="369801" cy="296813"/>
            <a:chOff x="3965190" y="3842252"/>
            <a:chExt cx="369801" cy="296813"/>
          </a:xfrm>
        </p:grpSpPr>
        <p:sp>
          <p:nvSpPr>
            <p:cNvPr id="17477" name="Google Shape;17477;p67"/>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78" name="Google Shape;17478;p67"/>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79" name="Google Shape;17479;p67"/>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80" name="Google Shape;17480;p67"/>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81" name="Google Shape;17481;p67"/>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82" name="Google Shape;17482;p67"/>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83" name="Google Shape;17483;p67"/>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84" name="Google Shape;17484;p67"/>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85" name="Google Shape;17485;p67"/>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86" name="Google Shape;17486;p67"/>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87" name="Google Shape;17487;p67"/>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88" name="Google Shape;17488;p67"/>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89" name="Google Shape;17489;p67"/>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90" name="Google Shape;17490;p67"/>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91" name="Google Shape;17491;p67"/>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92" name="Google Shape;17492;p67"/>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93" name="Google Shape;17493;p67"/>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94" name="Google Shape;17494;p67"/>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95" name="Google Shape;17495;p67"/>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96" name="Google Shape;17496;p67"/>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497" name="Google Shape;17497;p67"/>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498" name="Google Shape;17498;p67"/>
          <p:cNvGrpSpPr/>
          <p:nvPr/>
        </p:nvGrpSpPr>
        <p:grpSpPr>
          <a:xfrm>
            <a:off x="3506590" y="3833812"/>
            <a:ext cx="396796" cy="313407"/>
            <a:chOff x="3506590" y="3833812"/>
            <a:chExt cx="396796" cy="313407"/>
          </a:xfrm>
        </p:grpSpPr>
        <p:sp>
          <p:nvSpPr>
            <p:cNvPr id="17499" name="Google Shape;17499;p67"/>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00" name="Google Shape;17500;p67"/>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01" name="Google Shape;17501;p67"/>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502" name="Google Shape;17502;p67"/>
          <p:cNvGrpSpPr/>
          <p:nvPr/>
        </p:nvGrpSpPr>
        <p:grpSpPr>
          <a:xfrm>
            <a:off x="2769288" y="1965364"/>
            <a:ext cx="104556" cy="366665"/>
            <a:chOff x="2769288" y="1965364"/>
            <a:chExt cx="104556" cy="366665"/>
          </a:xfrm>
        </p:grpSpPr>
        <p:sp>
          <p:nvSpPr>
            <p:cNvPr id="17503" name="Google Shape;17503;p67"/>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04" name="Google Shape;17504;p67"/>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05" name="Google Shape;17505;p67"/>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06" name="Google Shape;17506;p67"/>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07" name="Google Shape;17507;p67"/>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08" name="Google Shape;17508;p67"/>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09" name="Google Shape;17509;p67"/>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10" name="Google Shape;17510;p67"/>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11" name="Google Shape;17511;p67"/>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12" name="Google Shape;17512;p67"/>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13" name="Google Shape;17513;p67"/>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14" name="Google Shape;17514;p67"/>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515" name="Google Shape;17515;p67"/>
          <p:cNvGrpSpPr/>
          <p:nvPr/>
        </p:nvGrpSpPr>
        <p:grpSpPr>
          <a:xfrm>
            <a:off x="3966679" y="2010861"/>
            <a:ext cx="367162" cy="275698"/>
            <a:chOff x="3966679" y="2010861"/>
            <a:chExt cx="367162" cy="275698"/>
          </a:xfrm>
        </p:grpSpPr>
        <p:sp>
          <p:nvSpPr>
            <p:cNvPr id="17516" name="Google Shape;17516;p67"/>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17" name="Google Shape;17517;p67"/>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18" name="Google Shape;17518;p67"/>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19" name="Google Shape;17519;p67"/>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520" name="Google Shape;17520;p67"/>
          <p:cNvGrpSpPr/>
          <p:nvPr/>
        </p:nvGrpSpPr>
        <p:grpSpPr>
          <a:xfrm>
            <a:off x="1752577" y="2025495"/>
            <a:ext cx="366404" cy="246220"/>
            <a:chOff x="1752577" y="2025495"/>
            <a:chExt cx="366404" cy="246220"/>
          </a:xfrm>
        </p:grpSpPr>
        <p:sp>
          <p:nvSpPr>
            <p:cNvPr id="17521" name="Google Shape;17521;p67"/>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22" name="Google Shape;17522;p67"/>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23" name="Google Shape;17523;p67"/>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24" name="Google Shape;17524;p67"/>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25" name="Google Shape;17525;p67"/>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26" name="Google Shape;17526;p67"/>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27" name="Google Shape;17527;p67"/>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28" name="Google Shape;17528;p67"/>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29" name="Google Shape;17529;p67"/>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30" name="Google Shape;17530;p67"/>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31" name="Google Shape;17531;p67"/>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32" name="Google Shape;17532;p67"/>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33" name="Google Shape;17533;p67"/>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34" name="Google Shape;17534;p67"/>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35" name="Google Shape;17535;p67"/>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36" name="Google Shape;17536;p67"/>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537" name="Google Shape;17537;p67"/>
          <p:cNvGrpSpPr/>
          <p:nvPr/>
        </p:nvGrpSpPr>
        <p:grpSpPr>
          <a:xfrm>
            <a:off x="1309553" y="2069580"/>
            <a:ext cx="366404" cy="158363"/>
            <a:chOff x="1309553" y="2069580"/>
            <a:chExt cx="366404" cy="158363"/>
          </a:xfrm>
        </p:grpSpPr>
        <p:sp>
          <p:nvSpPr>
            <p:cNvPr id="17538" name="Google Shape;17538;p67"/>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39" name="Google Shape;17539;p67"/>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40" name="Google Shape;17540;p67"/>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41" name="Google Shape;17541;p67"/>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42" name="Google Shape;17542;p67"/>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43" name="Google Shape;17543;p67"/>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44" name="Google Shape;17544;p67"/>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45" name="Google Shape;17545;p67"/>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46" name="Google Shape;17546;p67"/>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47" name="Google Shape;17547;p67"/>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48" name="Google Shape;17548;p67"/>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49" name="Google Shape;17549;p67"/>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50" name="Google Shape;17550;p67"/>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51" name="Google Shape;17551;p67"/>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52" name="Google Shape;17552;p67"/>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53" name="Google Shape;17553;p67"/>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54" name="Google Shape;17554;p67"/>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55" name="Google Shape;17555;p67"/>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56" name="Google Shape;17556;p67"/>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57" name="Google Shape;17557;p67"/>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58" name="Google Shape;17558;p67"/>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59" name="Google Shape;17559;p67"/>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60" name="Google Shape;17560;p67"/>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61" name="Google Shape;17561;p67"/>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62" name="Google Shape;17562;p67"/>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63" name="Google Shape;17563;p67"/>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564" name="Google Shape;17564;p67"/>
          <p:cNvGrpSpPr/>
          <p:nvPr/>
        </p:nvGrpSpPr>
        <p:grpSpPr>
          <a:xfrm>
            <a:off x="866528" y="2088762"/>
            <a:ext cx="366639" cy="119635"/>
            <a:chOff x="866528" y="2088762"/>
            <a:chExt cx="366639" cy="119635"/>
          </a:xfrm>
        </p:grpSpPr>
        <p:sp>
          <p:nvSpPr>
            <p:cNvPr id="17565" name="Google Shape;17565;p67"/>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66" name="Google Shape;17566;p67"/>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67" name="Google Shape;17567;p67"/>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68" name="Google Shape;17568;p67"/>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69" name="Google Shape;17569;p67"/>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70" name="Google Shape;17570;p67"/>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71" name="Google Shape;17571;p67"/>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72" name="Google Shape;17572;p67"/>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73" name="Google Shape;17573;p67"/>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74" name="Google Shape;17574;p67"/>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75" name="Google Shape;17575;p67"/>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76" name="Google Shape;17576;p67"/>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77" name="Google Shape;17577;p67"/>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78" name="Google Shape;17578;p67"/>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579" name="Google Shape;17579;p67"/>
          <p:cNvGrpSpPr/>
          <p:nvPr/>
        </p:nvGrpSpPr>
        <p:grpSpPr>
          <a:xfrm>
            <a:off x="2329269" y="1965312"/>
            <a:ext cx="98807" cy="366273"/>
            <a:chOff x="2329269" y="1965312"/>
            <a:chExt cx="98807" cy="366273"/>
          </a:xfrm>
        </p:grpSpPr>
        <p:sp>
          <p:nvSpPr>
            <p:cNvPr id="17580" name="Google Shape;17580;p67"/>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81" name="Google Shape;17581;p67"/>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82" name="Google Shape;17582;p67"/>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583" name="Google Shape;17583;p67"/>
          <p:cNvGrpSpPr/>
          <p:nvPr/>
        </p:nvGrpSpPr>
        <p:grpSpPr>
          <a:xfrm>
            <a:off x="3208053" y="1964972"/>
            <a:ext cx="112344" cy="366926"/>
            <a:chOff x="3208053" y="1964972"/>
            <a:chExt cx="112344" cy="366926"/>
          </a:xfrm>
        </p:grpSpPr>
        <p:sp>
          <p:nvSpPr>
            <p:cNvPr id="17584" name="Google Shape;17584;p67"/>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85" name="Google Shape;17585;p67"/>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86" name="Google Shape;17586;p67"/>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87" name="Google Shape;17587;p67"/>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88" name="Google Shape;17588;p67"/>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89" name="Google Shape;17589;p67"/>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590" name="Google Shape;17590;p67"/>
          <p:cNvGrpSpPr/>
          <p:nvPr/>
        </p:nvGrpSpPr>
        <p:grpSpPr>
          <a:xfrm>
            <a:off x="3225379" y="3807339"/>
            <a:ext cx="72413" cy="366404"/>
            <a:chOff x="3225379" y="3807339"/>
            <a:chExt cx="72413" cy="366404"/>
          </a:xfrm>
        </p:grpSpPr>
        <p:sp>
          <p:nvSpPr>
            <p:cNvPr id="17591" name="Google Shape;17591;p67"/>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92" name="Google Shape;17592;p67"/>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93" name="Google Shape;17593;p67"/>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94" name="Google Shape;17594;p67"/>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95" name="Google Shape;17595;p67"/>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96" name="Google Shape;17596;p67"/>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97" name="Google Shape;17597;p67"/>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598" name="Google Shape;17598;p67"/>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599" name="Google Shape;17599;p67"/>
          <p:cNvGrpSpPr/>
          <p:nvPr/>
        </p:nvGrpSpPr>
        <p:grpSpPr>
          <a:xfrm>
            <a:off x="3523916" y="2011096"/>
            <a:ext cx="366665" cy="275201"/>
            <a:chOff x="3523916" y="2011096"/>
            <a:chExt cx="366665" cy="275201"/>
          </a:xfrm>
        </p:grpSpPr>
        <p:sp>
          <p:nvSpPr>
            <p:cNvPr id="17600" name="Google Shape;17600;p67"/>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01" name="Google Shape;17601;p67"/>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02" name="Google Shape;17602;p67"/>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03" name="Google Shape;17603;p67"/>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04" name="Google Shape;17604;p67"/>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05" name="Google Shape;17605;p67"/>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06" name="Google Shape;17606;p67"/>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07" name="Google Shape;17607;p67"/>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08" name="Google Shape;17608;p67"/>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09" name="Google Shape;17609;p67"/>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10" name="Google Shape;17610;p67"/>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11" name="Google Shape;17611;p67"/>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12" name="Google Shape;17612;p67"/>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13" name="Google Shape;17613;p67"/>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14" name="Google Shape;17614;p67"/>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15" name="Google Shape;17615;p67"/>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16" name="Google Shape;17616;p67"/>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17" name="Google Shape;17617;p67"/>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18" name="Google Shape;17618;p67"/>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19" name="Google Shape;17619;p67"/>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620" name="Google Shape;17620;p67"/>
          <p:cNvGrpSpPr/>
          <p:nvPr/>
        </p:nvGrpSpPr>
        <p:grpSpPr>
          <a:xfrm>
            <a:off x="1742777" y="1499997"/>
            <a:ext cx="393791" cy="366744"/>
            <a:chOff x="1742777" y="1499997"/>
            <a:chExt cx="393791" cy="366744"/>
          </a:xfrm>
        </p:grpSpPr>
        <p:sp>
          <p:nvSpPr>
            <p:cNvPr id="17621" name="Google Shape;17621;p67"/>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22" name="Google Shape;17622;p67"/>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23" name="Google Shape;17623;p67"/>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24" name="Google Shape;17624;p67"/>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25" name="Google Shape;17625;p67"/>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26" name="Google Shape;17626;p67"/>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27" name="Google Shape;17627;p67"/>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28" name="Google Shape;17628;p67"/>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29" name="Google Shape;17629;p67"/>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30" name="Google Shape;17630;p67"/>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31" name="Google Shape;17631;p67"/>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32" name="Google Shape;17632;p67"/>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33" name="Google Shape;17633;p67"/>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34" name="Google Shape;17634;p67"/>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635" name="Google Shape;17635;p67"/>
          <p:cNvGrpSpPr/>
          <p:nvPr/>
        </p:nvGrpSpPr>
        <p:grpSpPr>
          <a:xfrm>
            <a:off x="4014449" y="1499997"/>
            <a:ext cx="319914" cy="366639"/>
            <a:chOff x="4014449" y="1499997"/>
            <a:chExt cx="319914" cy="366639"/>
          </a:xfrm>
        </p:grpSpPr>
        <p:sp>
          <p:nvSpPr>
            <p:cNvPr id="17636" name="Google Shape;17636;p67"/>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37" name="Google Shape;17637;p67"/>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38" name="Google Shape;17638;p67"/>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39" name="Google Shape;17639;p67"/>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40" name="Google Shape;17640;p67"/>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641" name="Google Shape;17641;p67"/>
          <p:cNvGrpSpPr/>
          <p:nvPr/>
        </p:nvGrpSpPr>
        <p:grpSpPr>
          <a:xfrm>
            <a:off x="866267" y="1591460"/>
            <a:ext cx="367397" cy="183711"/>
            <a:chOff x="866267" y="1591460"/>
            <a:chExt cx="367397" cy="183711"/>
          </a:xfrm>
        </p:grpSpPr>
        <p:sp>
          <p:nvSpPr>
            <p:cNvPr id="17642" name="Google Shape;17642;p67"/>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43" name="Google Shape;17643;p67"/>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44" name="Google Shape;17644;p67"/>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45" name="Google Shape;17645;p67"/>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46" name="Google Shape;17646;p67"/>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47" name="Google Shape;17647;p67"/>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48" name="Google Shape;17648;p67"/>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49" name="Google Shape;17649;p67"/>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50" name="Google Shape;17650;p67"/>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51" name="Google Shape;17651;p67"/>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52" name="Google Shape;17652;p67"/>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53" name="Google Shape;17653;p67"/>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54" name="Google Shape;17654;p67"/>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55" name="Google Shape;17655;p67"/>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56" name="Google Shape;17656;p67"/>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57" name="Google Shape;17657;p67"/>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58" name="Google Shape;17658;p67"/>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59" name="Google Shape;17659;p67"/>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660" name="Google Shape;17660;p67"/>
          <p:cNvGrpSpPr/>
          <p:nvPr/>
        </p:nvGrpSpPr>
        <p:grpSpPr>
          <a:xfrm>
            <a:off x="3117843" y="1499892"/>
            <a:ext cx="327440" cy="366744"/>
            <a:chOff x="3117843" y="1499892"/>
            <a:chExt cx="327440" cy="366744"/>
          </a:xfrm>
        </p:grpSpPr>
        <p:sp>
          <p:nvSpPr>
            <p:cNvPr id="17661" name="Google Shape;17661;p67"/>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62" name="Google Shape;17662;p67"/>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63" name="Google Shape;17663;p67"/>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64" name="Google Shape;17664;p67"/>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65" name="Google Shape;17665;p67"/>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66" name="Google Shape;17666;p67"/>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67" name="Google Shape;17667;p67"/>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668" name="Google Shape;17668;p67"/>
          <p:cNvGrpSpPr/>
          <p:nvPr/>
        </p:nvGrpSpPr>
        <p:grpSpPr>
          <a:xfrm>
            <a:off x="2667005" y="1499997"/>
            <a:ext cx="336770" cy="366639"/>
            <a:chOff x="2667005" y="1499997"/>
            <a:chExt cx="336770" cy="366639"/>
          </a:xfrm>
        </p:grpSpPr>
        <p:sp>
          <p:nvSpPr>
            <p:cNvPr id="17669" name="Google Shape;17669;p67"/>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70" name="Google Shape;17670;p67"/>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71" name="Google Shape;17671;p67"/>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72" name="Google Shape;17672;p67"/>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73" name="Google Shape;17673;p67"/>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74" name="Google Shape;17674;p67"/>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75" name="Google Shape;17675;p67"/>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76" name="Google Shape;17676;p67"/>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77" name="Google Shape;17677;p67"/>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78" name="Google Shape;17678;p67"/>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79" name="Google Shape;17679;p67"/>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80" name="Google Shape;17680;p67"/>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81" name="Google Shape;17681;p67"/>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82" name="Google Shape;17682;p67"/>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83" name="Google Shape;17683;p67"/>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84" name="Google Shape;17684;p67"/>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85" name="Google Shape;17685;p67"/>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86" name="Google Shape;17686;p67"/>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87" name="Google Shape;17687;p67"/>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688" name="Google Shape;17688;p67"/>
          <p:cNvGrpSpPr/>
          <p:nvPr/>
        </p:nvGrpSpPr>
        <p:grpSpPr>
          <a:xfrm>
            <a:off x="3564866" y="1499997"/>
            <a:ext cx="326473" cy="366639"/>
            <a:chOff x="3564866" y="1499997"/>
            <a:chExt cx="326473" cy="366639"/>
          </a:xfrm>
        </p:grpSpPr>
        <p:sp>
          <p:nvSpPr>
            <p:cNvPr id="17689" name="Google Shape;17689;p67"/>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90" name="Google Shape;17690;p67"/>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91" name="Google Shape;17691;p67"/>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92" name="Google Shape;17692;p67"/>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93" name="Google Shape;17693;p67"/>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94" name="Google Shape;17694;p67"/>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95" name="Google Shape;17695;p67"/>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96" name="Google Shape;17696;p67"/>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697" name="Google Shape;17697;p67"/>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698" name="Google Shape;17698;p67"/>
          <p:cNvGrpSpPr/>
          <p:nvPr/>
        </p:nvGrpSpPr>
        <p:grpSpPr>
          <a:xfrm>
            <a:off x="1314074" y="1499997"/>
            <a:ext cx="364392" cy="366639"/>
            <a:chOff x="1314074" y="1499997"/>
            <a:chExt cx="364392" cy="366639"/>
          </a:xfrm>
        </p:grpSpPr>
        <p:sp>
          <p:nvSpPr>
            <p:cNvPr id="17699" name="Google Shape;17699;p67"/>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00" name="Google Shape;17700;p67"/>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01" name="Google Shape;17701;p67"/>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02" name="Google Shape;17702;p67"/>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03" name="Google Shape;17703;p67"/>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04" name="Google Shape;17704;p67"/>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05" name="Google Shape;17705;p67"/>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06" name="Google Shape;17706;p67"/>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07" name="Google Shape;17707;p67"/>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08" name="Google Shape;17708;p67"/>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09" name="Google Shape;17709;p67"/>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10" name="Google Shape;17710;p67"/>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711" name="Google Shape;17711;p67"/>
          <p:cNvGrpSpPr/>
          <p:nvPr/>
        </p:nvGrpSpPr>
        <p:grpSpPr>
          <a:xfrm>
            <a:off x="2220479" y="1499997"/>
            <a:ext cx="337005" cy="366639"/>
            <a:chOff x="2220479" y="1499997"/>
            <a:chExt cx="337005" cy="366639"/>
          </a:xfrm>
        </p:grpSpPr>
        <p:sp>
          <p:nvSpPr>
            <p:cNvPr id="17712" name="Google Shape;17712;p67"/>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13" name="Google Shape;17713;p67"/>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14" name="Google Shape;17714;p67"/>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15" name="Google Shape;17715;p67"/>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16" name="Google Shape;17716;p67"/>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17" name="Google Shape;17717;p67"/>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18" name="Google Shape;17718;p67"/>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19" name="Google Shape;17719;p67"/>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20" name="Google Shape;17720;p67"/>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21" name="Google Shape;17721;p67"/>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22" name="Google Shape;17722;p67"/>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723" name="Google Shape;17723;p67"/>
          <p:cNvGrpSpPr/>
          <p:nvPr/>
        </p:nvGrpSpPr>
        <p:grpSpPr>
          <a:xfrm>
            <a:off x="4105155" y="2425976"/>
            <a:ext cx="87230" cy="366430"/>
            <a:chOff x="4105155" y="2425976"/>
            <a:chExt cx="87230" cy="366430"/>
          </a:xfrm>
        </p:grpSpPr>
        <p:sp>
          <p:nvSpPr>
            <p:cNvPr id="17724" name="Google Shape;17724;p67"/>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25" name="Google Shape;17725;p67"/>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26" name="Google Shape;17726;p67"/>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27" name="Google Shape;17727;p67"/>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28" name="Google Shape;17728;p67"/>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29" name="Google Shape;17729;p67"/>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730" name="Google Shape;17730;p67"/>
          <p:cNvGrpSpPr/>
          <p:nvPr/>
        </p:nvGrpSpPr>
        <p:grpSpPr>
          <a:xfrm>
            <a:off x="1808109" y="2426002"/>
            <a:ext cx="267884" cy="366639"/>
            <a:chOff x="1808109" y="2426002"/>
            <a:chExt cx="267884" cy="366639"/>
          </a:xfrm>
        </p:grpSpPr>
        <p:sp>
          <p:nvSpPr>
            <p:cNvPr id="17731" name="Google Shape;17731;p67"/>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32" name="Google Shape;17732;p67"/>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33" name="Google Shape;17733;p67"/>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34" name="Google Shape;17734;p67"/>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35" name="Google Shape;17735;p67"/>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36" name="Google Shape;17736;p67"/>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37" name="Google Shape;17737;p67"/>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38" name="Google Shape;17738;p67"/>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39" name="Google Shape;17739;p67"/>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40" name="Google Shape;17740;p67"/>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41" name="Google Shape;17741;p67"/>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42" name="Google Shape;17742;p67"/>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43" name="Google Shape;17743;p67"/>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44" name="Google Shape;17744;p67"/>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45" name="Google Shape;17745;p67"/>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46" name="Google Shape;17746;p67"/>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47" name="Google Shape;17747;p67"/>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48" name="Google Shape;17748;p67"/>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49" name="Google Shape;17749;p67"/>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50" name="Google Shape;17750;p67"/>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51" name="Google Shape;17751;p67"/>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752" name="Google Shape;17752;p67"/>
          <p:cNvGrpSpPr/>
          <p:nvPr/>
        </p:nvGrpSpPr>
        <p:grpSpPr>
          <a:xfrm>
            <a:off x="3603568" y="2426002"/>
            <a:ext cx="207597" cy="366639"/>
            <a:chOff x="3603568" y="2426002"/>
            <a:chExt cx="207597" cy="366639"/>
          </a:xfrm>
        </p:grpSpPr>
        <p:sp>
          <p:nvSpPr>
            <p:cNvPr id="17753" name="Google Shape;17753;p67"/>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54" name="Google Shape;17754;p67"/>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55" name="Google Shape;17755;p67"/>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56" name="Google Shape;17756;p67"/>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57" name="Google Shape;17757;p67"/>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58" name="Google Shape;17758;p67"/>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759" name="Google Shape;17759;p67"/>
          <p:cNvGrpSpPr/>
          <p:nvPr/>
        </p:nvGrpSpPr>
        <p:grpSpPr>
          <a:xfrm>
            <a:off x="2246115" y="2426002"/>
            <a:ext cx="274417" cy="366404"/>
            <a:chOff x="2246115" y="2426002"/>
            <a:chExt cx="274417" cy="366404"/>
          </a:xfrm>
        </p:grpSpPr>
        <p:sp>
          <p:nvSpPr>
            <p:cNvPr id="17760" name="Google Shape;17760;p67"/>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61" name="Google Shape;17761;p67"/>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62" name="Google Shape;17762;p67"/>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63" name="Google Shape;17763;p67"/>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64" name="Google Shape;17764;p67"/>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65" name="Google Shape;17765;p67"/>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66" name="Google Shape;17766;p67"/>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67" name="Google Shape;17767;p67"/>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768" name="Google Shape;17768;p67"/>
          <p:cNvGrpSpPr/>
          <p:nvPr/>
        </p:nvGrpSpPr>
        <p:grpSpPr>
          <a:xfrm>
            <a:off x="2696666" y="2426002"/>
            <a:ext cx="256099" cy="366639"/>
            <a:chOff x="2696666" y="2426002"/>
            <a:chExt cx="256099" cy="366639"/>
          </a:xfrm>
        </p:grpSpPr>
        <p:sp>
          <p:nvSpPr>
            <p:cNvPr id="17769" name="Google Shape;17769;p67"/>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70" name="Google Shape;17770;p67"/>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71" name="Google Shape;17771;p67"/>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72" name="Google Shape;17772;p67"/>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73" name="Google Shape;17773;p67"/>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74" name="Google Shape;17774;p67"/>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775" name="Google Shape;17775;p67"/>
          <p:cNvGrpSpPr/>
          <p:nvPr/>
        </p:nvGrpSpPr>
        <p:grpSpPr>
          <a:xfrm>
            <a:off x="3149072" y="2426002"/>
            <a:ext cx="225863" cy="366430"/>
            <a:chOff x="3149072" y="2426002"/>
            <a:chExt cx="225863" cy="366430"/>
          </a:xfrm>
        </p:grpSpPr>
        <p:sp>
          <p:nvSpPr>
            <p:cNvPr id="17776" name="Google Shape;17776;p67"/>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77" name="Google Shape;17777;p67"/>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78" name="Google Shape;17778;p67"/>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79" name="Google Shape;17779;p67"/>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80" name="Google Shape;17780;p67"/>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81" name="Google Shape;17781;p67"/>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82" name="Google Shape;17782;p67"/>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83" name="Google Shape;17783;p67"/>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84" name="Google Shape;17784;p67"/>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85" name="Google Shape;17785;p67"/>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86" name="Google Shape;17786;p67"/>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787" name="Google Shape;17787;p67"/>
          <p:cNvGrpSpPr/>
          <p:nvPr/>
        </p:nvGrpSpPr>
        <p:grpSpPr>
          <a:xfrm>
            <a:off x="1361556" y="2425923"/>
            <a:ext cx="283224" cy="366482"/>
            <a:chOff x="1361556" y="2425923"/>
            <a:chExt cx="283224" cy="366482"/>
          </a:xfrm>
        </p:grpSpPr>
        <p:sp>
          <p:nvSpPr>
            <p:cNvPr id="17788" name="Google Shape;17788;p67"/>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89" name="Google Shape;17789;p67"/>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90" name="Google Shape;17790;p67"/>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91" name="Google Shape;17791;p67"/>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92" name="Google Shape;17792;p67"/>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93" name="Google Shape;17793;p67"/>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94" name="Google Shape;17794;p67"/>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95" name="Google Shape;17795;p67"/>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96" name="Google Shape;17796;p67"/>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97" name="Google Shape;17797;p67"/>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98" name="Google Shape;17798;p67"/>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799" name="Google Shape;17799;p67"/>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00" name="Google Shape;17800;p67"/>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01" name="Google Shape;17801;p67"/>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02" name="Google Shape;17802;p67"/>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03" name="Google Shape;17803;p67"/>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04" name="Google Shape;17804;p67"/>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05" name="Google Shape;17805;p67"/>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06" name="Google Shape;17806;p67"/>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07" name="Google Shape;17807;p67"/>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808" name="Google Shape;17808;p67"/>
          <p:cNvGrpSpPr/>
          <p:nvPr/>
        </p:nvGrpSpPr>
        <p:grpSpPr>
          <a:xfrm>
            <a:off x="3973735" y="2891056"/>
            <a:ext cx="361883" cy="366979"/>
            <a:chOff x="3973735" y="2891056"/>
            <a:chExt cx="361883" cy="366979"/>
          </a:xfrm>
        </p:grpSpPr>
        <p:sp>
          <p:nvSpPr>
            <p:cNvPr id="17809" name="Google Shape;17809;p67"/>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10" name="Google Shape;17810;p67"/>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11" name="Google Shape;17811;p67"/>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12" name="Google Shape;17812;p67"/>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13" name="Google Shape;17813;p67"/>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14" name="Google Shape;17814;p67"/>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15" name="Google Shape;17815;p67"/>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16" name="Google Shape;17816;p67"/>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17" name="Google Shape;17817;p67"/>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18" name="Google Shape;17818;p67"/>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19" name="Google Shape;17819;p67"/>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20" name="Google Shape;17820;p67"/>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21" name="Google Shape;17821;p67"/>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22" name="Google Shape;17822;p67"/>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23" name="Google Shape;17823;p67"/>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24" name="Google Shape;17824;p67"/>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25" name="Google Shape;17825;p67"/>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826" name="Google Shape;17826;p67"/>
          <p:cNvGrpSpPr/>
          <p:nvPr/>
        </p:nvGrpSpPr>
        <p:grpSpPr>
          <a:xfrm>
            <a:off x="3527941" y="2916744"/>
            <a:ext cx="366665" cy="315654"/>
            <a:chOff x="3527941" y="2916744"/>
            <a:chExt cx="366665" cy="315654"/>
          </a:xfrm>
        </p:grpSpPr>
        <p:sp>
          <p:nvSpPr>
            <p:cNvPr id="17827" name="Google Shape;17827;p67"/>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28" name="Google Shape;17828;p67"/>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29" name="Google Shape;17829;p67"/>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30" name="Google Shape;17830;p67"/>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31" name="Google Shape;17831;p67"/>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32" name="Google Shape;17832;p67"/>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33" name="Google Shape;17833;p67"/>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34" name="Google Shape;17834;p67"/>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35" name="Google Shape;17835;p67"/>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36" name="Google Shape;17836;p67"/>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37" name="Google Shape;17837;p67"/>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38" name="Google Shape;17838;p67"/>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39" name="Google Shape;17839;p67"/>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40" name="Google Shape;17840;p67"/>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41" name="Google Shape;17841;p67"/>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42" name="Google Shape;17842;p67"/>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43" name="Google Shape;17843;p67"/>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44" name="Google Shape;17844;p67"/>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45" name="Google Shape;17845;p67"/>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46" name="Google Shape;17846;p67"/>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47" name="Google Shape;17847;p67"/>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48" name="Google Shape;17848;p67"/>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49" name="Google Shape;17849;p67"/>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50" name="Google Shape;17850;p67"/>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51" name="Google Shape;17851;p67"/>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52" name="Google Shape;17852;p67"/>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53" name="Google Shape;17853;p67"/>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54" name="Google Shape;17854;p67"/>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55" name="Google Shape;17855;p67"/>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56" name="Google Shape;17856;p67"/>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857" name="Google Shape;17857;p67"/>
          <p:cNvGrpSpPr/>
          <p:nvPr/>
        </p:nvGrpSpPr>
        <p:grpSpPr>
          <a:xfrm>
            <a:off x="2640873" y="2891631"/>
            <a:ext cx="366404" cy="366404"/>
            <a:chOff x="2640873" y="2891631"/>
            <a:chExt cx="366404" cy="366404"/>
          </a:xfrm>
        </p:grpSpPr>
        <p:sp>
          <p:nvSpPr>
            <p:cNvPr id="17858" name="Google Shape;17858;p67"/>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59" name="Google Shape;17859;p67"/>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60" name="Google Shape;17860;p67"/>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61" name="Google Shape;17861;p67"/>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62" name="Google Shape;17862;p67"/>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63" name="Google Shape;17863;p67"/>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64" name="Google Shape;17864;p67"/>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65" name="Google Shape;17865;p67"/>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66" name="Google Shape;17866;p67"/>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67" name="Google Shape;17867;p67"/>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68" name="Google Shape;17868;p67"/>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69" name="Google Shape;17869;p67"/>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70" name="Google Shape;17870;p67"/>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71" name="Google Shape;17871;p67"/>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872" name="Google Shape;17872;p67"/>
          <p:cNvGrpSpPr/>
          <p:nvPr/>
        </p:nvGrpSpPr>
        <p:grpSpPr>
          <a:xfrm>
            <a:off x="2197091" y="2938120"/>
            <a:ext cx="366665" cy="273189"/>
            <a:chOff x="2197091" y="2938120"/>
            <a:chExt cx="366665" cy="273189"/>
          </a:xfrm>
        </p:grpSpPr>
        <p:sp>
          <p:nvSpPr>
            <p:cNvPr id="17873" name="Google Shape;17873;p67"/>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74" name="Google Shape;17874;p67"/>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75" name="Google Shape;17875;p67"/>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76" name="Google Shape;17876;p67"/>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77" name="Google Shape;17877;p67"/>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78" name="Google Shape;17878;p67"/>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79" name="Google Shape;17879;p67"/>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80" name="Google Shape;17880;p67"/>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81" name="Google Shape;17881;p67"/>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82" name="Google Shape;17882;p67"/>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83" name="Google Shape;17883;p67"/>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84" name="Google Shape;17884;p67"/>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85" name="Google Shape;17885;p67"/>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86" name="Google Shape;17886;p67"/>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87" name="Google Shape;17887;p67"/>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88" name="Google Shape;17888;p67"/>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89" name="Google Shape;17889;p67"/>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90" name="Google Shape;17890;p67"/>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91" name="Google Shape;17891;p67"/>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92" name="Google Shape;17892;p67"/>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93" name="Google Shape;17893;p67"/>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94" name="Google Shape;17894;p67"/>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95" name="Google Shape;17895;p67"/>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96" name="Google Shape;17896;p67"/>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897" name="Google Shape;17897;p67"/>
          <p:cNvGrpSpPr/>
          <p:nvPr/>
        </p:nvGrpSpPr>
        <p:grpSpPr>
          <a:xfrm>
            <a:off x="1753570" y="2892127"/>
            <a:ext cx="366665" cy="365202"/>
            <a:chOff x="1753570" y="2892127"/>
            <a:chExt cx="366665" cy="365202"/>
          </a:xfrm>
        </p:grpSpPr>
        <p:sp>
          <p:nvSpPr>
            <p:cNvPr id="17898" name="Google Shape;17898;p67"/>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899" name="Google Shape;17899;p67"/>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00" name="Google Shape;17900;p67"/>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01" name="Google Shape;17901;p67"/>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02" name="Google Shape;17902;p67"/>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03" name="Google Shape;17903;p67"/>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04" name="Google Shape;17904;p67"/>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05" name="Google Shape;17905;p67"/>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06" name="Google Shape;17906;p67"/>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07" name="Google Shape;17907;p67"/>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08" name="Google Shape;17908;p67"/>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09" name="Google Shape;17909;p67"/>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10" name="Google Shape;17910;p67"/>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11" name="Google Shape;17911;p67"/>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12" name="Google Shape;17912;p67"/>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13" name="Google Shape;17913;p67"/>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14" name="Google Shape;17914;p67"/>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15" name="Google Shape;17915;p67"/>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916" name="Google Shape;17916;p67"/>
          <p:cNvGrpSpPr/>
          <p:nvPr/>
        </p:nvGrpSpPr>
        <p:grpSpPr>
          <a:xfrm>
            <a:off x="1303751" y="3807339"/>
            <a:ext cx="367684" cy="366561"/>
            <a:chOff x="1303751" y="3807339"/>
            <a:chExt cx="367684" cy="366561"/>
          </a:xfrm>
        </p:grpSpPr>
        <p:sp>
          <p:nvSpPr>
            <p:cNvPr id="17917" name="Google Shape;17917;p67"/>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18" name="Google Shape;17918;p67"/>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19" name="Google Shape;17919;p67"/>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20" name="Google Shape;17920;p67"/>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21" name="Google Shape;17921;p67"/>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22" name="Google Shape;17922;p67"/>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23" name="Google Shape;17923;p67"/>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24" name="Google Shape;17924;p67"/>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25" name="Google Shape;17925;p67"/>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26" name="Google Shape;17926;p67"/>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27" name="Google Shape;17927;p67"/>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28" name="Google Shape;17928;p67"/>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29" name="Google Shape;17929;p67"/>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30" name="Google Shape;17930;p67"/>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31" name="Google Shape;17931;p67"/>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32" name="Google Shape;17932;p67"/>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33" name="Google Shape;17933;p67"/>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34" name="Google Shape;17934;p67"/>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35" name="Google Shape;17935;p67"/>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36" name="Google Shape;17936;p67"/>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37" name="Google Shape;17937;p67"/>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38" name="Google Shape;17938;p67"/>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39" name="Google Shape;17939;p67"/>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40" name="Google Shape;17940;p67"/>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41" name="Google Shape;17941;p67"/>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42" name="Google Shape;17942;p67"/>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43" name="Google Shape;17943;p67"/>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44" name="Google Shape;17944;p67"/>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45" name="Google Shape;17945;p67"/>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46" name="Google Shape;17946;p67"/>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47" name="Google Shape;17947;p67"/>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48" name="Google Shape;17948;p67"/>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49" name="Google Shape;17949;p67"/>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50" name="Google Shape;17950;p67"/>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51" name="Google Shape;17951;p67"/>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52" name="Google Shape;17952;p67"/>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53" name="Google Shape;17953;p67"/>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54" name="Google Shape;17954;p67"/>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55" name="Google Shape;17955;p67"/>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56" name="Google Shape;17956;p67"/>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57" name="Google Shape;17957;p67"/>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7958" name="Google Shape;17958;p67"/>
          <p:cNvSpPr/>
          <p:nvPr/>
        </p:nvSpPr>
        <p:spPr>
          <a:xfrm>
            <a:off x="1321365" y="2905951"/>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7959" name="Google Shape;17959;p67"/>
          <p:cNvGrpSpPr/>
          <p:nvPr/>
        </p:nvGrpSpPr>
        <p:grpSpPr>
          <a:xfrm>
            <a:off x="1310049" y="2891421"/>
            <a:ext cx="384749" cy="366613"/>
            <a:chOff x="1310049" y="2891421"/>
            <a:chExt cx="384749" cy="366613"/>
          </a:xfrm>
        </p:grpSpPr>
        <p:sp>
          <p:nvSpPr>
            <p:cNvPr id="17960" name="Google Shape;17960;p67"/>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61" name="Google Shape;17961;p67"/>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62" name="Google Shape;17962;p67"/>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63" name="Google Shape;17963;p67"/>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64" name="Google Shape;17964;p67"/>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65" name="Google Shape;17965;p67"/>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66" name="Google Shape;17966;p67"/>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67" name="Google Shape;17967;p67"/>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68" name="Google Shape;17968;p67"/>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69" name="Google Shape;17969;p67"/>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70" name="Google Shape;17970;p67"/>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71" name="Google Shape;17971;p67"/>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72" name="Google Shape;17972;p67"/>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73" name="Google Shape;17973;p67"/>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974" name="Google Shape;17974;p67"/>
          <p:cNvGrpSpPr/>
          <p:nvPr/>
        </p:nvGrpSpPr>
        <p:grpSpPr>
          <a:xfrm>
            <a:off x="849673" y="2891343"/>
            <a:ext cx="383468" cy="366665"/>
            <a:chOff x="849673" y="2891343"/>
            <a:chExt cx="383468" cy="366665"/>
          </a:xfrm>
        </p:grpSpPr>
        <p:sp>
          <p:nvSpPr>
            <p:cNvPr id="17975" name="Google Shape;17975;p67"/>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76" name="Google Shape;17976;p67"/>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77" name="Google Shape;17977;p67"/>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78" name="Google Shape;17978;p67"/>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79" name="Google Shape;17979;p67"/>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80" name="Google Shape;17980;p67"/>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81" name="Google Shape;17981;p67"/>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82" name="Google Shape;17982;p67"/>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83" name="Google Shape;17983;p67"/>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84" name="Google Shape;17984;p67"/>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85" name="Google Shape;17985;p67"/>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86" name="Google Shape;17986;p67"/>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7987" name="Google Shape;17987;p67"/>
          <p:cNvGrpSpPr/>
          <p:nvPr/>
        </p:nvGrpSpPr>
        <p:grpSpPr>
          <a:xfrm>
            <a:off x="920257" y="2426002"/>
            <a:ext cx="278024" cy="366508"/>
            <a:chOff x="920257" y="2426002"/>
            <a:chExt cx="278024" cy="366508"/>
          </a:xfrm>
        </p:grpSpPr>
        <p:sp>
          <p:nvSpPr>
            <p:cNvPr id="17988" name="Google Shape;17988;p67"/>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89" name="Google Shape;17989;p67"/>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90" name="Google Shape;17990;p67"/>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91" name="Google Shape;17991;p67"/>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92" name="Google Shape;17992;p67"/>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93" name="Google Shape;17993;p67"/>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94" name="Google Shape;17994;p67"/>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95" name="Google Shape;17995;p67"/>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96" name="Google Shape;17996;p67"/>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97" name="Google Shape;17997;p67"/>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98" name="Google Shape;17998;p67"/>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7999" name="Google Shape;17999;p67"/>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00" name="Google Shape;18000;p67"/>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001" name="Google Shape;18001;p67"/>
          <p:cNvGrpSpPr/>
          <p:nvPr/>
        </p:nvGrpSpPr>
        <p:grpSpPr>
          <a:xfrm>
            <a:off x="866528" y="4274484"/>
            <a:ext cx="349810" cy="366665"/>
            <a:chOff x="866528" y="4274484"/>
            <a:chExt cx="349810" cy="366665"/>
          </a:xfrm>
        </p:grpSpPr>
        <p:sp>
          <p:nvSpPr>
            <p:cNvPr id="18002" name="Google Shape;18002;p67"/>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03" name="Google Shape;18003;p67"/>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04" name="Google Shape;18004;p67"/>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05" name="Google Shape;18005;p67"/>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06" name="Google Shape;18006;p67"/>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07" name="Google Shape;18007;p67"/>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08" name="Google Shape;18008;p67"/>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09" name="Google Shape;18009;p67"/>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10" name="Google Shape;18010;p67"/>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11" name="Google Shape;18011;p67"/>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12" name="Google Shape;18012;p67"/>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013" name="Google Shape;18013;p67"/>
          <p:cNvGrpSpPr/>
          <p:nvPr/>
        </p:nvGrpSpPr>
        <p:grpSpPr>
          <a:xfrm>
            <a:off x="1388708" y="4274484"/>
            <a:ext cx="330210" cy="366665"/>
            <a:chOff x="1388708" y="4274484"/>
            <a:chExt cx="330210" cy="366665"/>
          </a:xfrm>
        </p:grpSpPr>
        <p:sp>
          <p:nvSpPr>
            <p:cNvPr id="18014" name="Google Shape;18014;p67"/>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15" name="Google Shape;18015;p67"/>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16" name="Google Shape;18016;p67"/>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17" name="Google Shape;18017;p67"/>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18" name="Google Shape;18018;p67"/>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19" name="Google Shape;18019;p67"/>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20" name="Google Shape;18020;p67"/>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21" name="Google Shape;18021;p67"/>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22" name="Google Shape;18022;p67"/>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23" name="Google Shape;18023;p67"/>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24" name="Google Shape;18024;p67"/>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25" name="Google Shape;18025;p67"/>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26" name="Google Shape;18026;p67"/>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27" name="Google Shape;18027;p67"/>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28" name="Google Shape;18028;p67"/>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29" name="Google Shape;18029;p67"/>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30" name="Google Shape;18030;p67"/>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31" name="Google Shape;18031;p67"/>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32" name="Google Shape;18032;p67"/>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33" name="Google Shape;18033;p67"/>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034" name="Google Shape;18034;p67"/>
          <p:cNvGrpSpPr/>
          <p:nvPr/>
        </p:nvGrpSpPr>
        <p:grpSpPr>
          <a:xfrm>
            <a:off x="1874694" y="4293326"/>
            <a:ext cx="375446" cy="328982"/>
            <a:chOff x="1874694" y="4293326"/>
            <a:chExt cx="375446" cy="328982"/>
          </a:xfrm>
        </p:grpSpPr>
        <p:sp>
          <p:nvSpPr>
            <p:cNvPr id="18035" name="Google Shape;18035;p67"/>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36" name="Google Shape;18036;p67"/>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37" name="Google Shape;18037;p67"/>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38" name="Google Shape;18038;p67"/>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39" name="Google Shape;18039;p67"/>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40" name="Google Shape;18040;p67"/>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41" name="Google Shape;18041;p67"/>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42" name="Google Shape;18042;p67"/>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43" name="Google Shape;18043;p67"/>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44" name="Google Shape;18044;p67"/>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45" name="Google Shape;18045;p67"/>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46" name="Google Shape;18046;p67"/>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47" name="Google Shape;18047;p67"/>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48" name="Google Shape;18048;p67"/>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49" name="Google Shape;18049;p67"/>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50" name="Google Shape;18050;p67"/>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51" name="Google Shape;18051;p67"/>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52" name="Google Shape;18052;p67"/>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53" name="Google Shape;18053;p67"/>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54" name="Google Shape;18054;p67"/>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55" name="Google Shape;18055;p67"/>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56" name="Google Shape;18056;p67"/>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057" name="Google Shape;18057;p67"/>
          <p:cNvGrpSpPr/>
          <p:nvPr/>
        </p:nvGrpSpPr>
        <p:grpSpPr>
          <a:xfrm>
            <a:off x="2396116" y="4293090"/>
            <a:ext cx="366665" cy="329714"/>
            <a:chOff x="2396116" y="4293090"/>
            <a:chExt cx="366665" cy="329714"/>
          </a:xfrm>
        </p:grpSpPr>
        <p:sp>
          <p:nvSpPr>
            <p:cNvPr id="18058" name="Google Shape;18058;p67"/>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59" name="Google Shape;18059;p67"/>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60" name="Google Shape;18060;p67"/>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61" name="Google Shape;18061;p67"/>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62" name="Google Shape;18062;p67"/>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63" name="Google Shape;18063;p67"/>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64" name="Google Shape;18064;p67"/>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65" name="Google Shape;18065;p67"/>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66" name="Google Shape;18066;p67"/>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67" name="Google Shape;18067;p67"/>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68" name="Google Shape;18068;p67"/>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69" name="Google Shape;18069;p67"/>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70" name="Google Shape;18070;p67"/>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071" name="Google Shape;18071;p67"/>
          <p:cNvGrpSpPr/>
          <p:nvPr/>
        </p:nvGrpSpPr>
        <p:grpSpPr>
          <a:xfrm>
            <a:off x="2908757" y="4289824"/>
            <a:ext cx="367162" cy="336116"/>
            <a:chOff x="2908757" y="4289824"/>
            <a:chExt cx="367162" cy="336116"/>
          </a:xfrm>
        </p:grpSpPr>
        <p:sp>
          <p:nvSpPr>
            <p:cNvPr id="18072" name="Google Shape;18072;p67"/>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73" name="Google Shape;18073;p67"/>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74" name="Google Shape;18074;p67"/>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75" name="Google Shape;18075;p67"/>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76" name="Google Shape;18076;p67"/>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77" name="Google Shape;18077;p67"/>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78" name="Google Shape;18078;p67"/>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79" name="Google Shape;18079;p67"/>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80" name="Google Shape;18080;p67"/>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81" name="Google Shape;18081;p67"/>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82" name="Google Shape;18082;p67"/>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83" name="Google Shape;18083;p67"/>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84" name="Google Shape;18084;p67"/>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85" name="Google Shape;18085;p67"/>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86" name="Google Shape;18086;p67"/>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87" name="Google Shape;18087;p67"/>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88" name="Google Shape;18088;p67"/>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89" name="Google Shape;18089;p67"/>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90" name="Google Shape;18090;p67"/>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91" name="Google Shape;18091;p67"/>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92" name="Google Shape;18092;p67"/>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93" name="Google Shape;18093;p67"/>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94" name="Google Shape;18094;p67"/>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95" name="Google Shape;18095;p67"/>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96" name="Google Shape;18096;p67"/>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97" name="Google Shape;18097;p67"/>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098" name="Google Shape;18098;p67"/>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099" name="Google Shape;18099;p67"/>
          <p:cNvGrpSpPr/>
          <p:nvPr/>
        </p:nvGrpSpPr>
        <p:grpSpPr>
          <a:xfrm>
            <a:off x="3082408" y="2919540"/>
            <a:ext cx="368651" cy="310350"/>
            <a:chOff x="3082408" y="2919540"/>
            <a:chExt cx="368651" cy="310350"/>
          </a:xfrm>
        </p:grpSpPr>
        <p:sp>
          <p:nvSpPr>
            <p:cNvPr id="18100" name="Google Shape;18100;p67"/>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01" name="Google Shape;18101;p67"/>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02" name="Google Shape;18102;p67"/>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03" name="Google Shape;18103;p67"/>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04" name="Google Shape;18104;p67"/>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05" name="Google Shape;18105;p67"/>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06" name="Google Shape;18106;p67"/>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07" name="Google Shape;18107;p67"/>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08" name="Google Shape;18108;p67"/>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09" name="Google Shape;18109;p67"/>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10" name="Google Shape;18110;p67"/>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11" name="Google Shape;18111;p67"/>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112" name="Google Shape;18112;p67"/>
          <p:cNvGrpSpPr/>
          <p:nvPr/>
        </p:nvGrpSpPr>
        <p:grpSpPr>
          <a:xfrm>
            <a:off x="7069130" y="2424800"/>
            <a:ext cx="366169" cy="360498"/>
            <a:chOff x="7069130" y="2424800"/>
            <a:chExt cx="366169" cy="360498"/>
          </a:xfrm>
        </p:grpSpPr>
        <p:sp>
          <p:nvSpPr>
            <p:cNvPr id="18113" name="Google Shape;18113;p67"/>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14" name="Google Shape;18114;p67"/>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15" name="Google Shape;18115;p67"/>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16" name="Google Shape;18116;p67"/>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17" name="Google Shape;18117;p67"/>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18" name="Google Shape;18118;p67"/>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19" name="Google Shape;18119;p67"/>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20" name="Google Shape;18120;p67"/>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21" name="Google Shape;18121;p67"/>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22" name="Google Shape;18122;p67"/>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23" name="Google Shape;18123;p67"/>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24" name="Google Shape;18124;p67"/>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25" name="Google Shape;18125;p67"/>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26" name="Google Shape;18126;p67"/>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27" name="Google Shape;18127;p67"/>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28" name="Google Shape;18128;p67"/>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29" name="Google Shape;18129;p67"/>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30" name="Google Shape;18130;p67"/>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31" name="Google Shape;18131;p67"/>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32" name="Google Shape;18132;p67"/>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133" name="Google Shape;18133;p67"/>
          <p:cNvGrpSpPr/>
          <p:nvPr/>
        </p:nvGrpSpPr>
        <p:grpSpPr>
          <a:xfrm>
            <a:off x="4885655" y="2424721"/>
            <a:ext cx="281473" cy="360629"/>
            <a:chOff x="4885655" y="2424721"/>
            <a:chExt cx="281473" cy="360629"/>
          </a:xfrm>
        </p:grpSpPr>
        <p:sp>
          <p:nvSpPr>
            <p:cNvPr id="18134" name="Google Shape;18134;p67"/>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35" name="Google Shape;18135;p67"/>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36" name="Google Shape;18136;p67"/>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37" name="Google Shape;18137;p67"/>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38" name="Google Shape;18138;p67"/>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39" name="Google Shape;18139;p67"/>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40" name="Google Shape;18140;p67"/>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41" name="Google Shape;18141;p67"/>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42" name="Google Shape;18142;p67"/>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43" name="Google Shape;18143;p67"/>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44" name="Google Shape;18144;p67"/>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145" name="Google Shape;18145;p67"/>
          <p:cNvGrpSpPr/>
          <p:nvPr/>
        </p:nvGrpSpPr>
        <p:grpSpPr>
          <a:xfrm>
            <a:off x="6625609" y="2446777"/>
            <a:ext cx="364130" cy="316726"/>
            <a:chOff x="6625609" y="2446777"/>
            <a:chExt cx="364130" cy="316726"/>
          </a:xfrm>
        </p:grpSpPr>
        <p:sp>
          <p:nvSpPr>
            <p:cNvPr id="18146" name="Google Shape;18146;p67"/>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47" name="Google Shape;18147;p67"/>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48" name="Google Shape;18148;p67"/>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49" name="Google Shape;18149;p67"/>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50" name="Google Shape;18150;p67"/>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51" name="Google Shape;18151;p67"/>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52" name="Google Shape;18152;p67"/>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53" name="Google Shape;18153;p67"/>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54" name="Google Shape;18154;p67"/>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55" name="Google Shape;18155;p67"/>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56" name="Google Shape;18156;p67"/>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57" name="Google Shape;18157;p67"/>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158" name="Google Shape;18158;p67"/>
          <p:cNvGrpSpPr/>
          <p:nvPr/>
        </p:nvGrpSpPr>
        <p:grpSpPr>
          <a:xfrm>
            <a:off x="5757644" y="2012350"/>
            <a:ext cx="360628" cy="298825"/>
            <a:chOff x="5757644" y="2012350"/>
            <a:chExt cx="360628" cy="298825"/>
          </a:xfrm>
        </p:grpSpPr>
        <p:sp>
          <p:nvSpPr>
            <p:cNvPr id="18159" name="Google Shape;18159;p67"/>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60" name="Google Shape;18160;p67"/>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61" name="Google Shape;18161;p67"/>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62" name="Google Shape;18162;p67"/>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63" name="Google Shape;18163;p67"/>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64" name="Google Shape;18164;p67"/>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65" name="Google Shape;18165;p67"/>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66" name="Google Shape;18166;p67"/>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67" name="Google Shape;18167;p67"/>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68" name="Google Shape;18168;p67"/>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69" name="Google Shape;18169;p67"/>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70" name="Google Shape;18170;p67"/>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71" name="Google Shape;18171;p67"/>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72" name="Google Shape;18172;p67"/>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73" name="Google Shape;18173;p67"/>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74" name="Google Shape;18174;p67"/>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75" name="Google Shape;18175;p67"/>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76" name="Google Shape;18176;p67"/>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77" name="Google Shape;18177;p67"/>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78" name="Google Shape;18178;p67"/>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79" name="Google Shape;18179;p67"/>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80" name="Google Shape;18180;p67"/>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181" name="Google Shape;18181;p67"/>
          <p:cNvGrpSpPr/>
          <p:nvPr/>
        </p:nvGrpSpPr>
        <p:grpSpPr>
          <a:xfrm>
            <a:off x="5317625" y="1983474"/>
            <a:ext cx="360628" cy="356839"/>
            <a:chOff x="5317625" y="1983474"/>
            <a:chExt cx="360628" cy="356839"/>
          </a:xfrm>
        </p:grpSpPr>
        <p:sp>
          <p:nvSpPr>
            <p:cNvPr id="18182" name="Google Shape;18182;p67"/>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83" name="Google Shape;18183;p67"/>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84" name="Google Shape;18184;p67"/>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85" name="Google Shape;18185;p67"/>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86" name="Google Shape;18186;p67"/>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87" name="Google Shape;18187;p67"/>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88" name="Google Shape;18188;p67"/>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89" name="Google Shape;18189;p67"/>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90" name="Google Shape;18190;p67"/>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91" name="Google Shape;18191;p67"/>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92" name="Google Shape;18192;p67"/>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93" name="Google Shape;18193;p67"/>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94" name="Google Shape;18194;p67"/>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95" name="Google Shape;18195;p67"/>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96" name="Google Shape;18196;p67"/>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97" name="Google Shape;18197;p67"/>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98" name="Google Shape;18198;p67"/>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199" name="Google Shape;18199;p67"/>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00" name="Google Shape;18200;p67"/>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201" name="Google Shape;18201;p67"/>
          <p:cNvGrpSpPr/>
          <p:nvPr/>
        </p:nvGrpSpPr>
        <p:grpSpPr>
          <a:xfrm>
            <a:off x="6181827" y="2463685"/>
            <a:ext cx="360629" cy="282989"/>
            <a:chOff x="6181827" y="2463685"/>
            <a:chExt cx="360629" cy="282989"/>
          </a:xfrm>
        </p:grpSpPr>
        <p:sp>
          <p:nvSpPr>
            <p:cNvPr id="18202" name="Google Shape;18202;p67"/>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03" name="Google Shape;18203;p67"/>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04" name="Google Shape;18204;p67"/>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05" name="Google Shape;18205;p67"/>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06" name="Google Shape;18206;p67"/>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07" name="Google Shape;18207;p67"/>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08" name="Google Shape;18208;p67"/>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09" name="Google Shape;18209;p67"/>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10" name="Google Shape;18210;p67"/>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11" name="Google Shape;18211;p67"/>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12" name="Google Shape;18212;p67"/>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213" name="Google Shape;18213;p67"/>
          <p:cNvGrpSpPr/>
          <p:nvPr/>
        </p:nvGrpSpPr>
        <p:grpSpPr>
          <a:xfrm>
            <a:off x="5346292" y="3340691"/>
            <a:ext cx="291247" cy="360628"/>
            <a:chOff x="5346292" y="3340691"/>
            <a:chExt cx="291247" cy="360628"/>
          </a:xfrm>
        </p:grpSpPr>
        <p:sp>
          <p:nvSpPr>
            <p:cNvPr id="18214" name="Google Shape;18214;p67"/>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15" name="Google Shape;18215;p67"/>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16" name="Google Shape;18216;p67"/>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17" name="Google Shape;18217;p67"/>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18" name="Google Shape;18218;p67"/>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19" name="Google Shape;18219;p67"/>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20" name="Google Shape;18220;p67"/>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21" name="Google Shape;18221;p67"/>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22" name="Google Shape;18222;p67"/>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23" name="Google Shape;18223;p67"/>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24" name="Google Shape;18224;p67"/>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25" name="Google Shape;18225;p67"/>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26" name="Google Shape;18226;p67"/>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27" name="Google Shape;18227;p67"/>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28" name="Google Shape;18228;p67"/>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29" name="Google Shape;18229;p67"/>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30" name="Google Shape;18230;p67"/>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31" name="Google Shape;18231;p67"/>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32" name="Google Shape;18232;p67"/>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33" name="Google Shape;18233;p67"/>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34" name="Google Shape;18234;p67"/>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35" name="Google Shape;18235;p67"/>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36" name="Google Shape;18236;p67"/>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37" name="Google Shape;18237;p67"/>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38" name="Google Shape;18238;p67"/>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239" name="Google Shape;18239;p67"/>
          <p:cNvGrpSpPr/>
          <p:nvPr/>
        </p:nvGrpSpPr>
        <p:grpSpPr>
          <a:xfrm>
            <a:off x="7969264" y="1981697"/>
            <a:ext cx="337763" cy="360393"/>
            <a:chOff x="7969264" y="1981697"/>
            <a:chExt cx="337763" cy="360393"/>
          </a:xfrm>
        </p:grpSpPr>
        <p:sp>
          <p:nvSpPr>
            <p:cNvPr id="18240" name="Google Shape;18240;p67"/>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41" name="Google Shape;18241;p67"/>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42" name="Google Shape;18242;p67"/>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43" name="Google Shape;18243;p67"/>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44" name="Google Shape;18244;p67"/>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45" name="Google Shape;18245;p67"/>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46" name="Google Shape;18246;p67"/>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47" name="Google Shape;18247;p67"/>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48" name="Google Shape;18248;p67"/>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49" name="Google Shape;18249;p67"/>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50" name="Google Shape;18250;p67"/>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51" name="Google Shape;18251;p67"/>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52" name="Google Shape;18252;p67"/>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53" name="Google Shape;18253;p67"/>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54" name="Google Shape;18254;p67"/>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55" name="Google Shape;18255;p67"/>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56" name="Google Shape;18256;p67"/>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57" name="Google Shape;18257;p67"/>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258" name="Google Shape;18258;p67"/>
          <p:cNvGrpSpPr/>
          <p:nvPr/>
        </p:nvGrpSpPr>
        <p:grpSpPr>
          <a:xfrm>
            <a:off x="5736032" y="2430000"/>
            <a:ext cx="360890" cy="350332"/>
            <a:chOff x="5736032" y="2430000"/>
            <a:chExt cx="360890" cy="350332"/>
          </a:xfrm>
        </p:grpSpPr>
        <p:sp>
          <p:nvSpPr>
            <p:cNvPr id="18259" name="Google Shape;18259;p67"/>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60" name="Google Shape;18260;p67"/>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61" name="Google Shape;18261;p67"/>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62" name="Google Shape;18262;p67"/>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63" name="Google Shape;18263;p67"/>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64" name="Google Shape;18264;p67"/>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65" name="Google Shape;18265;p67"/>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66" name="Google Shape;18266;p67"/>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67" name="Google Shape;18267;p67"/>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68" name="Google Shape;18268;p67"/>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69" name="Google Shape;18269;p67"/>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70" name="Google Shape;18270;p67"/>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71" name="Google Shape;18271;p67"/>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72" name="Google Shape;18272;p67"/>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73" name="Google Shape;18273;p67"/>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74" name="Google Shape;18274;p67"/>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75" name="Google Shape;18275;p67"/>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276" name="Google Shape;18276;p67"/>
          <p:cNvGrpSpPr/>
          <p:nvPr/>
        </p:nvGrpSpPr>
        <p:grpSpPr>
          <a:xfrm>
            <a:off x="4877867" y="1995991"/>
            <a:ext cx="360628" cy="331778"/>
            <a:chOff x="4877867" y="1995991"/>
            <a:chExt cx="360628" cy="331778"/>
          </a:xfrm>
        </p:grpSpPr>
        <p:sp>
          <p:nvSpPr>
            <p:cNvPr id="18277" name="Google Shape;18277;p67"/>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78" name="Google Shape;18278;p67"/>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79" name="Google Shape;18279;p67"/>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80" name="Google Shape;18280;p67"/>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81" name="Google Shape;18281;p67"/>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82" name="Google Shape;18282;p67"/>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83" name="Google Shape;18283;p67"/>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84" name="Google Shape;18284;p67"/>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85" name="Google Shape;18285;p67"/>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86" name="Google Shape;18286;p67"/>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87" name="Google Shape;18287;p67"/>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88" name="Google Shape;18288;p67"/>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89" name="Google Shape;18289;p67"/>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90" name="Google Shape;18290;p67"/>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291" name="Google Shape;18291;p67"/>
          <p:cNvGrpSpPr/>
          <p:nvPr/>
        </p:nvGrpSpPr>
        <p:grpSpPr>
          <a:xfrm>
            <a:off x="7050889" y="2913503"/>
            <a:ext cx="363529" cy="339513"/>
            <a:chOff x="7050889" y="2913503"/>
            <a:chExt cx="363529" cy="339513"/>
          </a:xfrm>
        </p:grpSpPr>
        <p:sp>
          <p:nvSpPr>
            <p:cNvPr id="18292" name="Google Shape;18292;p67"/>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93" name="Google Shape;18293;p67"/>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94" name="Google Shape;18294;p67"/>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95" name="Google Shape;18295;p67"/>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96" name="Google Shape;18296;p67"/>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97" name="Google Shape;18297;p67"/>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98" name="Google Shape;18298;p67"/>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299" name="Google Shape;18299;p67"/>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00" name="Google Shape;18300;p67"/>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301" name="Google Shape;18301;p67"/>
          <p:cNvGrpSpPr/>
          <p:nvPr/>
        </p:nvGrpSpPr>
        <p:grpSpPr>
          <a:xfrm>
            <a:off x="7510900" y="1981462"/>
            <a:ext cx="372937" cy="360629"/>
            <a:chOff x="7510900" y="1981462"/>
            <a:chExt cx="372937" cy="360629"/>
          </a:xfrm>
        </p:grpSpPr>
        <p:sp>
          <p:nvSpPr>
            <p:cNvPr id="18302" name="Google Shape;18302;p67"/>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03" name="Google Shape;18303;p67"/>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04" name="Google Shape;18304;p67"/>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05" name="Google Shape;18305;p67"/>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06" name="Google Shape;18306;p67"/>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07" name="Google Shape;18307;p67"/>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08" name="Google Shape;18308;p67"/>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09" name="Google Shape;18309;p67"/>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10" name="Google Shape;18310;p67"/>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11" name="Google Shape;18311;p67"/>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12" name="Google Shape;18312;p67"/>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13" name="Google Shape;18313;p67"/>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14" name="Google Shape;18314;p67"/>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15" name="Google Shape;18315;p67"/>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16" name="Google Shape;18316;p67"/>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17" name="Google Shape;18317;p67"/>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318" name="Google Shape;18318;p67"/>
          <p:cNvGrpSpPr/>
          <p:nvPr/>
        </p:nvGrpSpPr>
        <p:grpSpPr>
          <a:xfrm>
            <a:off x="6599476" y="2918260"/>
            <a:ext cx="360629" cy="329975"/>
            <a:chOff x="6599476" y="2918260"/>
            <a:chExt cx="360629" cy="329975"/>
          </a:xfrm>
        </p:grpSpPr>
        <p:sp>
          <p:nvSpPr>
            <p:cNvPr id="18319" name="Google Shape;18319;p67"/>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20" name="Google Shape;18320;p67"/>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21" name="Google Shape;18321;p67"/>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22" name="Google Shape;18322;p67"/>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23" name="Google Shape;18323;p67"/>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24" name="Google Shape;18324;p67"/>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25" name="Google Shape;18325;p67"/>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26" name="Google Shape;18326;p67"/>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27" name="Google Shape;18327;p67"/>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28" name="Google Shape;18328;p67"/>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29" name="Google Shape;18329;p67"/>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30" name="Google Shape;18330;p67"/>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31" name="Google Shape;18331;p67"/>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32" name="Google Shape;18332;p67"/>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33" name="Google Shape;18333;p67"/>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34" name="Google Shape;18334;p67"/>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35" name="Google Shape;18335;p67"/>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36" name="Google Shape;18336;p67"/>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37" name="Google Shape;18337;p67"/>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38" name="Google Shape;18338;p67"/>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39" name="Google Shape;18339;p67"/>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40" name="Google Shape;18340;p67"/>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41" name="Google Shape;18341;p67"/>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42" name="Google Shape;18342;p67"/>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43" name="Google Shape;18343;p67"/>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344" name="Google Shape;18344;p67"/>
          <p:cNvGrpSpPr/>
          <p:nvPr/>
        </p:nvGrpSpPr>
        <p:grpSpPr>
          <a:xfrm>
            <a:off x="5290499" y="2481533"/>
            <a:ext cx="360628" cy="247292"/>
            <a:chOff x="5290499" y="2481533"/>
            <a:chExt cx="360628" cy="247292"/>
          </a:xfrm>
        </p:grpSpPr>
        <p:sp>
          <p:nvSpPr>
            <p:cNvPr id="18345" name="Google Shape;18345;p67"/>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46" name="Google Shape;18346;p67"/>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47" name="Google Shape;18347;p67"/>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48" name="Google Shape;18348;p67"/>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49" name="Google Shape;18349;p67"/>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50" name="Google Shape;18350;p67"/>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51" name="Google Shape;18351;p67"/>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52" name="Google Shape;18352;p67"/>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53" name="Google Shape;18353;p67"/>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54" name="Google Shape;18354;p67"/>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55" name="Google Shape;18355;p67"/>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56" name="Google Shape;18356;p67"/>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57" name="Google Shape;18357;p67"/>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58" name="Google Shape;18358;p67"/>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59" name="Google Shape;18359;p67"/>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60" name="Google Shape;18360;p67"/>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61" name="Google Shape;18361;p67"/>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62" name="Google Shape;18362;p67"/>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63" name="Google Shape;18363;p67"/>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64" name="Google Shape;18364;p67"/>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65" name="Google Shape;18365;p67"/>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66" name="Google Shape;18366;p67"/>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67" name="Google Shape;18367;p67"/>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68" name="Google Shape;18368;p67"/>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69" name="Google Shape;18369;p67"/>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70" name="Google Shape;18370;p67"/>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71" name="Google Shape;18371;p67"/>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372" name="Google Shape;18372;p67"/>
          <p:cNvGrpSpPr/>
          <p:nvPr/>
        </p:nvGrpSpPr>
        <p:grpSpPr>
          <a:xfrm>
            <a:off x="6201923" y="1981514"/>
            <a:ext cx="351325" cy="360576"/>
            <a:chOff x="6201923" y="1981514"/>
            <a:chExt cx="351325" cy="360576"/>
          </a:xfrm>
        </p:grpSpPr>
        <p:sp>
          <p:nvSpPr>
            <p:cNvPr id="18373" name="Google Shape;18373;p67"/>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74" name="Google Shape;18374;p67"/>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75" name="Google Shape;18375;p67"/>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76" name="Google Shape;18376;p67"/>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77" name="Google Shape;18377;p67"/>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78" name="Google Shape;18378;p67"/>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79" name="Google Shape;18379;p67"/>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380" name="Google Shape;18380;p67"/>
          <p:cNvGrpSpPr/>
          <p:nvPr/>
        </p:nvGrpSpPr>
        <p:grpSpPr>
          <a:xfrm>
            <a:off x="4894461" y="3340691"/>
            <a:ext cx="312884" cy="360785"/>
            <a:chOff x="4894461" y="3340691"/>
            <a:chExt cx="312884" cy="360785"/>
          </a:xfrm>
        </p:grpSpPr>
        <p:sp>
          <p:nvSpPr>
            <p:cNvPr id="18381" name="Google Shape;18381;p67"/>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82" name="Google Shape;18382;p67"/>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83" name="Google Shape;18383;p67"/>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84" name="Google Shape;18384;p67"/>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85" name="Google Shape;18385;p67"/>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86" name="Google Shape;18386;p67"/>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87" name="Google Shape;18387;p67"/>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88" name="Google Shape;18388;p67"/>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89" name="Google Shape;18389;p67"/>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90" name="Google Shape;18390;p67"/>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91" name="Google Shape;18391;p67"/>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92" name="Google Shape;18392;p67"/>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93" name="Google Shape;18393;p67"/>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94" name="Google Shape;18394;p67"/>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95" name="Google Shape;18395;p67"/>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96" name="Google Shape;18396;p67"/>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397" name="Google Shape;18397;p67"/>
          <p:cNvGrpSpPr/>
          <p:nvPr/>
        </p:nvGrpSpPr>
        <p:grpSpPr>
          <a:xfrm>
            <a:off x="5339237" y="1501251"/>
            <a:ext cx="245541" cy="360628"/>
            <a:chOff x="5339237" y="1501251"/>
            <a:chExt cx="245541" cy="360628"/>
          </a:xfrm>
        </p:grpSpPr>
        <p:sp>
          <p:nvSpPr>
            <p:cNvPr id="18398" name="Google Shape;18398;p67"/>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399" name="Google Shape;18399;p67"/>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00" name="Google Shape;18400;p67"/>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01" name="Google Shape;18401;p67"/>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02" name="Google Shape;18402;p67"/>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03" name="Google Shape;18403;p67"/>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04" name="Google Shape;18404;p67"/>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05" name="Google Shape;18405;p67"/>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06" name="Google Shape;18406;p67"/>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07" name="Google Shape;18407;p67"/>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08" name="Google Shape;18408;p67"/>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09" name="Google Shape;18409;p67"/>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10" name="Google Shape;18410;p67"/>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11" name="Google Shape;18411;p67"/>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12" name="Google Shape;18412;p67"/>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13" name="Google Shape;18413;p67"/>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14" name="Google Shape;18414;p67"/>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15" name="Google Shape;18415;p67"/>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16" name="Google Shape;18416;p67"/>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17" name="Google Shape;18417;p67"/>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18" name="Google Shape;18418;p67"/>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19" name="Google Shape;18419;p67"/>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20" name="Google Shape;18420;p67"/>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21" name="Google Shape;18421;p67"/>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22" name="Google Shape;18422;p67"/>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23" name="Google Shape;18423;p67"/>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24" name="Google Shape;18424;p67"/>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25" name="Google Shape;18425;p67"/>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26" name="Google Shape;18426;p67"/>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27" name="Google Shape;18427;p67"/>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28" name="Google Shape;18428;p67"/>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29" name="Google Shape;18429;p67"/>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30" name="Google Shape;18430;p67"/>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31" name="Google Shape;18431;p67"/>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32" name="Google Shape;18432;p67"/>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33" name="Google Shape;18433;p67"/>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34" name="Google Shape;18434;p67"/>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35" name="Google Shape;18435;p67"/>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36" name="Google Shape;18436;p67"/>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37" name="Google Shape;18437;p67"/>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38" name="Google Shape;18438;p67"/>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39" name="Google Shape;18439;p67"/>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440" name="Google Shape;18440;p67"/>
          <p:cNvGrpSpPr/>
          <p:nvPr/>
        </p:nvGrpSpPr>
        <p:grpSpPr>
          <a:xfrm>
            <a:off x="7959464" y="2474216"/>
            <a:ext cx="370428" cy="261926"/>
            <a:chOff x="7959464" y="2474216"/>
            <a:chExt cx="370428" cy="261926"/>
          </a:xfrm>
        </p:grpSpPr>
        <p:sp>
          <p:nvSpPr>
            <p:cNvPr id="18441" name="Google Shape;18441;p67"/>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42" name="Google Shape;18442;p67"/>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43" name="Google Shape;18443;p67"/>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44" name="Google Shape;18444;p67"/>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45" name="Google Shape;18445;p67"/>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46" name="Google Shape;18446;p67"/>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47" name="Google Shape;18447;p67"/>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48" name="Google Shape;18448;p67"/>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49" name="Google Shape;18449;p67"/>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50" name="Google Shape;18450;p67"/>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51" name="Google Shape;18451;p67"/>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52" name="Google Shape;18452;p67"/>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453" name="Google Shape;18453;p67"/>
          <p:cNvGrpSpPr/>
          <p:nvPr/>
        </p:nvGrpSpPr>
        <p:grpSpPr>
          <a:xfrm>
            <a:off x="7518687" y="2457909"/>
            <a:ext cx="360629" cy="294461"/>
            <a:chOff x="7518687" y="2457909"/>
            <a:chExt cx="360629" cy="294461"/>
          </a:xfrm>
        </p:grpSpPr>
        <p:sp>
          <p:nvSpPr>
            <p:cNvPr id="18454" name="Google Shape;18454;p67"/>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55" name="Google Shape;18455;p67"/>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56" name="Google Shape;18456;p67"/>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57" name="Google Shape;18457;p67"/>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58" name="Google Shape;18458;p67"/>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59" name="Google Shape;18459;p67"/>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60" name="Google Shape;18460;p67"/>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61" name="Google Shape;18461;p67"/>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62" name="Google Shape;18462;p67"/>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63" name="Google Shape;18463;p67"/>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64" name="Google Shape;18464;p67"/>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65" name="Google Shape;18465;p67"/>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66" name="Google Shape;18466;p67"/>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67" name="Google Shape;18467;p67"/>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68" name="Google Shape;18468;p67"/>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69" name="Google Shape;18469;p67"/>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70" name="Google Shape;18470;p67"/>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71" name="Google Shape;18471;p67"/>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72" name="Google Shape;18472;p67"/>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473" name="Google Shape;18473;p67"/>
          <p:cNvGrpSpPr/>
          <p:nvPr/>
        </p:nvGrpSpPr>
        <p:grpSpPr>
          <a:xfrm>
            <a:off x="7086220" y="1981566"/>
            <a:ext cx="343799" cy="360524"/>
            <a:chOff x="7086220" y="1981566"/>
            <a:chExt cx="343799" cy="360524"/>
          </a:xfrm>
        </p:grpSpPr>
        <p:sp>
          <p:nvSpPr>
            <p:cNvPr id="18474" name="Google Shape;18474;p67"/>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75" name="Google Shape;18475;p67"/>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76" name="Google Shape;18476;p67"/>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77" name="Google Shape;18477;p67"/>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78" name="Google Shape;18478;p67"/>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79" name="Google Shape;18479;p67"/>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80" name="Google Shape;18480;p67"/>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81" name="Google Shape;18481;p67"/>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82" name="Google Shape;18482;p67"/>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83" name="Google Shape;18483;p67"/>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84" name="Google Shape;18484;p67"/>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85" name="Google Shape;18485;p67"/>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86" name="Google Shape;18486;p67"/>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87" name="Google Shape;18487;p67"/>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88" name="Google Shape;18488;p67"/>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89" name="Google Shape;18489;p67"/>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490" name="Google Shape;18490;p67"/>
          <p:cNvGrpSpPr/>
          <p:nvPr/>
        </p:nvGrpSpPr>
        <p:grpSpPr>
          <a:xfrm>
            <a:off x="6141112" y="2927563"/>
            <a:ext cx="368416" cy="311369"/>
            <a:chOff x="6141112" y="2927563"/>
            <a:chExt cx="368416" cy="311369"/>
          </a:xfrm>
        </p:grpSpPr>
        <p:sp>
          <p:nvSpPr>
            <p:cNvPr id="18491" name="Google Shape;18491;p67"/>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92" name="Google Shape;18492;p67"/>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93" name="Google Shape;18493;p67"/>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94" name="Google Shape;18494;p67"/>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95" name="Google Shape;18495;p67"/>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96" name="Google Shape;18496;p67"/>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497" name="Google Shape;18497;p67"/>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498" name="Google Shape;18498;p67"/>
          <p:cNvGrpSpPr/>
          <p:nvPr/>
        </p:nvGrpSpPr>
        <p:grpSpPr>
          <a:xfrm>
            <a:off x="7520699" y="2902946"/>
            <a:ext cx="335489" cy="360629"/>
            <a:chOff x="7520699" y="2902946"/>
            <a:chExt cx="335489" cy="360629"/>
          </a:xfrm>
        </p:grpSpPr>
        <p:sp>
          <p:nvSpPr>
            <p:cNvPr id="18499" name="Google Shape;18499;p67"/>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00" name="Google Shape;18500;p67"/>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01" name="Google Shape;18501;p67"/>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02" name="Google Shape;18502;p67"/>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03" name="Google Shape;18503;p67"/>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04" name="Google Shape;18504;p67"/>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05" name="Google Shape;18505;p67"/>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06" name="Google Shape;18506;p67"/>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07" name="Google Shape;18507;p67"/>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08" name="Google Shape;18508;p67"/>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09" name="Google Shape;18509;p67"/>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10" name="Google Shape;18510;p67"/>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11" name="Google Shape;18511;p67"/>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12" name="Google Shape;18512;p67"/>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13" name="Google Shape;18513;p67"/>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514" name="Google Shape;18514;p67"/>
          <p:cNvGrpSpPr/>
          <p:nvPr/>
        </p:nvGrpSpPr>
        <p:grpSpPr>
          <a:xfrm>
            <a:off x="7988340" y="2902946"/>
            <a:ext cx="308886" cy="360628"/>
            <a:chOff x="7988340" y="2902946"/>
            <a:chExt cx="308886" cy="360628"/>
          </a:xfrm>
        </p:grpSpPr>
        <p:sp>
          <p:nvSpPr>
            <p:cNvPr id="18515" name="Google Shape;18515;p67"/>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16" name="Google Shape;18516;p67"/>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17" name="Google Shape;18517;p67"/>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18" name="Google Shape;18518;p67"/>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19" name="Google Shape;18519;p67"/>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20" name="Google Shape;18520;p67"/>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21" name="Google Shape;18521;p67"/>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22" name="Google Shape;18522;p67"/>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23" name="Google Shape;18523;p67"/>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24" name="Google Shape;18524;p67"/>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25" name="Google Shape;18525;p67"/>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26" name="Google Shape;18526;p67"/>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27" name="Google Shape;18527;p67"/>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28" name="Google Shape;18528;p67"/>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29" name="Google Shape;18529;p67"/>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30" name="Google Shape;18530;p67"/>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31" name="Google Shape;18531;p67"/>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32" name="Google Shape;18532;p67"/>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33" name="Google Shape;18533;p67"/>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34" name="Google Shape;18534;p67"/>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35" name="Google Shape;18535;p67"/>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36" name="Google Shape;18536;p67"/>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37" name="Google Shape;18537;p67"/>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538" name="Google Shape;18538;p67"/>
          <p:cNvGrpSpPr/>
          <p:nvPr/>
        </p:nvGrpSpPr>
        <p:grpSpPr>
          <a:xfrm>
            <a:off x="5690039" y="2902998"/>
            <a:ext cx="362902" cy="360498"/>
            <a:chOff x="5690039" y="2902998"/>
            <a:chExt cx="362902" cy="360498"/>
          </a:xfrm>
        </p:grpSpPr>
        <p:sp>
          <p:nvSpPr>
            <p:cNvPr id="18539" name="Google Shape;18539;p67"/>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40" name="Google Shape;18540;p67"/>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41" name="Google Shape;18541;p67"/>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42" name="Google Shape;18542;p67"/>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43" name="Google Shape;18543;p67"/>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44" name="Google Shape;18544;p67"/>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45" name="Google Shape;18545;p67"/>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546" name="Google Shape;18546;p67"/>
          <p:cNvGrpSpPr/>
          <p:nvPr/>
        </p:nvGrpSpPr>
        <p:grpSpPr>
          <a:xfrm>
            <a:off x="4871935" y="1500990"/>
            <a:ext cx="258503" cy="360890"/>
            <a:chOff x="4871935" y="1500990"/>
            <a:chExt cx="258503" cy="360890"/>
          </a:xfrm>
        </p:grpSpPr>
        <p:sp>
          <p:nvSpPr>
            <p:cNvPr id="18547" name="Google Shape;18547;p67"/>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48" name="Google Shape;18548;p67"/>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49" name="Google Shape;18549;p67"/>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50" name="Google Shape;18550;p67"/>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51" name="Google Shape;18551;p67"/>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52" name="Google Shape;18552;p67"/>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53" name="Google Shape;18553;p67"/>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54" name="Google Shape;18554;p67"/>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55" name="Google Shape;18555;p67"/>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56" name="Google Shape;18556;p67"/>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57" name="Google Shape;18557;p67"/>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58" name="Google Shape;18558;p67"/>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59" name="Google Shape;18559;p67"/>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60" name="Google Shape;18560;p67"/>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8561" name="Google Shape;18561;p67"/>
          <p:cNvSpPr/>
          <p:nvPr/>
        </p:nvSpPr>
        <p:spPr>
          <a:xfrm>
            <a:off x="6342646" y="1849022"/>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8562" name="Google Shape;18562;p67"/>
          <p:cNvGrpSpPr/>
          <p:nvPr/>
        </p:nvGrpSpPr>
        <p:grpSpPr>
          <a:xfrm>
            <a:off x="6265764" y="1501251"/>
            <a:ext cx="234983" cy="360628"/>
            <a:chOff x="6265764" y="1501251"/>
            <a:chExt cx="234983" cy="360628"/>
          </a:xfrm>
        </p:grpSpPr>
        <p:sp>
          <p:nvSpPr>
            <p:cNvPr id="18563" name="Google Shape;18563;p67"/>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64" name="Google Shape;18564;p67"/>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65" name="Google Shape;18565;p67"/>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66" name="Google Shape;18566;p67"/>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67" name="Google Shape;18567;p67"/>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68" name="Google Shape;18568;p67"/>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69" name="Google Shape;18569;p67"/>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70" name="Google Shape;18570;p67"/>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71" name="Google Shape;18571;p67"/>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72" name="Google Shape;18572;p67"/>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73" name="Google Shape;18573;p67"/>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74" name="Google Shape;18574;p67"/>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575" name="Google Shape;18575;p67"/>
          <p:cNvGrpSpPr/>
          <p:nvPr/>
        </p:nvGrpSpPr>
        <p:grpSpPr>
          <a:xfrm>
            <a:off x="6193639" y="3401998"/>
            <a:ext cx="360628" cy="238250"/>
            <a:chOff x="6193639" y="3401998"/>
            <a:chExt cx="360628" cy="238250"/>
          </a:xfrm>
        </p:grpSpPr>
        <p:sp>
          <p:nvSpPr>
            <p:cNvPr id="18576" name="Google Shape;18576;p67"/>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77" name="Google Shape;18577;p67"/>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78" name="Google Shape;18578;p67"/>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79" name="Google Shape;18579;p67"/>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80" name="Google Shape;18580;p67"/>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81" name="Google Shape;18581;p67"/>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82" name="Google Shape;18582;p67"/>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83" name="Google Shape;18583;p67"/>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84" name="Google Shape;18584;p67"/>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85" name="Google Shape;18585;p67"/>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86" name="Google Shape;18586;p67"/>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587" name="Google Shape;18587;p67"/>
          <p:cNvGrpSpPr/>
          <p:nvPr/>
        </p:nvGrpSpPr>
        <p:grpSpPr>
          <a:xfrm>
            <a:off x="5801625" y="1501251"/>
            <a:ext cx="246037" cy="360629"/>
            <a:chOff x="5801625" y="1501251"/>
            <a:chExt cx="246037" cy="360629"/>
          </a:xfrm>
        </p:grpSpPr>
        <p:sp>
          <p:nvSpPr>
            <p:cNvPr id="18588" name="Google Shape;18588;p67"/>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89" name="Google Shape;18589;p67"/>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90" name="Google Shape;18590;p67"/>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91" name="Google Shape;18591;p67"/>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92" name="Google Shape;18592;p67"/>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93" name="Google Shape;18593;p67"/>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94" name="Google Shape;18594;p67"/>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95" name="Google Shape;18595;p67"/>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96" name="Google Shape;18596;p67"/>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97" name="Google Shape;18597;p67"/>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98" name="Google Shape;18598;p67"/>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599" name="Google Shape;18599;p67"/>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00" name="Google Shape;18600;p67"/>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01" name="Google Shape;18601;p67"/>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02" name="Google Shape;18602;p67"/>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03" name="Google Shape;18603;p67"/>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04" name="Google Shape;18604;p67"/>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05" name="Google Shape;18605;p67"/>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06" name="Google Shape;18606;p67"/>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607" name="Google Shape;18607;p67"/>
          <p:cNvGrpSpPr/>
          <p:nvPr/>
        </p:nvGrpSpPr>
        <p:grpSpPr>
          <a:xfrm>
            <a:off x="6641680" y="1981462"/>
            <a:ext cx="352083" cy="360864"/>
            <a:chOff x="6641680" y="1981462"/>
            <a:chExt cx="352083" cy="360864"/>
          </a:xfrm>
        </p:grpSpPr>
        <p:sp>
          <p:nvSpPr>
            <p:cNvPr id="18608" name="Google Shape;18608;p67"/>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09" name="Google Shape;18609;p67"/>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10" name="Google Shape;18610;p67"/>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11" name="Google Shape;18611;p67"/>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12" name="Google Shape;18612;p67"/>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13" name="Google Shape;18613;p67"/>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14" name="Google Shape;18614;p67"/>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15" name="Google Shape;18615;p67"/>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16" name="Google Shape;18616;p67"/>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17" name="Google Shape;18617;p67"/>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18" name="Google Shape;18618;p67"/>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19" name="Google Shape;18619;p67"/>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20" name="Google Shape;18620;p67"/>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21" name="Google Shape;18621;p67"/>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22" name="Google Shape;18622;p67"/>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23" name="Google Shape;18623;p67"/>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24" name="Google Shape;18624;p67"/>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25" name="Google Shape;18625;p67"/>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26" name="Google Shape;18626;p67"/>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27" name="Google Shape;18627;p67"/>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28" name="Google Shape;18628;p67"/>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29" name="Google Shape;18629;p67"/>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30" name="Google Shape;18630;p67"/>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31" name="Google Shape;18631;p67"/>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32" name="Google Shape;18632;p67"/>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33" name="Google Shape;18633;p67"/>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34" name="Google Shape;18634;p67"/>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35" name="Google Shape;18635;p67"/>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636" name="Google Shape;18636;p67"/>
          <p:cNvGrpSpPr/>
          <p:nvPr/>
        </p:nvGrpSpPr>
        <p:grpSpPr>
          <a:xfrm>
            <a:off x="7205332" y="1501251"/>
            <a:ext cx="198032" cy="360629"/>
            <a:chOff x="7205332" y="1501251"/>
            <a:chExt cx="198032" cy="360629"/>
          </a:xfrm>
        </p:grpSpPr>
        <p:sp>
          <p:nvSpPr>
            <p:cNvPr id="18637" name="Google Shape;18637;p67"/>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38" name="Google Shape;18638;p67"/>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39" name="Google Shape;18639;p67"/>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40" name="Google Shape;18640;p67"/>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41" name="Google Shape;18641;p67"/>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42" name="Google Shape;18642;p67"/>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43" name="Google Shape;18643;p67"/>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44" name="Google Shape;18644;p67"/>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45" name="Google Shape;18645;p67"/>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46" name="Google Shape;18646;p67"/>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47" name="Google Shape;18647;p67"/>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48" name="Google Shape;18648;p67"/>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49" name="Google Shape;18649;p67"/>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50" name="Google Shape;18650;p67"/>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51" name="Google Shape;18651;p67"/>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52" name="Google Shape;18652;p67"/>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53" name="Google Shape;18653;p67"/>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54" name="Google Shape;18654;p67"/>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55" name="Google Shape;18655;p67"/>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56" name="Google Shape;18656;p67"/>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657" name="Google Shape;18657;p67"/>
          <p:cNvGrpSpPr/>
          <p:nvPr/>
        </p:nvGrpSpPr>
        <p:grpSpPr>
          <a:xfrm>
            <a:off x="7688313" y="1501251"/>
            <a:ext cx="153058" cy="360628"/>
            <a:chOff x="7688313" y="1501251"/>
            <a:chExt cx="153058" cy="360628"/>
          </a:xfrm>
        </p:grpSpPr>
        <p:sp>
          <p:nvSpPr>
            <p:cNvPr id="18658" name="Google Shape;18658;p67"/>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59" name="Google Shape;18659;p67"/>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60" name="Google Shape;18660;p67"/>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61" name="Google Shape;18661;p67"/>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62" name="Google Shape;18662;p67"/>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63" name="Google Shape;18663;p67"/>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64" name="Google Shape;18664;p67"/>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65" name="Google Shape;18665;p67"/>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66" name="Google Shape;18666;p67"/>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67" name="Google Shape;18667;p67"/>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68" name="Google Shape;18668;p67"/>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69" name="Google Shape;18669;p67"/>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70" name="Google Shape;18670;p67"/>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71" name="Google Shape;18671;p67"/>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72" name="Google Shape;18672;p67"/>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73" name="Google Shape;18673;p67"/>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674" name="Google Shape;18674;p67"/>
          <p:cNvGrpSpPr/>
          <p:nvPr/>
        </p:nvGrpSpPr>
        <p:grpSpPr>
          <a:xfrm>
            <a:off x="8150179" y="1501251"/>
            <a:ext cx="150811" cy="360628"/>
            <a:chOff x="8150179" y="1501251"/>
            <a:chExt cx="150811" cy="360628"/>
          </a:xfrm>
        </p:grpSpPr>
        <p:sp>
          <p:nvSpPr>
            <p:cNvPr id="18675" name="Google Shape;18675;p67"/>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76" name="Google Shape;18676;p67"/>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77" name="Google Shape;18677;p67"/>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78" name="Google Shape;18678;p67"/>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79" name="Google Shape;18679;p67"/>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80" name="Google Shape;18680;p67"/>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81" name="Google Shape;18681;p67"/>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82" name="Google Shape;18682;p67"/>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83" name="Google Shape;18683;p67"/>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18684" name="Google Shape;18684;p67"/>
          <p:cNvSpPr/>
          <p:nvPr/>
        </p:nvSpPr>
        <p:spPr>
          <a:xfrm>
            <a:off x="4948085" y="2906944"/>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8685" name="Google Shape;18685;p67"/>
          <p:cNvGrpSpPr/>
          <p:nvPr/>
        </p:nvGrpSpPr>
        <p:grpSpPr>
          <a:xfrm>
            <a:off x="4877867" y="2902946"/>
            <a:ext cx="170149" cy="360629"/>
            <a:chOff x="4877867" y="2902946"/>
            <a:chExt cx="170149" cy="360629"/>
          </a:xfrm>
        </p:grpSpPr>
        <p:sp>
          <p:nvSpPr>
            <p:cNvPr id="18686" name="Google Shape;18686;p67"/>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87" name="Google Shape;18687;p67"/>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88" name="Google Shape;18688;p67"/>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89" name="Google Shape;18689;p67"/>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90" name="Google Shape;18690;p67"/>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91" name="Google Shape;18691;p67"/>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92" name="Google Shape;18692;p67"/>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93" name="Google Shape;18693;p67"/>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94" name="Google Shape;18694;p67"/>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95" name="Google Shape;18695;p67"/>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96" name="Google Shape;18696;p67"/>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97" name="Google Shape;18697;p67"/>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698" name="Google Shape;18698;p67"/>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699" name="Google Shape;18699;p67"/>
          <p:cNvGrpSpPr/>
          <p:nvPr/>
        </p:nvGrpSpPr>
        <p:grpSpPr>
          <a:xfrm>
            <a:off x="6741689" y="1500676"/>
            <a:ext cx="207962" cy="361203"/>
            <a:chOff x="6741689" y="1500676"/>
            <a:chExt cx="207962" cy="361203"/>
          </a:xfrm>
        </p:grpSpPr>
        <p:sp>
          <p:nvSpPr>
            <p:cNvPr id="18700" name="Google Shape;18700;p67"/>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01" name="Google Shape;18701;p67"/>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02" name="Google Shape;18702;p67"/>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03" name="Google Shape;18703;p67"/>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04" name="Google Shape;18704;p67"/>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05" name="Google Shape;18705;p67"/>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06" name="Google Shape;18706;p67"/>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07" name="Google Shape;18707;p67"/>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08" name="Google Shape;18708;p67"/>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09" name="Google Shape;18709;p67"/>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10" name="Google Shape;18710;p67"/>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11" name="Google Shape;18711;p67"/>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12" name="Google Shape;18712;p67"/>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13" name="Google Shape;18713;p67"/>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14" name="Google Shape;18714;p67"/>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15" name="Google Shape;18715;p67"/>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16" name="Google Shape;18716;p67"/>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17" name="Google Shape;18717;p67"/>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18" name="Google Shape;18718;p67"/>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719" name="Google Shape;18719;p67"/>
          <p:cNvGrpSpPr/>
          <p:nvPr/>
        </p:nvGrpSpPr>
        <p:grpSpPr>
          <a:xfrm>
            <a:off x="5752627" y="3430404"/>
            <a:ext cx="360628" cy="181464"/>
            <a:chOff x="5752627" y="3430404"/>
            <a:chExt cx="360628" cy="181464"/>
          </a:xfrm>
        </p:grpSpPr>
        <p:sp>
          <p:nvSpPr>
            <p:cNvPr id="18720" name="Google Shape;18720;p67"/>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21" name="Google Shape;18721;p67"/>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22" name="Google Shape;18722;p67"/>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23" name="Google Shape;18723;p67"/>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24" name="Google Shape;18724;p67"/>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25" name="Google Shape;18725;p67"/>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26" name="Google Shape;18726;p67"/>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27" name="Google Shape;18727;p67"/>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28" name="Google Shape;18728;p67"/>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29" name="Google Shape;18729;p67"/>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30" name="Google Shape;18730;p67"/>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31" name="Google Shape;18731;p67"/>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32" name="Google Shape;18732;p67"/>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33" name="Google Shape;18733;p67"/>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34" name="Google Shape;18734;p67"/>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35" name="Google Shape;18735;p67"/>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36" name="Google Shape;18736;p67"/>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37" name="Google Shape;18737;p67"/>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38" name="Google Shape;18738;p67"/>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39" name="Google Shape;18739;p67"/>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40" name="Google Shape;18740;p67"/>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41" name="Google Shape;18741;p67"/>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42" name="Google Shape;18742;p67"/>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43" name="Google Shape;18743;p67"/>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44" name="Google Shape;18744;p67"/>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45" name="Google Shape;18745;p67"/>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46" name="Google Shape;18746;p67"/>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47" name="Google Shape;18747;p67"/>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748" name="Google Shape;18748;p67"/>
          <p:cNvGrpSpPr/>
          <p:nvPr/>
        </p:nvGrpSpPr>
        <p:grpSpPr>
          <a:xfrm>
            <a:off x="5235700" y="2902998"/>
            <a:ext cx="361909" cy="360759"/>
            <a:chOff x="5235700" y="2902998"/>
            <a:chExt cx="361909" cy="360759"/>
          </a:xfrm>
        </p:grpSpPr>
        <p:sp>
          <p:nvSpPr>
            <p:cNvPr id="18749" name="Google Shape;18749;p67"/>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50" name="Google Shape;18750;p67"/>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51" name="Google Shape;18751;p67"/>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52" name="Google Shape;18752;p67"/>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53" name="Google Shape;18753;p67"/>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54" name="Google Shape;18754;p67"/>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55" name="Google Shape;18755;p67"/>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756" name="Google Shape;18756;p67"/>
          <p:cNvGrpSpPr/>
          <p:nvPr/>
        </p:nvGrpSpPr>
        <p:grpSpPr>
          <a:xfrm>
            <a:off x="6634912" y="3394969"/>
            <a:ext cx="360367" cy="252309"/>
            <a:chOff x="6634912" y="3394969"/>
            <a:chExt cx="360367" cy="252309"/>
          </a:xfrm>
        </p:grpSpPr>
        <p:sp>
          <p:nvSpPr>
            <p:cNvPr id="18757" name="Google Shape;18757;p67"/>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58" name="Google Shape;18758;p67"/>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59" name="Google Shape;18759;p67"/>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60" name="Google Shape;18760;p67"/>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61" name="Google Shape;18761;p67"/>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62" name="Google Shape;18762;p67"/>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63" name="Google Shape;18763;p67"/>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64" name="Google Shape;18764;p67"/>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65" name="Google Shape;18765;p67"/>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66" name="Google Shape;18766;p67"/>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67" name="Google Shape;18767;p67"/>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68" name="Google Shape;18768;p67"/>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69" name="Google Shape;18769;p67"/>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770" name="Google Shape;18770;p67"/>
          <p:cNvGrpSpPr/>
          <p:nvPr/>
        </p:nvGrpSpPr>
        <p:grpSpPr>
          <a:xfrm>
            <a:off x="7059330" y="3340796"/>
            <a:ext cx="377170" cy="360655"/>
            <a:chOff x="7059330" y="3340796"/>
            <a:chExt cx="377170" cy="360655"/>
          </a:xfrm>
        </p:grpSpPr>
        <p:sp>
          <p:nvSpPr>
            <p:cNvPr id="18771" name="Google Shape;18771;p67"/>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72" name="Google Shape;18772;p67"/>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73" name="Google Shape;18773;p67"/>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74" name="Google Shape;18774;p67"/>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75" name="Google Shape;18775;p67"/>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76" name="Google Shape;18776;p67"/>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77" name="Google Shape;18777;p67"/>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78" name="Google Shape;18778;p67"/>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79" name="Google Shape;18779;p67"/>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80" name="Google Shape;18780;p67"/>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81" name="Google Shape;18781;p67"/>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82" name="Google Shape;18782;p67"/>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783" name="Google Shape;18783;p67"/>
          <p:cNvGrpSpPr/>
          <p:nvPr/>
        </p:nvGrpSpPr>
        <p:grpSpPr>
          <a:xfrm>
            <a:off x="7957948" y="3375631"/>
            <a:ext cx="360629" cy="291012"/>
            <a:chOff x="7957948" y="3375631"/>
            <a:chExt cx="360629" cy="291012"/>
          </a:xfrm>
        </p:grpSpPr>
        <p:sp>
          <p:nvSpPr>
            <p:cNvPr id="18784" name="Google Shape;18784;p67"/>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85" name="Google Shape;18785;p67"/>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86" name="Google Shape;18786;p67"/>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87" name="Google Shape;18787;p67"/>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88" name="Google Shape;18788;p67"/>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89" name="Google Shape;18789;p67"/>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90" name="Google Shape;18790;p67"/>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91" name="Google Shape;18791;p67"/>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92" name="Google Shape;18792;p67"/>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93" name="Google Shape;18793;p67"/>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94" name="Google Shape;18794;p67"/>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95" name="Google Shape;18795;p67"/>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96" name="Google Shape;18796;p67"/>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97" name="Google Shape;18797;p67"/>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98" name="Google Shape;18798;p67"/>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799" name="Google Shape;18799;p67"/>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00" name="Google Shape;18800;p67"/>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01" name="Google Shape;18801;p67"/>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802" name="Google Shape;18802;p67"/>
          <p:cNvGrpSpPr/>
          <p:nvPr/>
        </p:nvGrpSpPr>
        <p:grpSpPr>
          <a:xfrm>
            <a:off x="6198656" y="3867888"/>
            <a:ext cx="347562" cy="227954"/>
            <a:chOff x="6198656" y="3867888"/>
            <a:chExt cx="347562" cy="227954"/>
          </a:xfrm>
        </p:grpSpPr>
        <p:sp>
          <p:nvSpPr>
            <p:cNvPr id="18803" name="Google Shape;18803;p67"/>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04" name="Google Shape;18804;p67"/>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05" name="Google Shape;18805;p67"/>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06" name="Google Shape;18806;p67"/>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07" name="Google Shape;18807;p67"/>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08" name="Google Shape;18808;p67"/>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09" name="Google Shape;18809;p67"/>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10" name="Google Shape;18810;p67"/>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11" name="Google Shape;18811;p67"/>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12" name="Google Shape;18812;p67"/>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13" name="Google Shape;18813;p67"/>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814" name="Google Shape;18814;p67"/>
          <p:cNvGrpSpPr/>
          <p:nvPr/>
        </p:nvGrpSpPr>
        <p:grpSpPr>
          <a:xfrm>
            <a:off x="5706895" y="3819151"/>
            <a:ext cx="349392" cy="325454"/>
            <a:chOff x="5706895" y="3819151"/>
            <a:chExt cx="349392" cy="325454"/>
          </a:xfrm>
        </p:grpSpPr>
        <p:sp>
          <p:nvSpPr>
            <p:cNvPr id="18815" name="Google Shape;18815;p67"/>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16" name="Google Shape;18816;p67"/>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17" name="Google Shape;18817;p67"/>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18" name="Google Shape;18818;p67"/>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19" name="Google Shape;18819;p67"/>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20" name="Google Shape;18820;p67"/>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21" name="Google Shape;18821;p67"/>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22" name="Google Shape;18822;p67"/>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23" name="Google Shape;18823;p67"/>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24" name="Google Shape;18824;p67"/>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25" name="Google Shape;18825;p67"/>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26" name="Google Shape;18826;p67"/>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27" name="Google Shape;18827;p67"/>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28" name="Google Shape;18828;p67"/>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29" name="Google Shape;18829;p67"/>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830" name="Google Shape;18830;p67"/>
          <p:cNvGrpSpPr/>
          <p:nvPr/>
        </p:nvGrpSpPr>
        <p:grpSpPr>
          <a:xfrm>
            <a:off x="7648618" y="3340744"/>
            <a:ext cx="97265" cy="360393"/>
            <a:chOff x="7648618" y="3340744"/>
            <a:chExt cx="97265" cy="360393"/>
          </a:xfrm>
        </p:grpSpPr>
        <p:sp>
          <p:nvSpPr>
            <p:cNvPr id="18831" name="Google Shape;18831;p67"/>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32" name="Google Shape;18832;p67"/>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33" name="Google Shape;18833;p67"/>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834" name="Google Shape;18834;p67"/>
          <p:cNvGrpSpPr/>
          <p:nvPr/>
        </p:nvGrpSpPr>
        <p:grpSpPr>
          <a:xfrm>
            <a:off x="7164356" y="3790667"/>
            <a:ext cx="385507" cy="382501"/>
            <a:chOff x="7164356" y="3790667"/>
            <a:chExt cx="385507" cy="382501"/>
          </a:xfrm>
        </p:grpSpPr>
        <p:sp>
          <p:nvSpPr>
            <p:cNvPr id="18835" name="Google Shape;18835;p67"/>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36" name="Google Shape;18836;p67"/>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37" name="Google Shape;18837;p67"/>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38" name="Google Shape;18838;p67"/>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39" name="Google Shape;18839;p67"/>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40" name="Google Shape;18840;p67"/>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41" name="Google Shape;18841;p67"/>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42" name="Google Shape;18842;p67"/>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43" name="Google Shape;18843;p67"/>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44" name="Google Shape;18844;p67"/>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45" name="Google Shape;18845;p67"/>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46" name="Google Shape;18846;p67"/>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47" name="Google Shape;18847;p67"/>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48" name="Google Shape;18848;p67"/>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49" name="Google Shape;18849;p67"/>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50" name="Google Shape;18850;p67"/>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51" name="Google Shape;18851;p67"/>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52" name="Google Shape;18852;p67"/>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53" name="Google Shape;18853;p67"/>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54" name="Google Shape;18854;p67"/>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55" name="Google Shape;18855;p67"/>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56" name="Google Shape;18856;p67"/>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57" name="Google Shape;18857;p67"/>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58" name="Google Shape;18858;p67"/>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859" name="Google Shape;18859;p67"/>
          <p:cNvGrpSpPr/>
          <p:nvPr/>
        </p:nvGrpSpPr>
        <p:grpSpPr>
          <a:xfrm>
            <a:off x="6670400" y="3826468"/>
            <a:ext cx="387911" cy="310846"/>
            <a:chOff x="6670400" y="3826468"/>
            <a:chExt cx="387911" cy="310846"/>
          </a:xfrm>
        </p:grpSpPr>
        <p:sp>
          <p:nvSpPr>
            <p:cNvPr id="18860" name="Google Shape;18860;p67"/>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61" name="Google Shape;18861;p67"/>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62" name="Google Shape;18862;p67"/>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63" name="Google Shape;18863;p67"/>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64" name="Google Shape;18864;p67"/>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65" name="Google Shape;18865;p67"/>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66" name="Google Shape;18866;p67"/>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67" name="Google Shape;18867;p67"/>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68" name="Google Shape;18868;p67"/>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69" name="Google Shape;18869;p67"/>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70" name="Google Shape;18870;p67"/>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71" name="Google Shape;18871;p67"/>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72" name="Google Shape;18872;p67"/>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73" name="Google Shape;18873;p67"/>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74" name="Google Shape;18874;p67"/>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75" name="Google Shape;18875;p67"/>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76" name="Google Shape;18876;p67"/>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77" name="Google Shape;18877;p67"/>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878" name="Google Shape;18878;p67"/>
          <p:cNvGrpSpPr/>
          <p:nvPr/>
        </p:nvGrpSpPr>
        <p:grpSpPr>
          <a:xfrm>
            <a:off x="7662181" y="3803446"/>
            <a:ext cx="302823" cy="360498"/>
            <a:chOff x="7662181" y="3803446"/>
            <a:chExt cx="302823" cy="360498"/>
          </a:xfrm>
        </p:grpSpPr>
        <p:sp>
          <p:nvSpPr>
            <p:cNvPr id="18879" name="Google Shape;18879;p67"/>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80" name="Google Shape;18880;p67"/>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81" name="Google Shape;18881;p67"/>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82" name="Google Shape;18882;p67"/>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83" name="Google Shape;18883;p67"/>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84" name="Google Shape;18884;p67"/>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85" name="Google Shape;18885;p67"/>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86" name="Google Shape;18886;p67"/>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87" name="Google Shape;18887;p67"/>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88" name="Google Shape;18888;p67"/>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889" name="Google Shape;18889;p67"/>
          <p:cNvGrpSpPr/>
          <p:nvPr/>
        </p:nvGrpSpPr>
        <p:grpSpPr>
          <a:xfrm>
            <a:off x="5206562" y="3803994"/>
            <a:ext cx="363895" cy="355663"/>
            <a:chOff x="5206562" y="3803994"/>
            <a:chExt cx="363895" cy="355663"/>
          </a:xfrm>
        </p:grpSpPr>
        <p:sp>
          <p:nvSpPr>
            <p:cNvPr id="18890" name="Google Shape;18890;p67"/>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91" name="Google Shape;18891;p67"/>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92" name="Google Shape;18892;p67"/>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93" name="Google Shape;18893;p67"/>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94" name="Google Shape;18894;p67"/>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95" name="Google Shape;18895;p67"/>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96" name="Google Shape;18896;p67"/>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97" name="Google Shape;18897;p67"/>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98" name="Google Shape;18898;p67"/>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899" name="Google Shape;18899;p67"/>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00" name="Google Shape;18900;p67"/>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01" name="Google Shape;18901;p67"/>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02" name="Google Shape;18902;p67"/>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03" name="Google Shape;18903;p67"/>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907"/>
        <p:cNvGrpSpPr/>
        <p:nvPr/>
      </p:nvGrpSpPr>
      <p:grpSpPr>
        <a:xfrm>
          <a:off x="0" y="0"/>
          <a:ext cx="0" cy="0"/>
          <a:chOff x="0" y="0"/>
          <a:chExt cx="0" cy="0"/>
        </a:xfrm>
      </p:grpSpPr>
      <p:sp>
        <p:nvSpPr>
          <p:cNvPr id="18908" name="Google Shape;18908;p68"/>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a:solidFill>
                  <a:srgbClr val="FFFFFF"/>
                </a:solidFill>
                <a:latin typeface="Arial"/>
                <a:ea typeface="Arial"/>
                <a:cs typeface="Arial"/>
                <a:sym typeface="Arial"/>
              </a:rPr>
              <a:t>Nature </a:t>
            </a:r>
            <a:r>
              <a:rPr lang="it-IT" noProof="0" dirty="0" err="1">
                <a:solidFill>
                  <a:srgbClr val="FFFFFF"/>
                </a:solidFill>
                <a:latin typeface="Arial"/>
                <a:ea typeface="Arial"/>
                <a:cs typeface="Arial"/>
                <a:sym typeface="Arial"/>
              </a:rPr>
              <a:t>Icons</a:t>
            </a:r>
            <a:endParaRPr lang="it-IT" noProof="0" dirty="0">
              <a:solidFill>
                <a:srgbClr val="FFFFFF"/>
              </a:solidFill>
              <a:latin typeface="Arial"/>
              <a:ea typeface="Arial"/>
              <a:cs typeface="Arial"/>
              <a:sym typeface="Arial"/>
            </a:endParaRPr>
          </a:p>
        </p:txBody>
      </p:sp>
      <p:grpSp>
        <p:nvGrpSpPr>
          <p:cNvPr id="18909" name="Google Shape;18909;p68"/>
          <p:cNvGrpSpPr/>
          <p:nvPr/>
        </p:nvGrpSpPr>
        <p:grpSpPr>
          <a:xfrm>
            <a:off x="4682526" y="1512217"/>
            <a:ext cx="369948" cy="370132"/>
            <a:chOff x="4682526" y="1512217"/>
            <a:chExt cx="369948" cy="370132"/>
          </a:xfrm>
        </p:grpSpPr>
        <p:sp>
          <p:nvSpPr>
            <p:cNvPr id="18910" name="Google Shape;18910;p68"/>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11" name="Google Shape;18911;p68"/>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12" name="Google Shape;18912;p68"/>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13" name="Google Shape;18913;p68"/>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14" name="Google Shape;18914;p68"/>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15" name="Google Shape;18915;p68"/>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16" name="Google Shape;18916;p68"/>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17" name="Google Shape;18917;p68"/>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18" name="Google Shape;18918;p68"/>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19" name="Google Shape;18919;p68"/>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20" name="Google Shape;18920;p68"/>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21" name="Google Shape;18921;p68"/>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22" name="Google Shape;18922;p68"/>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23" name="Google Shape;18923;p68"/>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24" name="Google Shape;18924;p68"/>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925" name="Google Shape;18925;p68"/>
          <p:cNvGrpSpPr/>
          <p:nvPr/>
        </p:nvGrpSpPr>
        <p:grpSpPr>
          <a:xfrm>
            <a:off x="3592433" y="1980212"/>
            <a:ext cx="381542" cy="370079"/>
            <a:chOff x="3592433" y="1980212"/>
            <a:chExt cx="381542" cy="370079"/>
          </a:xfrm>
        </p:grpSpPr>
        <p:sp>
          <p:nvSpPr>
            <p:cNvPr id="18926" name="Google Shape;18926;p68"/>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27" name="Google Shape;18927;p68"/>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28" name="Google Shape;18928;p68"/>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29" name="Google Shape;18929;p68"/>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30" name="Google Shape;18930;p68"/>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31" name="Google Shape;18931;p68"/>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32" name="Google Shape;18932;p68"/>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33" name="Google Shape;18933;p68"/>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34" name="Google Shape;18934;p68"/>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35" name="Google Shape;18935;p68"/>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36" name="Google Shape;18936;p68"/>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37" name="Google Shape;18937;p68"/>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938" name="Google Shape;18938;p68"/>
          <p:cNvGrpSpPr/>
          <p:nvPr/>
        </p:nvGrpSpPr>
        <p:grpSpPr>
          <a:xfrm>
            <a:off x="1398582" y="2973490"/>
            <a:ext cx="371391" cy="235126"/>
            <a:chOff x="1398582" y="2973490"/>
            <a:chExt cx="371391" cy="235126"/>
          </a:xfrm>
        </p:grpSpPr>
        <p:sp>
          <p:nvSpPr>
            <p:cNvPr id="18939" name="Google Shape;18939;p68"/>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40" name="Google Shape;18940;p68"/>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41" name="Google Shape;18941;p68"/>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42" name="Google Shape;18942;p68"/>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43" name="Google Shape;18943;p68"/>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44" name="Google Shape;18944;p68"/>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45" name="Google Shape;18945;p68"/>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46" name="Google Shape;18946;p68"/>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47" name="Google Shape;18947;p68"/>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48" name="Google Shape;18948;p68"/>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49" name="Google Shape;18949;p68"/>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50" name="Google Shape;18950;p68"/>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51" name="Google Shape;18951;p68"/>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52" name="Google Shape;18952;p68"/>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53" name="Google Shape;18953;p68"/>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954" name="Google Shape;18954;p68"/>
          <p:cNvGrpSpPr/>
          <p:nvPr/>
        </p:nvGrpSpPr>
        <p:grpSpPr>
          <a:xfrm>
            <a:off x="850795" y="1512217"/>
            <a:ext cx="370132" cy="370132"/>
            <a:chOff x="850795" y="1512217"/>
            <a:chExt cx="370132" cy="370132"/>
          </a:xfrm>
        </p:grpSpPr>
        <p:sp>
          <p:nvSpPr>
            <p:cNvPr id="18955" name="Google Shape;18955;p68"/>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56" name="Google Shape;18956;p68"/>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57" name="Google Shape;18957;p68"/>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58" name="Google Shape;18958;p68"/>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59" name="Google Shape;18959;p68"/>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60" name="Google Shape;18960;p68"/>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61" name="Google Shape;18961;p68"/>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62" name="Google Shape;18962;p68"/>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63" name="Google Shape;18963;p68"/>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64" name="Google Shape;18964;p68"/>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65" name="Google Shape;18965;p68"/>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66" name="Google Shape;18966;p68"/>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67" name="Google Shape;18967;p68"/>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68" name="Google Shape;18968;p68"/>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69" name="Google Shape;18969;p68"/>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70" name="Google Shape;18970;p68"/>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71" name="Google Shape;18971;p68"/>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72" name="Google Shape;18972;p68"/>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973" name="Google Shape;18973;p68"/>
          <p:cNvGrpSpPr/>
          <p:nvPr/>
        </p:nvGrpSpPr>
        <p:grpSpPr>
          <a:xfrm>
            <a:off x="8038497" y="2906079"/>
            <a:ext cx="236568" cy="370105"/>
            <a:chOff x="8038497" y="2906079"/>
            <a:chExt cx="236568" cy="370105"/>
          </a:xfrm>
        </p:grpSpPr>
        <p:sp>
          <p:nvSpPr>
            <p:cNvPr id="18974" name="Google Shape;18974;p68"/>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75" name="Google Shape;18975;p68"/>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76" name="Google Shape;18976;p68"/>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77" name="Google Shape;18977;p68"/>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78" name="Google Shape;18978;p68"/>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79" name="Google Shape;18979;p68"/>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80" name="Google Shape;18980;p68"/>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981" name="Google Shape;18981;p68"/>
          <p:cNvGrpSpPr/>
          <p:nvPr/>
        </p:nvGrpSpPr>
        <p:grpSpPr>
          <a:xfrm>
            <a:off x="6324130" y="1566303"/>
            <a:ext cx="370630" cy="261802"/>
            <a:chOff x="6324130" y="1566303"/>
            <a:chExt cx="370630" cy="261802"/>
          </a:xfrm>
        </p:grpSpPr>
        <p:sp>
          <p:nvSpPr>
            <p:cNvPr id="18982" name="Google Shape;18982;p68"/>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83" name="Google Shape;18983;p68"/>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84" name="Google Shape;18984;p68"/>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85" name="Google Shape;18985;p68"/>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86" name="Google Shape;18986;p68"/>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87" name="Google Shape;18987;p68"/>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88" name="Google Shape;18988;p68"/>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89" name="Google Shape;18989;p68"/>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90" name="Google Shape;18990;p68"/>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91" name="Google Shape;18991;p68"/>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92" name="Google Shape;18992;p68"/>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93" name="Google Shape;18993;p68"/>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94" name="Google Shape;18994;p68"/>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95" name="Google Shape;18995;p68"/>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96" name="Google Shape;18996;p68"/>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97" name="Google Shape;18997;p68"/>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8998" name="Google Shape;18998;p68"/>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8999" name="Google Shape;18999;p68"/>
          <p:cNvGrpSpPr/>
          <p:nvPr/>
        </p:nvGrpSpPr>
        <p:grpSpPr>
          <a:xfrm>
            <a:off x="5232280" y="2026587"/>
            <a:ext cx="370840" cy="353213"/>
            <a:chOff x="5232280" y="2026587"/>
            <a:chExt cx="370840" cy="353213"/>
          </a:xfrm>
        </p:grpSpPr>
        <p:sp>
          <p:nvSpPr>
            <p:cNvPr id="19000" name="Google Shape;19000;p68"/>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01" name="Google Shape;19001;p68"/>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02" name="Google Shape;19002;p68"/>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03" name="Google Shape;19003;p68"/>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04" name="Google Shape;19004;p68"/>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05" name="Google Shape;19005;p68"/>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06" name="Google Shape;19006;p68"/>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07" name="Google Shape;19007;p68"/>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08" name="Google Shape;19008;p68"/>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09" name="Google Shape;19009;p68"/>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010" name="Google Shape;19010;p68"/>
          <p:cNvGrpSpPr/>
          <p:nvPr/>
        </p:nvGrpSpPr>
        <p:grpSpPr>
          <a:xfrm>
            <a:off x="7968961" y="2435329"/>
            <a:ext cx="379548" cy="365331"/>
            <a:chOff x="7968961" y="2435329"/>
            <a:chExt cx="379548" cy="365331"/>
          </a:xfrm>
        </p:grpSpPr>
        <p:sp>
          <p:nvSpPr>
            <p:cNvPr id="19011" name="Google Shape;19011;p68"/>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12" name="Google Shape;19012;p68"/>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13" name="Google Shape;19013;p68"/>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14" name="Google Shape;19014;p68"/>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15" name="Google Shape;19015;p68"/>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16" name="Google Shape;19016;p68"/>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017" name="Google Shape;19017;p68"/>
          <p:cNvGrpSpPr/>
          <p:nvPr/>
        </p:nvGrpSpPr>
        <p:grpSpPr>
          <a:xfrm>
            <a:off x="4136679" y="2115323"/>
            <a:ext cx="373305" cy="223217"/>
            <a:chOff x="4136679" y="2115323"/>
            <a:chExt cx="373305" cy="223217"/>
          </a:xfrm>
        </p:grpSpPr>
        <p:sp>
          <p:nvSpPr>
            <p:cNvPr id="19018" name="Google Shape;19018;p68"/>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19" name="Google Shape;19019;p68"/>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20" name="Google Shape;19020;p68"/>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21" name="Google Shape;19021;p68"/>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22" name="Google Shape;19022;p68"/>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23" name="Google Shape;19023;p68"/>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24" name="Google Shape;19024;p68"/>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25" name="Google Shape;19025;p68"/>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26" name="Google Shape;19026;p68"/>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27" name="Google Shape;19027;p68"/>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028" name="Google Shape;19028;p68"/>
          <p:cNvGrpSpPr/>
          <p:nvPr/>
        </p:nvGrpSpPr>
        <p:grpSpPr>
          <a:xfrm>
            <a:off x="7423823" y="2464077"/>
            <a:ext cx="372046" cy="307730"/>
            <a:chOff x="7423823" y="2464077"/>
            <a:chExt cx="372046" cy="307730"/>
          </a:xfrm>
        </p:grpSpPr>
        <p:sp>
          <p:nvSpPr>
            <p:cNvPr id="19029" name="Google Shape;19029;p68"/>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30" name="Google Shape;19030;p68"/>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31" name="Google Shape;19031;p68"/>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32" name="Google Shape;19032;p68"/>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33" name="Google Shape;19033;p68"/>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34" name="Google Shape;19034;p68"/>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35" name="Google Shape;19035;p68"/>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36" name="Google Shape;19036;p68"/>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37" name="Google Shape;19037;p68"/>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38" name="Google Shape;19038;p68"/>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39" name="Google Shape;19039;p68"/>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40" name="Google Shape;19040;p68"/>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41" name="Google Shape;19041;p68"/>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042" name="Google Shape;19042;p68"/>
          <p:cNvGrpSpPr/>
          <p:nvPr/>
        </p:nvGrpSpPr>
        <p:grpSpPr>
          <a:xfrm>
            <a:off x="3882511" y="3365156"/>
            <a:ext cx="295061" cy="370263"/>
            <a:chOff x="3882511" y="3365156"/>
            <a:chExt cx="295061" cy="370263"/>
          </a:xfrm>
        </p:grpSpPr>
        <p:sp>
          <p:nvSpPr>
            <p:cNvPr id="19043" name="Google Shape;19043;p68"/>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44" name="Google Shape;19044;p68"/>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45" name="Google Shape;19045;p68"/>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46" name="Google Shape;19046;p68"/>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47" name="Google Shape;19047;p68"/>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048" name="Google Shape;19048;p68"/>
          <p:cNvGrpSpPr/>
          <p:nvPr/>
        </p:nvGrpSpPr>
        <p:grpSpPr>
          <a:xfrm>
            <a:off x="5229788" y="1512217"/>
            <a:ext cx="370132" cy="370132"/>
            <a:chOff x="5229788" y="1512217"/>
            <a:chExt cx="370132" cy="370132"/>
          </a:xfrm>
        </p:grpSpPr>
        <p:sp>
          <p:nvSpPr>
            <p:cNvPr id="19049" name="Google Shape;19049;p68"/>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50" name="Google Shape;19050;p68"/>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51" name="Google Shape;19051;p68"/>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52" name="Google Shape;19052;p68"/>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53" name="Google Shape;19053;p68"/>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54" name="Google Shape;19054;p68"/>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55" name="Google Shape;19055;p68"/>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56" name="Google Shape;19056;p68"/>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57" name="Google Shape;19057;p68"/>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58" name="Google Shape;19058;p68"/>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59" name="Google Shape;19059;p68"/>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60" name="Google Shape;19060;p68"/>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61" name="Google Shape;19061;p68"/>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62" name="Google Shape;19062;p68"/>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63" name="Google Shape;19063;p68"/>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64" name="Google Shape;19064;p68"/>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65" name="Google Shape;19065;p68"/>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066" name="Google Shape;19066;p68"/>
          <p:cNvGrpSpPr/>
          <p:nvPr/>
        </p:nvGrpSpPr>
        <p:grpSpPr>
          <a:xfrm>
            <a:off x="6041869" y="3365392"/>
            <a:ext cx="373882" cy="370053"/>
            <a:chOff x="6041869" y="3365392"/>
            <a:chExt cx="373882" cy="370053"/>
          </a:xfrm>
        </p:grpSpPr>
        <p:sp>
          <p:nvSpPr>
            <p:cNvPr id="19067" name="Google Shape;19067;p68"/>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68" name="Google Shape;19068;p68"/>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69" name="Google Shape;19069;p68"/>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70" name="Google Shape;19070;p68"/>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71" name="Google Shape;19071;p68"/>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72" name="Google Shape;19072;p68"/>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73" name="Google Shape;19073;p68"/>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74" name="Google Shape;19074;p68"/>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75" name="Google Shape;19075;p68"/>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76" name="Google Shape;19076;p68"/>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077" name="Google Shape;19077;p68"/>
          <p:cNvGrpSpPr/>
          <p:nvPr/>
        </p:nvGrpSpPr>
        <p:grpSpPr>
          <a:xfrm>
            <a:off x="4684309" y="2087493"/>
            <a:ext cx="374748" cy="279140"/>
            <a:chOff x="4684309" y="2087493"/>
            <a:chExt cx="374748" cy="279140"/>
          </a:xfrm>
        </p:grpSpPr>
        <p:sp>
          <p:nvSpPr>
            <p:cNvPr id="19078" name="Google Shape;19078;p68"/>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79" name="Google Shape;19079;p68"/>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80" name="Google Shape;19080;p68"/>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81" name="Google Shape;19081;p68"/>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82" name="Google Shape;19082;p68"/>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83" name="Google Shape;19083;p68"/>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84" name="Google Shape;19084;p68"/>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85" name="Google Shape;19085;p68"/>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86" name="Google Shape;19086;p68"/>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87" name="Google Shape;19087;p68"/>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88" name="Google Shape;19088;p68"/>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89" name="Google Shape;19089;p68"/>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090" name="Google Shape;19090;p68"/>
          <p:cNvGrpSpPr/>
          <p:nvPr/>
        </p:nvGrpSpPr>
        <p:grpSpPr>
          <a:xfrm>
            <a:off x="7521110" y="2906131"/>
            <a:ext cx="175400" cy="370053"/>
            <a:chOff x="7521110" y="2906131"/>
            <a:chExt cx="175400" cy="370053"/>
          </a:xfrm>
        </p:grpSpPr>
        <p:sp>
          <p:nvSpPr>
            <p:cNvPr id="19091" name="Google Shape;19091;p68"/>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92" name="Google Shape;19092;p68"/>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93" name="Google Shape;19093;p68"/>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94" name="Google Shape;19094;p68"/>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95" name="Google Shape;19095;p68"/>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96" name="Google Shape;19096;p68"/>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97" name="Google Shape;19097;p68"/>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98" name="Google Shape;19098;p68"/>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099" name="Google Shape;19099;p68"/>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100" name="Google Shape;19100;p68"/>
          <p:cNvGrpSpPr/>
          <p:nvPr/>
        </p:nvGrpSpPr>
        <p:grpSpPr>
          <a:xfrm>
            <a:off x="3586925" y="1523286"/>
            <a:ext cx="371023" cy="347915"/>
            <a:chOff x="3586925" y="1523286"/>
            <a:chExt cx="371023" cy="347915"/>
          </a:xfrm>
        </p:grpSpPr>
        <p:sp>
          <p:nvSpPr>
            <p:cNvPr id="19101" name="Google Shape;19101;p68"/>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02" name="Google Shape;19102;p68"/>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03" name="Google Shape;19103;p68"/>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04" name="Google Shape;19104;p68"/>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05" name="Google Shape;19105;p68"/>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06" name="Google Shape;19106;p68"/>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07" name="Google Shape;19107;p68"/>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08" name="Google Shape;19108;p68"/>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09" name="Google Shape;19109;p68"/>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10" name="Google Shape;19110;p68"/>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11" name="Google Shape;19111;p68"/>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12" name="Google Shape;19112;p68"/>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13" name="Google Shape;19113;p68"/>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14" name="Google Shape;19114;p68"/>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15" name="Google Shape;19115;p68"/>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16" name="Google Shape;19116;p68"/>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17" name="Google Shape;19117;p68"/>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18" name="Google Shape;19118;p68"/>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19" name="Google Shape;19119;p68"/>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120" name="Google Shape;19120;p68"/>
          <p:cNvGrpSpPr/>
          <p:nvPr/>
        </p:nvGrpSpPr>
        <p:grpSpPr>
          <a:xfrm>
            <a:off x="6876009" y="2475461"/>
            <a:ext cx="370158" cy="285120"/>
            <a:chOff x="6876009" y="2475461"/>
            <a:chExt cx="370158" cy="285120"/>
          </a:xfrm>
        </p:grpSpPr>
        <p:sp>
          <p:nvSpPr>
            <p:cNvPr id="19121" name="Google Shape;19121;p68"/>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22" name="Google Shape;19122;p68"/>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23" name="Google Shape;19123;p68"/>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24" name="Google Shape;19124;p68"/>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25" name="Google Shape;19125;p68"/>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26" name="Google Shape;19126;p68"/>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27" name="Google Shape;19127;p68"/>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28" name="Google Shape;19128;p68"/>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29" name="Google Shape;19129;p68"/>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130" name="Google Shape;19130;p68"/>
          <p:cNvGrpSpPr/>
          <p:nvPr/>
        </p:nvGrpSpPr>
        <p:grpSpPr>
          <a:xfrm>
            <a:off x="6328222" y="2445847"/>
            <a:ext cx="370158" cy="344269"/>
            <a:chOff x="6328222" y="2445847"/>
            <a:chExt cx="370158" cy="344269"/>
          </a:xfrm>
        </p:grpSpPr>
        <p:sp>
          <p:nvSpPr>
            <p:cNvPr id="19131" name="Google Shape;19131;p68"/>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32" name="Google Shape;19132;p68"/>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33" name="Google Shape;19133;p68"/>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34" name="Google Shape;19134;p68"/>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35" name="Google Shape;19135;p68"/>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36" name="Google Shape;19136;p68"/>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37" name="Google Shape;19137;p68"/>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38" name="Google Shape;19138;p68"/>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139" name="Google Shape;19139;p68"/>
          <p:cNvGrpSpPr/>
          <p:nvPr/>
        </p:nvGrpSpPr>
        <p:grpSpPr>
          <a:xfrm>
            <a:off x="5249540" y="2432942"/>
            <a:ext cx="351639" cy="370184"/>
            <a:chOff x="5249540" y="2432942"/>
            <a:chExt cx="351639" cy="370184"/>
          </a:xfrm>
        </p:grpSpPr>
        <p:sp>
          <p:nvSpPr>
            <p:cNvPr id="19140" name="Google Shape;19140;p68"/>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41" name="Google Shape;19141;p68"/>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42" name="Google Shape;19142;p68"/>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43" name="Google Shape;19143;p68"/>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44" name="Google Shape;19144;p68"/>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45" name="Google Shape;19145;p68"/>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46" name="Google Shape;19146;p68"/>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147" name="Google Shape;19147;p68"/>
          <p:cNvGrpSpPr/>
          <p:nvPr/>
        </p:nvGrpSpPr>
        <p:grpSpPr>
          <a:xfrm>
            <a:off x="4137047" y="2482176"/>
            <a:ext cx="371102" cy="271585"/>
            <a:chOff x="4137047" y="2482176"/>
            <a:chExt cx="371102" cy="271585"/>
          </a:xfrm>
        </p:grpSpPr>
        <p:sp>
          <p:nvSpPr>
            <p:cNvPr id="19148" name="Google Shape;19148;p68"/>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49" name="Google Shape;19149;p68"/>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50" name="Google Shape;19150;p68"/>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51" name="Google Shape;19151;p68"/>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52" name="Google Shape;19152;p68"/>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53" name="Google Shape;19153;p68"/>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54" name="Google Shape;19154;p68"/>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55" name="Google Shape;19155;p68"/>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56" name="Google Shape;19156;p68"/>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57" name="Google Shape;19157;p68"/>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58" name="Google Shape;19158;p68"/>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159" name="Google Shape;19159;p68"/>
          <p:cNvGrpSpPr/>
          <p:nvPr/>
        </p:nvGrpSpPr>
        <p:grpSpPr>
          <a:xfrm>
            <a:off x="4686434" y="2432916"/>
            <a:ext cx="367377" cy="370079"/>
            <a:chOff x="4686434" y="2432916"/>
            <a:chExt cx="367377" cy="370079"/>
          </a:xfrm>
        </p:grpSpPr>
        <p:sp>
          <p:nvSpPr>
            <p:cNvPr id="19160" name="Google Shape;19160;p68"/>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61" name="Google Shape;19161;p68"/>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62" name="Google Shape;19162;p68"/>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63" name="Google Shape;19163;p68"/>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64" name="Google Shape;19164;p68"/>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65" name="Google Shape;19165;p68"/>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66" name="Google Shape;19166;p68"/>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67" name="Google Shape;19167;p68"/>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68" name="Google Shape;19168;p68"/>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69" name="Google Shape;19169;p68"/>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70" name="Google Shape;19170;p68"/>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171" name="Google Shape;19171;p68"/>
          <p:cNvGrpSpPr/>
          <p:nvPr/>
        </p:nvGrpSpPr>
        <p:grpSpPr>
          <a:xfrm>
            <a:off x="6328222" y="2056306"/>
            <a:ext cx="372099" cy="293986"/>
            <a:chOff x="6328222" y="2056306"/>
            <a:chExt cx="372099" cy="293986"/>
          </a:xfrm>
        </p:grpSpPr>
        <p:sp>
          <p:nvSpPr>
            <p:cNvPr id="19172" name="Google Shape;19172;p68"/>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73" name="Google Shape;19173;p68"/>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74" name="Google Shape;19174;p68"/>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75" name="Google Shape;19175;p68"/>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76" name="Google Shape;19176;p68"/>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77" name="Google Shape;19177;p68"/>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78" name="Google Shape;19178;p68"/>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79" name="Google Shape;19179;p68"/>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80" name="Google Shape;19180;p68"/>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181" name="Google Shape;19181;p68"/>
          <p:cNvGrpSpPr/>
          <p:nvPr/>
        </p:nvGrpSpPr>
        <p:grpSpPr>
          <a:xfrm>
            <a:off x="5789327" y="2432968"/>
            <a:ext cx="352531" cy="370132"/>
            <a:chOff x="5789327" y="2432968"/>
            <a:chExt cx="352531" cy="370132"/>
          </a:xfrm>
        </p:grpSpPr>
        <p:sp>
          <p:nvSpPr>
            <p:cNvPr id="19182" name="Google Shape;19182;p68"/>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83" name="Google Shape;19183;p68"/>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84" name="Google Shape;19184;p68"/>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85" name="Google Shape;19185;p68"/>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86" name="Google Shape;19186;p68"/>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87" name="Google Shape;19187;p68"/>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88" name="Google Shape;19188;p68"/>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89" name="Google Shape;19189;p68"/>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90" name="Google Shape;19190;p68"/>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91" name="Google Shape;19191;p68"/>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192" name="Google Shape;19192;p68"/>
          <p:cNvGrpSpPr/>
          <p:nvPr/>
        </p:nvGrpSpPr>
        <p:grpSpPr>
          <a:xfrm>
            <a:off x="874612" y="1980134"/>
            <a:ext cx="322314" cy="370158"/>
            <a:chOff x="874612" y="1980134"/>
            <a:chExt cx="322314" cy="370158"/>
          </a:xfrm>
        </p:grpSpPr>
        <p:sp>
          <p:nvSpPr>
            <p:cNvPr id="19193" name="Google Shape;19193;p68"/>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94" name="Google Shape;19194;p68"/>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95" name="Google Shape;19195;p68"/>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96" name="Google Shape;19196;p68"/>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97" name="Google Shape;19197;p68"/>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98" name="Google Shape;19198;p68"/>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199" name="Google Shape;19199;p68"/>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00" name="Google Shape;19200;p68"/>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01" name="Google Shape;19201;p68"/>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02" name="Google Shape;19202;p68"/>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03" name="Google Shape;19203;p68"/>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04" name="Google Shape;19204;p68"/>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05" name="Google Shape;19205;p68"/>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06" name="Google Shape;19206;p68"/>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07" name="Google Shape;19207;p68"/>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08" name="Google Shape;19208;p68"/>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09" name="Google Shape;19209;p68"/>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210" name="Google Shape;19210;p68"/>
          <p:cNvGrpSpPr/>
          <p:nvPr/>
        </p:nvGrpSpPr>
        <p:grpSpPr>
          <a:xfrm>
            <a:off x="3039662" y="2514780"/>
            <a:ext cx="374223" cy="329764"/>
            <a:chOff x="3039662" y="2514780"/>
            <a:chExt cx="374223" cy="329764"/>
          </a:xfrm>
        </p:grpSpPr>
        <p:sp>
          <p:nvSpPr>
            <p:cNvPr id="19211" name="Google Shape;19211;p68"/>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12" name="Google Shape;19212;p68"/>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13" name="Google Shape;19213;p68"/>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14" name="Google Shape;19214;p68"/>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15" name="Google Shape;19215;p68"/>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16" name="Google Shape;19216;p68"/>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17" name="Google Shape;19217;p68"/>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18" name="Google Shape;19218;p68"/>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19" name="Google Shape;19219;p68"/>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20" name="Google Shape;19220;p68"/>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21" name="Google Shape;19221;p68"/>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22" name="Google Shape;19222;p68"/>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23" name="Google Shape;19223;p68"/>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24" name="Google Shape;19224;p68"/>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25" name="Google Shape;19225;p68"/>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26" name="Google Shape;19226;p68"/>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27" name="Google Shape;19227;p68"/>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28" name="Google Shape;19228;p68"/>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229" name="Google Shape;19229;p68"/>
          <p:cNvGrpSpPr/>
          <p:nvPr/>
        </p:nvGrpSpPr>
        <p:grpSpPr>
          <a:xfrm>
            <a:off x="1946369" y="2563122"/>
            <a:ext cx="374066" cy="233395"/>
            <a:chOff x="1946369" y="2563122"/>
            <a:chExt cx="374066" cy="233395"/>
          </a:xfrm>
        </p:grpSpPr>
        <p:sp>
          <p:nvSpPr>
            <p:cNvPr id="19230" name="Google Shape;19230;p68"/>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31" name="Google Shape;19231;p68"/>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32" name="Google Shape;19232;p68"/>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33" name="Google Shape;19233;p68"/>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34" name="Google Shape;19234;p68"/>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35" name="Google Shape;19235;p68"/>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36" name="Google Shape;19236;p68"/>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37" name="Google Shape;19237;p68"/>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238" name="Google Shape;19238;p68"/>
          <p:cNvGrpSpPr/>
          <p:nvPr/>
        </p:nvGrpSpPr>
        <p:grpSpPr>
          <a:xfrm>
            <a:off x="4135263" y="2906184"/>
            <a:ext cx="374040" cy="370184"/>
            <a:chOff x="4135263" y="2906184"/>
            <a:chExt cx="374040" cy="370184"/>
          </a:xfrm>
        </p:grpSpPr>
        <p:sp>
          <p:nvSpPr>
            <p:cNvPr id="19239" name="Google Shape;19239;p68"/>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40" name="Google Shape;19240;p68"/>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41" name="Google Shape;19241;p68"/>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242" name="Google Shape;19242;p68"/>
          <p:cNvGrpSpPr/>
          <p:nvPr/>
        </p:nvGrpSpPr>
        <p:grpSpPr>
          <a:xfrm>
            <a:off x="4683601" y="2906184"/>
            <a:ext cx="372676" cy="370184"/>
            <a:chOff x="4683601" y="2906184"/>
            <a:chExt cx="372676" cy="370184"/>
          </a:xfrm>
        </p:grpSpPr>
        <p:sp>
          <p:nvSpPr>
            <p:cNvPr id="19243" name="Google Shape;19243;p68"/>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44" name="Google Shape;19244;p68"/>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45" name="Google Shape;19245;p68"/>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46" name="Google Shape;19246;p68"/>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47" name="Google Shape;19247;p68"/>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48" name="Google Shape;19248;p68"/>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249" name="Google Shape;19249;p68"/>
          <p:cNvGrpSpPr/>
          <p:nvPr/>
        </p:nvGrpSpPr>
        <p:grpSpPr>
          <a:xfrm>
            <a:off x="870808" y="2906053"/>
            <a:ext cx="329134" cy="370132"/>
            <a:chOff x="870808" y="2906053"/>
            <a:chExt cx="329134" cy="370132"/>
          </a:xfrm>
        </p:grpSpPr>
        <p:sp>
          <p:nvSpPr>
            <p:cNvPr id="19250" name="Google Shape;19250;p68"/>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51" name="Google Shape;19251;p68"/>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52" name="Google Shape;19252;p68"/>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53" name="Google Shape;19253;p68"/>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54" name="Google Shape;19254;p68"/>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55" name="Google Shape;19255;p68"/>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56" name="Google Shape;19256;p68"/>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57" name="Google Shape;19257;p68"/>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58" name="Google Shape;19258;p68"/>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59" name="Google Shape;19259;p68"/>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60" name="Google Shape;19260;p68"/>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61" name="Google Shape;19261;p68"/>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62" name="Google Shape;19262;p68"/>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63" name="Google Shape;19263;p68"/>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64" name="Google Shape;19264;p68"/>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65" name="Google Shape;19265;p68"/>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66" name="Google Shape;19266;p68"/>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67" name="Google Shape;19267;p68"/>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68" name="Google Shape;19268;p68"/>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269" name="Google Shape;19269;p68"/>
          <p:cNvGrpSpPr/>
          <p:nvPr/>
        </p:nvGrpSpPr>
        <p:grpSpPr>
          <a:xfrm>
            <a:off x="1943878" y="2909069"/>
            <a:ext cx="374774" cy="364282"/>
            <a:chOff x="1943878" y="2909069"/>
            <a:chExt cx="374774" cy="364282"/>
          </a:xfrm>
        </p:grpSpPr>
        <p:sp>
          <p:nvSpPr>
            <p:cNvPr id="19270" name="Google Shape;19270;p68"/>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71" name="Google Shape;19271;p68"/>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72" name="Google Shape;19272;p68"/>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73" name="Google Shape;19273;p68"/>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74" name="Google Shape;19274;p68"/>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75" name="Google Shape;19275;p68"/>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76" name="Google Shape;19276;p68"/>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77" name="Google Shape;19277;p68"/>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78" name="Google Shape;19278;p68"/>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79" name="Google Shape;19279;p68"/>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80" name="Google Shape;19280;p68"/>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81" name="Google Shape;19281;p68"/>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82" name="Google Shape;19282;p68"/>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83" name="Google Shape;19283;p68"/>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84" name="Google Shape;19284;p68"/>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85" name="Google Shape;19285;p68"/>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86" name="Google Shape;19286;p68"/>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87" name="Google Shape;19287;p68"/>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88" name="Google Shape;19288;p68"/>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89" name="Google Shape;19289;p68"/>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90" name="Google Shape;19290;p68"/>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291" name="Google Shape;19291;p68"/>
          <p:cNvGrpSpPr/>
          <p:nvPr/>
        </p:nvGrpSpPr>
        <p:grpSpPr>
          <a:xfrm>
            <a:off x="1128072" y="3365261"/>
            <a:ext cx="328872" cy="370158"/>
            <a:chOff x="1128072" y="3365261"/>
            <a:chExt cx="328872" cy="370158"/>
          </a:xfrm>
        </p:grpSpPr>
        <p:sp>
          <p:nvSpPr>
            <p:cNvPr id="19292" name="Google Shape;19292;p68"/>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93" name="Google Shape;19293;p68"/>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94" name="Google Shape;19294;p68"/>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95" name="Google Shape;19295;p68"/>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96" name="Google Shape;19296;p68"/>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97" name="Google Shape;19297;p68"/>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98" name="Google Shape;19298;p68"/>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299" name="Google Shape;19299;p68"/>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00" name="Google Shape;19300;p68"/>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01" name="Google Shape;19301;p68"/>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02" name="Google Shape;19302;p68"/>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03" name="Google Shape;19303;p68"/>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04" name="Google Shape;19304;p68"/>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05" name="Google Shape;19305;p68"/>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06" name="Google Shape;19306;p68"/>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07" name="Google Shape;19307;p68"/>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08" name="Google Shape;19308;p68"/>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09" name="Google Shape;19309;p68"/>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10" name="Google Shape;19310;p68"/>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11" name="Google Shape;19311;p68"/>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12" name="Google Shape;19312;p68"/>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13" name="Google Shape;19313;p68"/>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14" name="Google Shape;19314;p68"/>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15" name="Google Shape;19315;p68"/>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16" name="Google Shape;19316;p68"/>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17" name="Google Shape;19317;p68"/>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18" name="Google Shape;19318;p68"/>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19" name="Google Shape;19319;p68"/>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20" name="Google Shape;19320;p68"/>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21" name="Google Shape;19321;p68"/>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22" name="Google Shape;19322;p68"/>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23" name="Google Shape;19323;p68"/>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24" name="Google Shape;19324;p68"/>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25" name="Google Shape;19325;p68"/>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26" name="Google Shape;19326;p68"/>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27" name="Google Shape;19327;p68"/>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28" name="Google Shape;19328;p68"/>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29" name="Google Shape;19329;p68"/>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30" name="Google Shape;19330;p68"/>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31" name="Google Shape;19331;p68"/>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32" name="Google Shape;19332;p68"/>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33" name="Google Shape;19333;p68"/>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34" name="Google Shape;19334;p68"/>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35" name="Google Shape;19335;p68"/>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336" name="Google Shape;19336;p68"/>
          <p:cNvGrpSpPr/>
          <p:nvPr/>
        </p:nvGrpSpPr>
        <p:grpSpPr>
          <a:xfrm>
            <a:off x="5776868" y="1515181"/>
            <a:ext cx="370866" cy="364151"/>
            <a:chOff x="5776868" y="1515181"/>
            <a:chExt cx="370866" cy="364151"/>
          </a:xfrm>
        </p:grpSpPr>
        <p:sp>
          <p:nvSpPr>
            <p:cNvPr id="19337" name="Google Shape;19337;p68"/>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38" name="Google Shape;19338;p68"/>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39" name="Google Shape;19339;p68"/>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40" name="Google Shape;19340;p68"/>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41" name="Google Shape;19341;p68"/>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42" name="Google Shape;19342;p68"/>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43" name="Google Shape;19343;p68"/>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44" name="Google Shape;19344;p68"/>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45" name="Google Shape;19345;p68"/>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46" name="Google Shape;19346;p68"/>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47" name="Google Shape;19347;p68"/>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48" name="Google Shape;19348;p68"/>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49" name="Google Shape;19349;p68"/>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50" name="Google Shape;19350;p68"/>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51" name="Google Shape;19351;p68"/>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52" name="Google Shape;19352;p68"/>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53" name="Google Shape;19353;p68"/>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354" name="Google Shape;19354;p68"/>
          <p:cNvGrpSpPr/>
          <p:nvPr/>
        </p:nvGrpSpPr>
        <p:grpSpPr>
          <a:xfrm>
            <a:off x="3577849" y="2432942"/>
            <a:ext cx="393660" cy="370079"/>
            <a:chOff x="3577849" y="2432942"/>
            <a:chExt cx="393660" cy="370079"/>
          </a:xfrm>
        </p:grpSpPr>
        <p:sp>
          <p:nvSpPr>
            <p:cNvPr id="19355" name="Google Shape;19355;p68"/>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56" name="Google Shape;19356;p68"/>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57" name="Google Shape;19357;p68"/>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58" name="Google Shape;19358;p68"/>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59" name="Google Shape;19359;p68"/>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60" name="Google Shape;19360;p68"/>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61" name="Google Shape;19361;p68"/>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62" name="Google Shape;19362;p68"/>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63" name="Google Shape;19363;p68"/>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64" name="Google Shape;19364;p68"/>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365" name="Google Shape;19365;p68"/>
          <p:cNvGrpSpPr/>
          <p:nvPr/>
        </p:nvGrpSpPr>
        <p:grpSpPr>
          <a:xfrm>
            <a:off x="2493999" y="2927037"/>
            <a:ext cx="370132" cy="328164"/>
            <a:chOff x="2493999" y="2927037"/>
            <a:chExt cx="370132" cy="328164"/>
          </a:xfrm>
        </p:grpSpPr>
        <p:sp>
          <p:nvSpPr>
            <p:cNvPr id="19366" name="Google Shape;19366;p68"/>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67" name="Google Shape;19367;p68"/>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68" name="Google Shape;19368;p68"/>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69" name="Google Shape;19369;p68"/>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70" name="Google Shape;19370;p68"/>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71" name="Google Shape;19371;p68"/>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72" name="Google Shape;19372;p68"/>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73" name="Google Shape;19373;p68"/>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74" name="Google Shape;19374;p68"/>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75" name="Google Shape;19375;p68"/>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76" name="Google Shape;19376;p68"/>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77" name="Google Shape;19377;p68"/>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378" name="Google Shape;19378;p68"/>
          <p:cNvGrpSpPr/>
          <p:nvPr/>
        </p:nvGrpSpPr>
        <p:grpSpPr>
          <a:xfrm>
            <a:off x="3589417" y="2950696"/>
            <a:ext cx="370315" cy="281028"/>
            <a:chOff x="3589417" y="2950696"/>
            <a:chExt cx="370315" cy="281028"/>
          </a:xfrm>
        </p:grpSpPr>
        <p:sp>
          <p:nvSpPr>
            <p:cNvPr id="19379" name="Google Shape;19379;p68"/>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80" name="Google Shape;19380;p68"/>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81" name="Google Shape;19381;p68"/>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82" name="Google Shape;19382;p68"/>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83" name="Google Shape;19383;p68"/>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84" name="Google Shape;19384;p68"/>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85" name="Google Shape;19385;p68"/>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86" name="Google Shape;19386;p68"/>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87" name="Google Shape;19387;p68"/>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88" name="Google Shape;19388;p68"/>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89" name="Google Shape;19389;p68"/>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90" name="Google Shape;19390;p68"/>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91" name="Google Shape;19391;p68"/>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92" name="Google Shape;19392;p68"/>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93" name="Google Shape;19393;p68"/>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94" name="Google Shape;19394;p68"/>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95" name="Google Shape;19395;p68"/>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96" name="Google Shape;19396;p68"/>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97" name="Google Shape;19397;p68"/>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398" name="Google Shape;19398;p68"/>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399" name="Google Shape;19399;p68"/>
          <p:cNvGrpSpPr/>
          <p:nvPr/>
        </p:nvGrpSpPr>
        <p:grpSpPr>
          <a:xfrm>
            <a:off x="3032711" y="2911718"/>
            <a:ext cx="396125" cy="359062"/>
            <a:chOff x="3032711" y="2911718"/>
            <a:chExt cx="396125" cy="359062"/>
          </a:xfrm>
        </p:grpSpPr>
        <p:sp>
          <p:nvSpPr>
            <p:cNvPr id="19400" name="Google Shape;19400;p68"/>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01" name="Google Shape;19401;p68"/>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02" name="Google Shape;19402;p68"/>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03" name="Google Shape;19403;p68"/>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04" name="Google Shape;19404;p68"/>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05" name="Google Shape;19405;p68"/>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06" name="Google Shape;19406;p68"/>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07" name="Google Shape;19407;p68"/>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08" name="Google Shape;19408;p68"/>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09" name="Google Shape;19409;p68"/>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10" name="Google Shape;19410;p68"/>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11" name="Google Shape;19411;p68"/>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412" name="Google Shape;19412;p68"/>
          <p:cNvGrpSpPr/>
          <p:nvPr/>
        </p:nvGrpSpPr>
        <p:grpSpPr>
          <a:xfrm>
            <a:off x="7417764" y="1513397"/>
            <a:ext cx="373174" cy="367692"/>
            <a:chOff x="7417764" y="1513397"/>
            <a:chExt cx="373174" cy="367692"/>
          </a:xfrm>
        </p:grpSpPr>
        <p:sp>
          <p:nvSpPr>
            <p:cNvPr id="19413" name="Google Shape;19413;p68"/>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14" name="Google Shape;19414;p68"/>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15" name="Google Shape;19415;p68"/>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16" name="Google Shape;19416;p68"/>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17" name="Google Shape;19417;p68"/>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18" name="Google Shape;19418;p68"/>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19" name="Google Shape;19419;p68"/>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20" name="Google Shape;19420;p68"/>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21" name="Google Shape;19421;p68"/>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22" name="Google Shape;19422;p68"/>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23" name="Google Shape;19423;p68"/>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24" name="Google Shape;19424;p68"/>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25" name="Google Shape;19425;p68"/>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26" name="Google Shape;19426;p68"/>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27" name="Google Shape;19427;p68"/>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28" name="Google Shape;19428;p68"/>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29" name="Google Shape;19429;p68"/>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30" name="Google Shape;19430;p68"/>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31" name="Google Shape;19431;p68"/>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432" name="Google Shape;19432;p68"/>
          <p:cNvGrpSpPr/>
          <p:nvPr/>
        </p:nvGrpSpPr>
        <p:grpSpPr>
          <a:xfrm>
            <a:off x="6871944" y="1514368"/>
            <a:ext cx="370132" cy="365672"/>
            <a:chOff x="6871944" y="1514368"/>
            <a:chExt cx="370132" cy="365672"/>
          </a:xfrm>
        </p:grpSpPr>
        <p:sp>
          <p:nvSpPr>
            <p:cNvPr id="19433" name="Google Shape;19433;p68"/>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34" name="Google Shape;19434;p68"/>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35" name="Google Shape;19435;p68"/>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36" name="Google Shape;19436;p68"/>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37" name="Google Shape;19437;p68"/>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38" name="Google Shape;19438;p68"/>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39" name="Google Shape;19439;p68"/>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40" name="Google Shape;19440;p68"/>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41" name="Google Shape;19441;p68"/>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42" name="Google Shape;19442;p68"/>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43" name="Google Shape;19443;p68"/>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44" name="Google Shape;19444;p68"/>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45" name="Google Shape;19445;p68"/>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46" name="Google Shape;19446;p68"/>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47" name="Google Shape;19447;p68"/>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48" name="Google Shape;19448;p68"/>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49" name="Google Shape;19449;p68"/>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50" name="Google Shape;19450;p68"/>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451" name="Google Shape;19451;p68"/>
          <p:cNvGrpSpPr/>
          <p:nvPr/>
        </p:nvGrpSpPr>
        <p:grpSpPr>
          <a:xfrm>
            <a:off x="6561931" y="3365261"/>
            <a:ext cx="400375" cy="370184"/>
            <a:chOff x="6561931" y="3365261"/>
            <a:chExt cx="400375" cy="370184"/>
          </a:xfrm>
        </p:grpSpPr>
        <p:sp>
          <p:nvSpPr>
            <p:cNvPr id="19452" name="Google Shape;19452;p68"/>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53" name="Google Shape;19453;p68"/>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54" name="Google Shape;19454;p68"/>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55" name="Google Shape;19455;p68"/>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56" name="Google Shape;19456;p68"/>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57" name="Google Shape;19457;p68"/>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58" name="Google Shape;19458;p68"/>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59" name="Google Shape;19459;p68"/>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60" name="Google Shape;19460;p68"/>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61" name="Google Shape;19461;p68"/>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62" name="Google Shape;19462;p68"/>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63" name="Google Shape;19463;p68"/>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464" name="Google Shape;19464;p68"/>
          <p:cNvGrpSpPr/>
          <p:nvPr/>
        </p:nvGrpSpPr>
        <p:grpSpPr>
          <a:xfrm>
            <a:off x="1942120" y="1985852"/>
            <a:ext cx="378315" cy="358695"/>
            <a:chOff x="1942120" y="1985852"/>
            <a:chExt cx="378315" cy="358695"/>
          </a:xfrm>
        </p:grpSpPr>
        <p:sp>
          <p:nvSpPr>
            <p:cNvPr id="19465" name="Google Shape;19465;p68"/>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66" name="Google Shape;19466;p68"/>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67" name="Google Shape;19467;p68"/>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68" name="Google Shape;19468;p68"/>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69" name="Google Shape;19469;p68"/>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70" name="Google Shape;19470;p68"/>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71" name="Google Shape;19471;p68"/>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72" name="Google Shape;19472;p68"/>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73" name="Google Shape;19473;p68"/>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74" name="Google Shape;19474;p68"/>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75" name="Google Shape;19475;p68"/>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76" name="Google Shape;19476;p68"/>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77" name="Google Shape;19477;p68"/>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78" name="Google Shape;19478;p68"/>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79" name="Google Shape;19479;p68"/>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80" name="Google Shape;19480;p68"/>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81" name="Google Shape;19481;p68"/>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82" name="Google Shape;19482;p68"/>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83" name="Google Shape;19483;p68"/>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84" name="Google Shape;19484;p68"/>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485" name="Google Shape;19485;p68"/>
          <p:cNvGrpSpPr/>
          <p:nvPr/>
        </p:nvGrpSpPr>
        <p:grpSpPr>
          <a:xfrm>
            <a:off x="1401415" y="2429218"/>
            <a:ext cx="364282" cy="374197"/>
            <a:chOff x="1401415" y="2429218"/>
            <a:chExt cx="364282" cy="374197"/>
          </a:xfrm>
        </p:grpSpPr>
        <p:sp>
          <p:nvSpPr>
            <p:cNvPr id="19486" name="Google Shape;19486;p68"/>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87" name="Google Shape;19487;p68"/>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88" name="Google Shape;19488;p68"/>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89" name="Google Shape;19489;p68"/>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90" name="Google Shape;19490;p68"/>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91" name="Google Shape;19491;p68"/>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92" name="Google Shape;19492;p68"/>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93" name="Google Shape;19493;p68"/>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94" name="Google Shape;19494;p68"/>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95" name="Google Shape;19495;p68"/>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96" name="Google Shape;19496;p68"/>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97" name="Google Shape;19497;p68"/>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98" name="Google Shape;19498;p68"/>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499" name="Google Shape;19499;p68"/>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00" name="Google Shape;19500;p68"/>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501" name="Google Shape;19501;p68"/>
          <p:cNvGrpSpPr/>
          <p:nvPr/>
        </p:nvGrpSpPr>
        <p:grpSpPr>
          <a:xfrm>
            <a:off x="7110427" y="3365261"/>
            <a:ext cx="400401" cy="370184"/>
            <a:chOff x="7110427" y="3365261"/>
            <a:chExt cx="400401" cy="370184"/>
          </a:xfrm>
        </p:grpSpPr>
        <p:sp>
          <p:nvSpPr>
            <p:cNvPr id="19502" name="Google Shape;19502;p68"/>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03" name="Google Shape;19503;p68"/>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04" name="Google Shape;19504;p68"/>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05" name="Google Shape;19505;p68"/>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06" name="Google Shape;19506;p68"/>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07" name="Google Shape;19507;p68"/>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08" name="Google Shape;19508;p68"/>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509" name="Google Shape;19509;p68"/>
          <p:cNvGrpSpPr/>
          <p:nvPr/>
        </p:nvGrpSpPr>
        <p:grpSpPr>
          <a:xfrm>
            <a:off x="7658949" y="3363137"/>
            <a:ext cx="400375" cy="370132"/>
            <a:chOff x="7658949" y="3363137"/>
            <a:chExt cx="400375" cy="370132"/>
          </a:xfrm>
        </p:grpSpPr>
        <p:sp>
          <p:nvSpPr>
            <p:cNvPr id="19510" name="Google Shape;19510;p68"/>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11" name="Google Shape;19511;p68"/>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12" name="Google Shape;19512;p68"/>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13" name="Google Shape;19513;p68"/>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14" name="Google Shape;19514;p68"/>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515" name="Google Shape;19515;p68"/>
          <p:cNvGrpSpPr/>
          <p:nvPr/>
        </p:nvGrpSpPr>
        <p:grpSpPr>
          <a:xfrm>
            <a:off x="3304481" y="3379389"/>
            <a:ext cx="356623" cy="370105"/>
            <a:chOff x="3307156" y="3365314"/>
            <a:chExt cx="356623" cy="370105"/>
          </a:xfrm>
        </p:grpSpPr>
        <p:sp>
          <p:nvSpPr>
            <p:cNvPr id="19516" name="Google Shape;19516;p68"/>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17" name="Google Shape;19517;p68"/>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18" name="Google Shape;19518;p68"/>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19" name="Google Shape;19519;p68"/>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20" name="Google Shape;19520;p68"/>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21" name="Google Shape;19521;p68"/>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22" name="Google Shape;19522;p68"/>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23" name="Google Shape;19523;p68"/>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24" name="Google Shape;19524;p68"/>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25" name="Google Shape;19525;p68"/>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26" name="Google Shape;19526;p68"/>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27" name="Google Shape;19527;p68"/>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28" name="Google Shape;19528;p68"/>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29" name="Google Shape;19529;p68"/>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30" name="Google Shape;19530;p68"/>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531" name="Google Shape;19531;p68"/>
          <p:cNvGrpSpPr/>
          <p:nvPr/>
        </p:nvGrpSpPr>
        <p:grpSpPr>
          <a:xfrm>
            <a:off x="7422407" y="1980107"/>
            <a:ext cx="372807" cy="370079"/>
            <a:chOff x="7422407" y="1980107"/>
            <a:chExt cx="372807" cy="370079"/>
          </a:xfrm>
        </p:grpSpPr>
        <p:sp>
          <p:nvSpPr>
            <p:cNvPr id="19532" name="Google Shape;19532;p68"/>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33" name="Google Shape;19533;p68"/>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34" name="Google Shape;19534;p68"/>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35" name="Google Shape;19535;p68"/>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36" name="Google Shape;19536;p68"/>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37" name="Google Shape;19537;p68"/>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38" name="Google Shape;19538;p68"/>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39" name="Google Shape;19539;p68"/>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40" name="Google Shape;19540;p68"/>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41" name="Google Shape;19541;p68"/>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42" name="Google Shape;19542;p68"/>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43" name="Google Shape;19543;p68"/>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44" name="Google Shape;19544;p68"/>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545" name="Google Shape;19545;p68"/>
          <p:cNvGrpSpPr/>
          <p:nvPr/>
        </p:nvGrpSpPr>
        <p:grpSpPr>
          <a:xfrm>
            <a:off x="6916141" y="2906184"/>
            <a:ext cx="289737" cy="370394"/>
            <a:chOff x="6916141" y="2906184"/>
            <a:chExt cx="289737" cy="370394"/>
          </a:xfrm>
        </p:grpSpPr>
        <p:sp>
          <p:nvSpPr>
            <p:cNvPr id="19546" name="Google Shape;19546;p68"/>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47" name="Google Shape;19547;p68"/>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48" name="Google Shape;19548;p68"/>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49" name="Google Shape;19549;p68"/>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50" name="Google Shape;19550;p68"/>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51" name="Google Shape;19551;p68"/>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52" name="Google Shape;19552;p68"/>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53" name="Google Shape;19553;p68"/>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54" name="Google Shape;19554;p68"/>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55" name="Google Shape;19555;p68"/>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56" name="Google Shape;19556;p68"/>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57" name="Google Shape;19557;p68"/>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58" name="Google Shape;19558;p68"/>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59" name="Google Shape;19559;p68"/>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60" name="Google Shape;19560;p68"/>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61" name="Google Shape;19561;p68"/>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62" name="Google Shape;19562;p68"/>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63" name="Google Shape;19563;p68"/>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64" name="Google Shape;19564;p68"/>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65" name="Google Shape;19565;p68"/>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66" name="Google Shape;19566;p68"/>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567" name="Google Shape;19567;p68"/>
          <p:cNvGrpSpPr/>
          <p:nvPr/>
        </p:nvGrpSpPr>
        <p:grpSpPr>
          <a:xfrm>
            <a:off x="7970194" y="2013577"/>
            <a:ext cx="372676" cy="331731"/>
            <a:chOff x="7970194" y="2013577"/>
            <a:chExt cx="372676" cy="331731"/>
          </a:xfrm>
        </p:grpSpPr>
        <p:sp>
          <p:nvSpPr>
            <p:cNvPr id="19568" name="Google Shape;19568;p68"/>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69" name="Google Shape;19569;p68"/>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70" name="Google Shape;19570;p68"/>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71" name="Google Shape;19571;p68"/>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72" name="Google Shape;19572;p68"/>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73" name="Google Shape;19573;p68"/>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74" name="Google Shape;19574;p68"/>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75" name="Google Shape;19575;p68"/>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76" name="Google Shape;19576;p68"/>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77" name="Google Shape;19577;p68"/>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578" name="Google Shape;19578;p68"/>
          <p:cNvGrpSpPr/>
          <p:nvPr/>
        </p:nvGrpSpPr>
        <p:grpSpPr>
          <a:xfrm>
            <a:off x="1416733" y="1512190"/>
            <a:ext cx="332964" cy="370158"/>
            <a:chOff x="1416733" y="1512190"/>
            <a:chExt cx="332964" cy="370158"/>
          </a:xfrm>
        </p:grpSpPr>
        <p:sp>
          <p:nvSpPr>
            <p:cNvPr id="19579" name="Google Shape;19579;p68"/>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80" name="Google Shape;19580;p68"/>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81" name="Google Shape;19581;p68"/>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82" name="Google Shape;19582;p68"/>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83" name="Google Shape;19583;p68"/>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84" name="Google Shape;19584;p68"/>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85" name="Google Shape;19585;p68"/>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86" name="Google Shape;19586;p68"/>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87" name="Google Shape;19587;p68"/>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88" name="Google Shape;19588;p68"/>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89" name="Google Shape;19589;p68"/>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90" name="Google Shape;19590;p68"/>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91" name="Google Shape;19591;p68"/>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92" name="Google Shape;19592;p68"/>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93" name="Google Shape;19593;p68"/>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94" name="Google Shape;19594;p68"/>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95" name="Google Shape;19595;p68"/>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96" name="Google Shape;19596;p68"/>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597" name="Google Shape;19597;p68"/>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598" name="Google Shape;19598;p68"/>
          <p:cNvGrpSpPr/>
          <p:nvPr/>
        </p:nvGrpSpPr>
        <p:grpSpPr>
          <a:xfrm>
            <a:off x="5246366" y="2906105"/>
            <a:ext cx="342852" cy="370079"/>
            <a:chOff x="5246366" y="2906105"/>
            <a:chExt cx="342852" cy="370079"/>
          </a:xfrm>
        </p:grpSpPr>
        <p:sp>
          <p:nvSpPr>
            <p:cNvPr id="19599" name="Google Shape;19599;p68"/>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00" name="Google Shape;19600;p68"/>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01" name="Google Shape;19601;p68"/>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02" name="Google Shape;19602;p68"/>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03" name="Google Shape;19603;p68"/>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04" name="Google Shape;19604;p68"/>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605" name="Google Shape;19605;p68"/>
          <p:cNvGrpSpPr/>
          <p:nvPr/>
        </p:nvGrpSpPr>
        <p:grpSpPr>
          <a:xfrm>
            <a:off x="849667" y="2434883"/>
            <a:ext cx="371259" cy="366249"/>
            <a:chOff x="849667" y="2434883"/>
            <a:chExt cx="371259" cy="366249"/>
          </a:xfrm>
        </p:grpSpPr>
        <p:sp>
          <p:nvSpPr>
            <p:cNvPr id="19606" name="Google Shape;19606;p68"/>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07" name="Google Shape;19607;p68"/>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08" name="Google Shape;19608;p68"/>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09" name="Google Shape;19609;p68"/>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10" name="Google Shape;19610;p68"/>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11" name="Google Shape;19611;p68"/>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12" name="Google Shape;19612;p68"/>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13" name="Google Shape;19613;p68"/>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14" name="Google Shape;19614;p68"/>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15" name="Google Shape;19615;p68"/>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16" name="Google Shape;19616;p68"/>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17" name="Google Shape;19617;p68"/>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18" name="Google Shape;19618;p68"/>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619" name="Google Shape;19619;p68"/>
          <p:cNvGrpSpPr/>
          <p:nvPr/>
        </p:nvGrpSpPr>
        <p:grpSpPr>
          <a:xfrm>
            <a:off x="4417026" y="3365366"/>
            <a:ext cx="332728" cy="370053"/>
            <a:chOff x="4417026" y="3365366"/>
            <a:chExt cx="332728" cy="370053"/>
          </a:xfrm>
        </p:grpSpPr>
        <p:sp>
          <p:nvSpPr>
            <p:cNvPr id="19620" name="Google Shape;19620;p68"/>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21" name="Google Shape;19621;p68"/>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22" name="Google Shape;19622;p68"/>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23" name="Google Shape;19623;p68"/>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24" name="Google Shape;19624;p68"/>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25" name="Google Shape;19625;p68"/>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26" name="Google Shape;19626;p68"/>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27" name="Google Shape;19627;p68"/>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28" name="Google Shape;19628;p68"/>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29" name="Google Shape;19629;p68"/>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30" name="Google Shape;19630;p68"/>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31" name="Google Shape;19631;p68"/>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32" name="Google Shape;19632;p68"/>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33" name="Google Shape;19633;p68"/>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34" name="Google Shape;19634;p68"/>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35" name="Google Shape;19635;p68"/>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36" name="Google Shape;19636;p68"/>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37" name="Google Shape;19637;p68"/>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638" name="Google Shape;19638;p68"/>
          <p:cNvGrpSpPr/>
          <p:nvPr/>
        </p:nvGrpSpPr>
        <p:grpSpPr>
          <a:xfrm>
            <a:off x="2497068" y="1980186"/>
            <a:ext cx="363994" cy="370105"/>
            <a:chOff x="2497068" y="1980186"/>
            <a:chExt cx="363994" cy="370105"/>
          </a:xfrm>
        </p:grpSpPr>
        <p:sp>
          <p:nvSpPr>
            <p:cNvPr id="19639" name="Google Shape;19639;p68"/>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40" name="Google Shape;19640;p68"/>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41" name="Google Shape;19641;p68"/>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42" name="Google Shape;19642;p68"/>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43" name="Google Shape;19643;p68"/>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44" name="Google Shape;19644;p68"/>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45" name="Google Shape;19645;p68"/>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46" name="Google Shape;19646;p68"/>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47" name="Google Shape;19647;p68"/>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48" name="Google Shape;19648;p68"/>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49" name="Google Shape;19649;p68"/>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50" name="Google Shape;19650;p68"/>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51" name="Google Shape;19651;p68"/>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52" name="Google Shape;19652;p68"/>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53" name="Google Shape;19653;p68"/>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54" name="Google Shape;19654;p68"/>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55" name="Google Shape;19655;p68"/>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56" name="Google Shape;19656;p68"/>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57" name="Google Shape;19657;p68"/>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58" name="Google Shape;19658;p68"/>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59" name="Google Shape;19659;p68"/>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660" name="Google Shape;19660;p68"/>
          <p:cNvGrpSpPr/>
          <p:nvPr/>
        </p:nvGrpSpPr>
        <p:grpSpPr>
          <a:xfrm>
            <a:off x="5820278" y="2906158"/>
            <a:ext cx="294904" cy="370027"/>
            <a:chOff x="5820278" y="2906158"/>
            <a:chExt cx="294904" cy="370027"/>
          </a:xfrm>
        </p:grpSpPr>
        <p:sp>
          <p:nvSpPr>
            <p:cNvPr id="19661" name="Google Shape;19661;p68"/>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62" name="Google Shape;19662;p68"/>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63" name="Google Shape;19663;p68"/>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64" name="Google Shape;19664;p68"/>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65" name="Google Shape;19665;p68"/>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66" name="Google Shape;19666;p68"/>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67" name="Google Shape;19667;p68"/>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668" name="Google Shape;19668;p68"/>
          <p:cNvGrpSpPr/>
          <p:nvPr/>
        </p:nvGrpSpPr>
        <p:grpSpPr>
          <a:xfrm>
            <a:off x="4946819" y="3383229"/>
            <a:ext cx="370132" cy="334223"/>
            <a:chOff x="4946819" y="3383229"/>
            <a:chExt cx="370132" cy="334223"/>
          </a:xfrm>
        </p:grpSpPr>
        <p:sp>
          <p:nvSpPr>
            <p:cNvPr id="19669" name="Google Shape;19669;p68"/>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70" name="Google Shape;19670;p68"/>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71" name="Google Shape;19671;p68"/>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72" name="Google Shape;19672;p68"/>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73" name="Google Shape;19673;p68"/>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74" name="Google Shape;19674;p68"/>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75" name="Google Shape;19675;p68"/>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76" name="Google Shape;19676;p68"/>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77" name="Google Shape;19677;p68"/>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678" name="Google Shape;19678;p68"/>
          <p:cNvGrpSpPr/>
          <p:nvPr/>
        </p:nvGrpSpPr>
        <p:grpSpPr>
          <a:xfrm>
            <a:off x="3038403" y="1539234"/>
            <a:ext cx="375482" cy="316072"/>
            <a:chOff x="3038403" y="1539234"/>
            <a:chExt cx="375482" cy="316072"/>
          </a:xfrm>
        </p:grpSpPr>
        <p:sp>
          <p:nvSpPr>
            <p:cNvPr id="19679" name="Google Shape;19679;p6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19680" name="Google Shape;19680;p68"/>
            <p:cNvGrpSpPr/>
            <p:nvPr/>
          </p:nvGrpSpPr>
          <p:grpSpPr>
            <a:xfrm>
              <a:off x="3038403" y="1539234"/>
              <a:ext cx="375482" cy="316072"/>
              <a:chOff x="3038403" y="1539234"/>
              <a:chExt cx="375482" cy="316072"/>
            </a:xfrm>
          </p:grpSpPr>
          <p:sp>
            <p:nvSpPr>
              <p:cNvPr id="19681" name="Google Shape;19681;p68"/>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82" name="Google Shape;19682;p68"/>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83" name="Google Shape;19683;p68"/>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84" name="Google Shape;19684;p68"/>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85" name="Google Shape;19685;p68"/>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86" name="Google Shape;19686;p68"/>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87" name="Google Shape;19687;p68"/>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88" name="Google Shape;19688;p68"/>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89" name="Google Shape;19689;p68"/>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grpSp>
        <p:nvGrpSpPr>
          <p:cNvPr id="19690" name="Google Shape;19690;p68"/>
          <p:cNvGrpSpPr/>
          <p:nvPr/>
        </p:nvGrpSpPr>
        <p:grpSpPr>
          <a:xfrm>
            <a:off x="6332865" y="2906131"/>
            <a:ext cx="360846" cy="370184"/>
            <a:chOff x="6332865" y="2906131"/>
            <a:chExt cx="360846" cy="370184"/>
          </a:xfrm>
        </p:grpSpPr>
        <p:sp>
          <p:nvSpPr>
            <p:cNvPr id="19691" name="Google Shape;19691;p68"/>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92" name="Google Shape;19692;p68"/>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93" name="Google Shape;19693;p68"/>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94" name="Google Shape;19694;p68"/>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95" name="Google Shape;19695;p68"/>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96" name="Google Shape;19696;p68"/>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97" name="Google Shape;19697;p68"/>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98" name="Google Shape;19698;p68"/>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699" name="Google Shape;19699;p68"/>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00" name="Google Shape;19700;p68"/>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01" name="Google Shape;19701;p68"/>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702" name="Google Shape;19702;p68"/>
          <p:cNvGrpSpPr/>
          <p:nvPr/>
        </p:nvGrpSpPr>
        <p:grpSpPr>
          <a:xfrm>
            <a:off x="4135079" y="1518066"/>
            <a:ext cx="370132" cy="358223"/>
            <a:chOff x="4135079" y="1518066"/>
            <a:chExt cx="370132" cy="358223"/>
          </a:xfrm>
        </p:grpSpPr>
        <p:sp>
          <p:nvSpPr>
            <p:cNvPr id="19703" name="Google Shape;19703;p68"/>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04" name="Google Shape;19704;p68"/>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05" name="Google Shape;19705;p68"/>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06" name="Google Shape;19706;p68"/>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07" name="Google Shape;19707;p68"/>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08" name="Google Shape;19708;p68"/>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09" name="Google Shape;19709;p68"/>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10" name="Google Shape;19710;p68"/>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11" name="Google Shape;19711;p68"/>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12" name="Google Shape;19712;p68"/>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13" name="Google Shape;19713;p68"/>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14" name="Google Shape;19714;p68"/>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15" name="Google Shape;19715;p68"/>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16" name="Google Shape;19716;p68"/>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17" name="Google Shape;19717;p68"/>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18" name="Google Shape;19718;p68"/>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19" name="Google Shape;19719;p68"/>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20" name="Google Shape;19720;p68"/>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21" name="Google Shape;19721;p68"/>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722" name="Google Shape;19722;p68"/>
          <p:cNvGrpSpPr/>
          <p:nvPr/>
        </p:nvGrpSpPr>
        <p:grpSpPr>
          <a:xfrm>
            <a:off x="6878869" y="1980134"/>
            <a:ext cx="361240" cy="370158"/>
            <a:chOff x="6878869" y="1980134"/>
            <a:chExt cx="361240" cy="370158"/>
          </a:xfrm>
        </p:grpSpPr>
        <p:sp>
          <p:nvSpPr>
            <p:cNvPr id="19723" name="Google Shape;19723;p68"/>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24" name="Google Shape;19724;p68"/>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25" name="Google Shape;19725;p68"/>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26" name="Google Shape;19726;p68"/>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27" name="Google Shape;19727;p68"/>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28" name="Google Shape;19728;p68"/>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29" name="Google Shape;19729;p68"/>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30" name="Google Shape;19730;p68"/>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31" name="Google Shape;19731;p68"/>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32" name="Google Shape;19732;p68"/>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33" name="Google Shape;19733;p68"/>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34" name="Google Shape;19734;p68"/>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35" name="Google Shape;19735;p68"/>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736" name="Google Shape;19736;p68"/>
          <p:cNvGrpSpPr/>
          <p:nvPr/>
        </p:nvGrpSpPr>
        <p:grpSpPr>
          <a:xfrm>
            <a:off x="2493999" y="2550033"/>
            <a:ext cx="370132" cy="259467"/>
            <a:chOff x="2493999" y="2550033"/>
            <a:chExt cx="370132" cy="259467"/>
          </a:xfrm>
        </p:grpSpPr>
        <p:sp>
          <p:nvSpPr>
            <p:cNvPr id="19737" name="Google Shape;19737;p68"/>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38" name="Google Shape;19738;p68"/>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39" name="Google Shape;19739;p68"/>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40" name="Google Shape;19740;p68"/>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41" name="Google Shape;19741;p68"/>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42" name="Google Shape;19742;p68"/>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43" name="Google Shape;19743;p68"/>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44" name="Google Shape;19744;p68"/>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45" name="Google Shape;19745;p68"/>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46" name="Google Shape;19746;p68"/>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47" name="Google Shape;19747;p68"/>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48" name="Google Shape;19748;p68"/>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49" name="Google Shape;19749;p68"/>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50" name="Google Shape;19750;p68"/>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51" name="Google Shape;19751;p68"/>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52" name="Google Shape;19752;p68"/>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53" name="Google Shape;19753;p68"/>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54" name="Google Shape;19754;p68"/>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55" name="Google Shape;19755;p68"/>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756" name="Google Shape;19756;p68"/>
          <p:cNvGrpSpPr/>
          <p:nvPr/>
        </p:nvGrpSpPr>
        <p:grpSpPr>
          <a:xfrm>
            <a:off x="1699703" y="3365261"/>
            <a:ext cx="281054" cy="370158"/>
            <a:chOff x="1699703" y="3365261"/>
            <a:chExt cx="281054" cy="370158"/>
          </a:xfrm>
        </p:grpSpPr>
        <p:sp>
          <p:nvSpPr>
            <p:cNvPr id="19757" name="Google Shape;19757;p68"/>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58" name="Google Shape;19758;p68"/>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59" name="Google Shape;19759;p68"/>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60" name="Google Shape;19760;p68"/>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61" name="Google Shape;19761;p68"/>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62" name="Google Shape;19762;p68"/>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63" name="Google Shape;19763;p68"/>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64" name="Google Shape;19764;p68"/>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65" name="Google Shape;19765;p68"/>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66" name="Google Shape;19766;p68"/>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67" name="Google Shape;19767;p68"/>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68" name="Google Shape;19768;p68"/>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69" name="Google Shape;19769;p68"/>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770" name="Google Shape;19770;p68"/>
          <p:cNvGrpSpPr/>
          <p:nvPr/>
        </p:nvGrpSpPr>
        <p:grpSpPr>
          <a:xfrm>
            <a:off x="7966810" y="1519430"/>
            <a:ext cx="369974" cy="355626"/>
            <a:chOff x="7966810" y="1519430"/>
            <a:chExt cx="369974" cy="355626"/>
          </a:xfrm>
        </p:grpSpPr>
        <p:sp>
          <p:nvSpPr>
            <p:cNvPr id="19771" name="Google Shape;19771;p68"/>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72" name="Google Shape;19772;p68"/>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73" name="Google Shape;19773;p68"/>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74" name="Google Shape;19774;p68"/>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75" name="Google Shape;19775;p68"/>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76" name="Google Shape;19776;p68"/>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77" name="Google Shape;19777;p68"/>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78" name="Google Shape;19778;p68"/>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79" name="Google Shape;19779;p68"/>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80" name="Google Shape;19780;p68"/>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81" name="Google Shape;19781;p68"/>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82" name="Google Shape;19782;p68"/>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83" name="Google Shape;19783;p68"/>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84" name="Google Shape;19784;p68"/>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85" name="Google Shape;19785;p68"/>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86" name="Google Shape;19786;p68"/>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787" name="Google Shape;19787;p68"/>
          <p:cNvGrpSpPr/>
          <p:nvPr/>
        </p:nvGrpSpPr>
        <p:grpSpPr>
          <a:xfrm>
            <a:off x="2792628" y="3365340"/>
            <a:ext cx="290445" cy="370079"/>
            <a:chOff x="2792628" y="3365340"/>
            <a:chExt cx="290445" cy="370079"/>
          </a:xfrm>
        </p:grpSpPr>
        <p:sp>
          <p:nvSpPr>
            <p:cNvPr id="19788" name="Google Shape;19788;p68"/>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89" name="Google Shape;19789;p68"/>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90" name="Google Shape;19790;p68"/>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91" name="Google Shape;19791;p68"/>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92" name="Google Shape;19792;p68"/>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93" name="Google Shape;19793;p68"/>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94" name="Google Shape;19794;p68"/>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95" name="Google Shape;19795;p68"/>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96" name="Google Shape;19796;p68"/>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97" name="Google Shape;19797;p68"/>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98" name="Google Shape;19798;p68"/>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799" name="Google Shape;19799;p68"/>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00" name="Google Shape;19800;p68"/>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01" name="Google Shape;19801;p68"/>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802" name="Google Shape;19802;p68"/>
          <p:cNvGrpSpPr/>
          <p:nvPr/>
        </p:nvGrpSpPr>
        <p:grpSpPr>
          <a:xfrm>
            <a:off x="1389585" y="1988317"/>
            <a:ext cx="388125" cy="353790"/>
            <a:chOff x="1389585" y="1988317"/>
            <a:chExt cx="388125" cy="353790"/>
          </a:xfrm>
        </p:grpSpPr>
        <p:sp>
          <p:nvSpPr>
            <p:cNvPr id="19803" name="Google Shape;19803;p68"/>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04" name="Google Shape;19804;p68"/>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05" name="Google Shape;19805;p68"/>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06" name="Google Shape;19806;p68"/>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07" name="Google Shape;19807;p68"/>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08" name="Google Shape;19808;p68"/>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09" name="Google Shape;19809;p68"/>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10" name="Google Shape;19810;p68"/>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11" name="Google Shape;19811;p68"/>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12" name="Google Shape;19812;p68"/>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13" name="Google Shape;19813;p68"/>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14" name="Google Shape;19814;p68"/>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15" name="Google Shape;19815;p68"/>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16" name="Google Shape;19816;p68"/>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17" name="Google Shape;19817;p68"/>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18" name="Google Shape;19818;p68"/>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19" name="Google Shape;19819;p68"/>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20" name="Google Shape;19820;p68"/>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21" name="Google Shape;19821;p68"/>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22" name="Google Shape;19822;p68"/>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23" name="Google Shape;19823;p68"/>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24" name="Google Shape;19824;p68"/>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825" name="Google Shape;19825;p68"/>
          <p:cNvGrpSpPr/>
          <p:nvPr/>
        </p:nvGrpSpPr>
        <p:grpSpPr>
          <a:xfrm>
            <a:off x="2492924" y="1512190"/>
            <a:ext cx="370158" cy="370158"/>
            <a:chOff x="2492924" y="1512190"/>
            <a:chExt cx="370158" cy="370158"/>
          </a:xfrm>
        </p:grpSpPr>
        <p:sp>
          <p:nvSpPr>
            <p:cNvPr id="19826" name="Google Shape;19826;p68"/>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27" name="Google Shape;19827;p68"/>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28" name="Google Shape;19828;p68"/>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29" name="Google Shape;19829;p68"/>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30" name="Google Shape;19830;p68"/>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31" name="Google Shape;19831;p68"/>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32" name="Google Shape;19832;p68"/>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33" name="Google Shape;19833;p68"/>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34" name="Google Shape;19834;p68"/>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35" name="Google Shape;19835;p68"/>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36" name="Google Shape;19836;p68"/>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37" name="Google Shape;19837;p68"/>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38" name="Google Shape;19838;p68"/>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39" name="Google Shape;19839;p68"/>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40" name="Google Shape;19840;p68"/>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41" name="Google Shape;19841;p68"/>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42" name="Google Shape;19842;p68"/>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43" name="Google Shape;19843;p68"/>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44" name="Google Shape;19844;p68"/>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45" name="Google Shape;19845;p68"/>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46" name="Google Shape;19846;p68"/>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47" name="Google Shape;19847;p68"/>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848" name="Google Shape;19848;p68"/>
          <p:cNvGrpSpPr/>
          <p:nvPr/>
        </p:nvGrpSpPr>
        <p:grpSpPr>
          <a:xfrm>
            <a:off x="1933569" y="1512243"/>
            <a:ext cx="393975" cy="370105"/>
            <a:chOff x="1933569" y="1512243"/>
            <a:chExt cx="393975" cy="370105"/>
          </a:xfrm>
        </p:grpSpPr>
        <p:sp>
          <p:nvSpPr>
            <p:cNvPr id="19849" name="Google Shape;19849;p68"/>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50" name="Google Shape;19850;p68"/>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51" name="Google Shape;19851;p68"/>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52" name="Google Shape;19852;p68"/>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53" name="Google Shape;19853;p68"/>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54" name="Google Shape;19854;p68"/>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55" name="Google Shape;19855;p68"/>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56" name="Google Shape;19856;p68"/>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57" name="Google Shape;19857;p68"/>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58" name="Google Shape;19858;p68"/>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59" name="Google Shape;19859;p68"/>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60" name="Google Shape;19860;p68"/>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61" name="Google Shape;19861;p68"/>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62" name="Google Shape;19862;p68"/>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63" name="Google Shape;19863;p68"/>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64" name="Google Shape;19864;p68"/>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65" name="Google Shape;19865;p68"/>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66" name="Google Shape;19866;p68"/>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67" name="Google Shape;19867;p68"/>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68" name="Google Shape;19868;p68"/>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69" name="Google Shape;19869;p68"/>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70" name="Google Shape;19870;p68"/>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71" name="Google Shape;19871;p68"/>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72" name="Google Shape;19872;p68"/>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73" name="Google Shape;19873;p68"/>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74" name="Google Shape;19874;p68"/>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75" name="Google Shape;19875;p68"/>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76" name="Google Shape;19876;p68"/>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877" name="Google Shape;19877;p68"/>
          <p:cNvGrpSpPr/>
          <p:nvPr/>
        </p:nvGrpSpPr>
        <p:grpSpPr>
          <a:xfrm>
            <a:off x="2236106" y="3365392"/>
            <a:ext cx="306471" cy="370000"/>
            <a:chOff x="2236106" y="3365392"/>
            <a:chExt cx="306471" cy="370000"/>
          </a:xfrm>
        </p:grpSpPr>
        <p:sp>
          <p:nvSpPr>
            <p:cNvPr id="19878" name="Google Shape;19878;p68"/>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79" name="Google Shape;19879;p68"/>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80" name="Google Shape;19880;p68"/>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81" name="Google Shape;19881;p68"/>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82" name="Google Shape;19882;p68"/>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83" name="Google Shape;19883;p68"/>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84" name="Google Shape;19884;p68"/>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85" name="Google Shape;19885;p68"/>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86" name="Google Shape;19886;p68"/>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87" name="Google Shape;19887;p68"/>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88" name="Google Shape;19888;p68"/>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89" name="Google Shape;19889;p68"/>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90" name="Google Shape;19890;p68"/>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91" name="Google Shape;19891;p68"/>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892" name="Google Shape;19892;p68"/>
          <p:cNvGrpSpPr/>
          <p:nvPr/>
        </p:nvGrpSpPr>
        <p:grpSpPr>
          <a:xfrm>
            <a:off x="5492823" y="3385563"/>
            <a:ext cx="375325" cy="329606"/>
            <a:chOff x="5492823" y="3385563"/>
            <a:chExt cx="375325" cy="329606"/>
          </a:xfrm>
        </p:grpSpPr>
        <p:sp>
          <p:nvSpPr>
            <p:cNvPr id="19893" name="Google Shape;19893;p68"/>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94" name="Google Shape;19894;p68"/>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95" name="Google Shape;19895;p68"/>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96" name="Google Shape;19896;p68"/>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97" name="Google Shape;19897;p68"/>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98" name="Google Shape;19898;p68"/>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899" name="Google Shape;19899;p68"/>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00" name="Google Shape;19900;p68"/>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01" name="Google Shape;19901;p68"/>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02" name="Google Shape;19902;p68"/>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03" name="Google Shape;19903;p68"/>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04" name="Google Shape;19904;p68"/>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05" name="Google Shape;19905;p68"/>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06" name="Google Shape;19906;p68"/>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07" name="Google Shape;19907;p68"/>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08" name="Google Shape;19908;p68"/>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09" name="Google Shape;19909;p68"/>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10" name="Google Shape;19910;p68"/>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11" name="Google Shape;19911;p68"/>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12" name="Google Shape;19912;p68"/>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913" name="Google Shape;19913;p68"/>
          <p:cNvGrpSpPr/>
          <p:nvPr/>
        </p:nvGrpSpPr>
        <p:grpSpPr>
          <a:xfrm>
            <a:off x="3041787" y="2001118"/>
            <a:ext cx="370158" cy="328164"/>
            <a:chOff x="3041787" y="2001118"/>
            <a:chExt cx="370158" cy="328164"/>
          </a:xfrm>
        </p:grpSpPr>
        <p:sp>
          <p:nvSpPr>
            <p:cNvPr id="19914" name="Google Shape;19914;p68"/>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15" name="Google Shape;19915;p68"/>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16" name="Google Shape;19916;p68"/>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17" name="Google Shape;19917;p68"/>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18" name="Google Shape;19918;p68"/>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19" name="Google Shape;19919;p68"/>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20" name="Google Shape;19920;p68"/>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21" name="Google Shape;19921;p68"/>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22" name="Google Shape;19922;p68"/>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23" name="Google Shape;19923;p68"/>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24" name="Google Shape;19924;p68"/>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25" name="Google Shape;19925;p68"/>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26" name="Google Shape;19926;p68"/>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27" name="Google Shape;19927;p68"/>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28" name="Google Shape;19928;p68"/>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29" name="Google Shape;19929;p68"/>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30" name="Google Shape;19930;p68"/>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31" name="Google Shape;19931;p68"/>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932" name="Google Shape;19932;p68"/>
          <p:cNvGrpSpPr/>
          <p:nvPr/>
        </p:nvGrpSpPr>
        <p:grpSpPr>
          <a:xfrm>
            <a:off x="5779884" y="2039125"/>
            <a:ext cx="372309" cy="328216"/>
            <a:chOff x="5779884" y="2039125"/>
            <a:chExt cx="372309" cy="328216"/>
          </a:xfrm>
        </p:grpSpPr>
        <p:sp>
          <p:nvSpPr>
            <p:cNvPr id="19933" name="Google Shape;19933;p68"/>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34" name="Google Shape;19934;p68"/>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35" name="Google Shape;19935;p68"/>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36" name="Google Shape;19936;p68"/>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37" name="Google Shape;19937;p68"/>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38" name="Google Shape;19938;p68"/>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39" name="Google Shape;19939;p68"/>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40" name="Google Shape;19940;p68"/>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41" name="Google Shape;19941;p68"/>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42" name="Google Shape;19942;p68"/>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43" name="Google Shape;19943;p68"/>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44" name="Google Shape;19944;p68"/>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45" name="Google Shape;19945;p68"/>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949"/>
        <p:cNvGrpSpPr/>
        <p:nvPr/>
      </p:nvGrpSpPr>
      <p:grpSpPr>
        <a:xfrm>
          <a:off x="0" y="0"/>
          <a:ext cx="0" cy="0"/>
          <a:chOff x="0" y="0"/>
          <a:chExt cx="0" cy="0"/>
        </a:xfrm>
      </p:grpSpPr>
      <p:sp>
        <p:nvSpPr>
          <p:cNvPr id="19950" name="Google Shape;19950;p69"/>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it-IT" noProof="0" dirty="0">
                <a:solidFill>
                  <a:srgbClr val="FFFFFF"/>
                </a:solidFill>
                <a:latin typeface="Arial"/>
                <a:ea typeface="Arial"/>
                <a:cs typeface="Arial"/>
                <a:sym typeface="Arial"/>
              </a:rPr>
              <a:t>SEO &amp; Marketing </a:t>
            </a:r>
            <a:r>
              <a:rPr lang="it-IT" noProof="0" dirty="0" err="1">
                <a:solidFill>
                  <a:srgbClr val="FFFFFF"/>
                </a:solidFill>
                <a:latin typeface="Arial"/>
                <a:ea typeface="Arial"/>
                <a:cs typeface="Arial"/>
                <a:sym typeface="Arial"/>
              </a:rPr>
              <a:t>Icons</a:t>
            </a:r>
            <a:endParaRPr lang="it-IT" noProof="0" dirty="0">
              <a:solidFill>
                <a:srgbClr val="FFFFFF"/>
              </a:solidFill>
              <a:latin typeface="Arial"/>
              <a:ea typeface="Arial"/>
              <a:cs typeface="Arial"/>
              <a:sym typeface="Arial"/>
            </a:endParaRPr>
          </a:p>
        </p:txBody>
      </p:sp>
      <p:grpSp>
        <p:nvGrpSpPr>
          <p:cNvPr id="19951" name="Google Shape;19951;p69"/>
          <p:cNvGrpSpPr/>
          <p:nvPr/>
        </p:nvGrpSpPr>
        <p:grpSpPr>
          <a:xfrm>
            <a:off x="878066" y="1981993"/>
            <a:ext cx="354610" cy="372358"/>
            <a:chOff x="878066" y="1981993"/>
            <a:chExt cx="354610" cy="372358"/>
          </a:xfrm>
        </p:grpSpPr>
        <p:sp>
          <p:nvSpPr>
            <p:cNvPr id="19952" name="Google Shape;19952;p69"/>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53" name="Google Shape;19953;p69"/>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54" name="Google Shape;19954;p69"/>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55" name="Google Shape;19955;p69"/>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56" name="Google Shape;19956;p69"/>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57" name="Google Shape;19957;p69"/>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58" name="Google Shape;19958;p69"/>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59" name="Google Shape;19959;p69"/>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60" name="Google Shape;19960;p69"/>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61" name="Google Shape;19961;p69"/>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62" name="Google Shape;19962;p69"/>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63" name="Google Shape;19963;p69"/>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64" name="Google Shape;19964;p69"/>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65" name="Google Shape;19965;p69"/>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19966" name="Google Shape;19966;p69"/>
          <p:cNvGrpSpPr/>
          <p:nvPr/>
        </p:nvGrpSpPr>
        <p:grpSpPr>
          <a:xfrm>
            <a:off x="1345794" y="1982386"/>
            <a:ext cx="371650" cy="371624"/>
            <a:chOff x="1345794" y="1982386"/>
            <a:chExt cx="371650" cy="371624"/>
          </a:xfrm>
        </p:grpSpPr>
        <p:sp>
          <p:nvSpPr>
            <p:cNvPr id="19967" name="Google Shape;19967;p69"/>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68" name="Google Shape;19968;p69"/>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69" name="Google Shape;19969;p69"/>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70" name="Google Shape;19970;p69"/>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71" name="Google Shape;19971;p69"/>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72" name="Google Shape;19972;p69"/>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73" name="Google Shape;19973;p69"/>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74" name="Google Shape;19974;p69"/>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75" name="Google Shape;19975;p69"/>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76" name="Google Shape;19976;p69"/>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77" name="Google Shape;19977;p69"/>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78" name="Google Shape;19978;p69"/>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79" name="Google Shape;19979;p69"/>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80" name="Google Shape;19980;p69"/>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81" name="Google Shape;19981;p69"/>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82" name="Google Shape;19982;p69"/>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83" name="Google Shape;19983;p69"/>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84" name="Google Shape;19984;p69"/>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85" name="Google Shape;19985;p69"/>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86" name="Google Shape;19986;p69"/>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87" name="Google Shape;19987;p69"/>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88" name="Google Shape;19988;p69"/>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89" name="Google Shape;19989;p69"/>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90" name="Google Shape;19990;p69"/>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91" name="Google Shape;19991;p69"/>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92" name="Google Shape;19992;p69"/>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93" name="Google Shape;19993;p69"/>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94" name="Google Shape;19994;p69"/>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95" name="Google Shape;19995;p69"/>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96" name="Google Shape;19996;p69"/>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97" name="Google Shape;19997;p69"/>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98" name="Google Shape;19998;p69"/>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19999" name="Google Shape;19999;p69"/>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00" name="Google Shape;20000;p69"/>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01" name="Google Shape;20001;p69"/>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02" name="Google Shape;20002;p69"/>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03" name="Google Shape;20003;p69"/>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004" name="Google Shape;20004;p69"/>
          <p:cNvGrpSpPr/>
          <p:nvPr/>
        </p:nvGrpSpPr>
        <p:grpSpPr>
          <a:xfrm>
            <a:off x="1821465" y="1981993"/>
            <a:ext cx="372410" cy="372410"/>
            <a:chOff x="1821465" y="1981993"/>
            <a:chExt cx="372410" cy="372410"/>
          </a:xfrm>
        </p:grpSpPr>
        <p:sp>
          <p:nvSpPr>
            <p:cNvPr id="20005" name="Google Shape;20005;p69"/>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06" name="Google Shape;20006;p69"/>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07" name="Google Shape;20007;p69"/>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08" name="Google Shape;20008;p69"/>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09" name="Google Shape;20009;p69"/>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10" name="Google Shape;20010;p69"/>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11" name="Google Shape;20011;p69"/>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12" name="Google Shape;20012;p69"/>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13" name="Google Shape;20013;p69"/>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14" name="Google Shape;20014;p69"/>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15" name="Google Shape;20015;p69"/>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16" name="Google Shape;20016;p69"/>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17" name="Google Shape;20017;p69"/>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18" name="Google Shape;20018;p69"/>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019" name="Google Shape;20019;p69"/>
          <p:cNvGrpSpPr/>
          <p:nvPr/>
        </p:nvGrpSpPr>
        <p:grpSpPr>
          <a:xfrm>
            <a:off x="2276348" y="1981809"/>
            <a:ext cx="415901" cy="372699"/>
            <a:chOff x="2276348" y="1981809"/>
            <a:chExt cx="415901" cy="372699"/>
          </a:xfrm>
        </p:grpSpPr>
        <p:sp>
          <p:nvSpPr>
            <p:cNvPr id="20020" name="Google Shape;20020;p69"/>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21" name="Google Shape;20021;p69"/>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22" name="Google Shape;20022;p69"/>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23" name="Google Shape;20023;p69"/>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24" name="Google Shape;20024;p69"/>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25" name="Google Shape;20025;p69"/>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26" name="Google Shape;20026;p69"/>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027" name="Google Shape;20027;p69"/>
          <p:cNvGrpSpPr/>
          <p:nvPr/>
        </p:nvGrpSpPr>
        <p:grpSpPr>
          <a:xfrm>
            <a:off x="2774354" y="2009990"/>
            <a:ext cx="372017" cy="316310"/>
            <a:chOff x="2774354" y="2009990"/>
            <a:chExt cx="372017" cy="316310"/>
          </a:xfrm>
        </p:grpSpPr>
        <p:sp>
          <p:nvSpPr>
            <p:cNvPr id="20028" name="Google Shape;20028;p69"/>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29" name="Google Shape;20029;p69"/>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30" name="Google Shape;20030;p69"/>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31" name="Google Shape;20031;p69"/>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32" name="Google Shape;20032;p69"/>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33" name="Google Shape;20033;p69"/>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34" name="Google Shape;20034;p69"/>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35" name="Google Shape;20035;p69"/>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36" name="Google Shape;20036;p69"/>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37" name="Google Shape;20037;p69"/>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38" name="Google Shape;20038;p69"/>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39" name="Google Shape;20039;p69"/>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40" name="Google Shape;20040;p69"/>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41" name="Google Shape;20041;p69"/>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42" name="Google Shape;20042;p69"/>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43" name="Google Shape;20043;p69"/>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44" name="Google Shape;20044;p69"/>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45" name="Google Shape;20045;p69"/>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46" name="Google Shape;20046;p69"/>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47" name="Google Shape;20047;p69"/>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48" name="Google Shape;20048;p69"/>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49" name="Google Shape;20049;p69"/>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50" name="Google Shape;20050;p69"/>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51" name="Google Shape;20051;p69"/>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52" name="Google Shape;20052;p69"/>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53" name="Google Shape;20053;p69"/>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054" name="Google Shape;20054;p69"/>
          <p:cNvGrpSpPr/>
          <p:nvPr/>
        </p:nvGrpSpPr>
        <p:grpSpPr>
          <a:xfrm>
            <a:off x="3722682" y="1981993"/>
            <a:ext cx="375818" cy="372043"/>
            <a:chOff x="3722682" y="1981993"/>
            <a:chExt cx="375818" cy="372043"/>
          </a:xfrm>
        </p:grpSpPr>
        <p:sp>
          <p:nvSpPr>
            <p:cNvPr id="20055" name="Google Shape;20055;p69"/>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56" name="Google Shape;20056;p69"/>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57" name="Google Shape;20057;p69"/>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58" name="Google Shape;20058;p69"/>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59" name="Google Shape;20059;p69"/>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60" name="Google Shape;20060;p69"/>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61" name="Google Shape;20061;p69"/>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62" name="Google Shape;20062;p69"/>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63" name="Google Shape;20063;p69"/>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64" name="Google Shape;20064;p69"/>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65" name="Google Shape;20065;p69"/>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66" name="Google Shape;20066;p69"/>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67" name="Google Shape;20067;p69"/>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68" name="Google Shape;20068;p69"/>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69" name="Google Shape;20069;p69"/>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070" name="Google Shape;20070;p69"/>
          <p:cNvGrpSpPr/>
          <p:nvPr/>
        </p:nvGrpSpPr>
        <p:grpSpPr>
          <a:xfrm>
            <a:off x="4201394" y="1981809"/>
            <a:ext cx="373538" cy="372305"/>
            <a:chOff x="4201394" y="1981809"/>
            <a:chExt cx="373538" cy="372305"/>
          </a:xfrm>
        </p:grpSpPr>
        <p:sp>
          <p:nvSpPr>
            <p:cNvPr id="20071" name="Google Shape;20071;p69"/>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72" name="Google Shape;20072;p69"/>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73" name="Google Shape;20073;p69"/>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74" name="Google Shape;20074;p69"/>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75" name="Google Shape;20075;p69"/>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76" name="Google Shape;20076;p69"/>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77" name="Google Shape;20077;p69"/>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78" name="Google Shape;20078;p69"/>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79" name="Google Shape;20079;p69"/>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80" name="Google Shape;20080;p69"/>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81" name="Google Shape;20081;p69"/>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82" name="Google Shape;20082;p69"/>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83" name="Google Shape;20083;p69"/>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84" name="Google Shape;20084;p69"/>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85" name="Google Shape;20085;p69"/>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86" name="Google Shape;20086;p69"/>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087" name="Google Shape;20087;p69"/>
          <p:cNvGrpSpPr/>
          <p:nvPr/>
        </p:nvGrpSpPr>
        <p:grpSpPr>
          <a:xfrm>
            <a:off x="4659658" y="1500266"/>
            <a:ext cx="422743" cy="377784"/>
            <a:chOff x="4659658" y="1500266"/>
            <a:chExt cx="422743" cy="377784"/>
          </a:xfrm>
        </p:grpSpPr>
        <p:sp>
          <p:nvSpPr>
            <p:cNvPr id="20088" name="Google Shape;20088;p69"/>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89" name="Google Shape;20089;p69"/>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90" name="Google Shape;20090;p69"/>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91" name="Google Shape;20091;p69"/>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92" name="Google Shape;20092;p69"/>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93" name="Google Shape;20093;p69"/>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94" name="Google Shape;20094;p69"/>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95" name="Google Shape;20095;p69"/>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96" name="Google Shape;20096;p69"/>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97" name="Google Shape;20097;p69"/>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98" name="Google Shape;20098;p69"/>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099" name="Google Shape;20099;p69"/>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00" name="Google Shape;20100;p69"/>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01" name="Google Shape;20101;p69"/>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02" name="Google Shape;20102;p69"/>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03" name="Google Shape;20103;p69"/>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04" name="Google Shape;20104;p69"/>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105" name="Google Shape;20105;p69"/>
          <p:cNvGrpSpPr/>
          <p:nvPr/>
        </p:nvGrpSpPr>
        <p:grpSpPr>
          <a:xfrm>
            <a:off x="5211406" y="1513504"/>
            <a:ext cx="260394" cy="351202"/>
            <a:chOff x="5211406" y="1513504"/>
            <a:chExt cx="260394" cy="351202"/>
          </a:xfrm>
        </p:grpSpPr>
        <p:sp>
          <p:nvSpPr>
            <p:cNvPr id="20106" name="Google Shape;20106;p69"/>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07" name="Google Shape;20107;p69"/>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08" name="Google Shape;20108;p69"/>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09" name="Google Shape;20109;p69"/>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10" name="Google Shape;20110;p69"/>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11" name="Google Shape;20111;p69"/>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12" name="Google Shape;20112;p69"/>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13" name="Google Shape;20113;p69"/>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14" name="Google Shape;20114;p69"/>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15" name="Google Shape;20115;p69"/>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16" name="Google Shape;20116;p69"/>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17" name="Google Shape;20117;p69"/>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18" name="Google Shape;20118;p69"/>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119" name="Google Shape;20119;p69"/>
          <p:cNvGrpSpPr/>
          <p:nvPr/>
        </p:nvGrpSpPr>
        <p:grpSpPr>
          <a:xfrm>
            <a:off x="5632602" y="1513216"/>
            <a:ext cx="366722" cy="351779"/>
            <a:chOff x="5632602" y="1513216"/>
            <a:chExt cx="366722" cy="351779"/>
          </a:xfrm>
        </p:grpSpPr>
        <p:sp>
          <p:nvSpPr>
            <p:cNvPr id="20120" name="Google Shape;20120;p69"/>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21" name="Google Shape;20121;p69"/>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22" name="Google Shape;20122;p69"/>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23" name="Google Shape;20123;p69"/>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24" name="Google Shape;20124;p69"/>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25" name="Google Shape;20125;p69"/>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26" name="Google Shape;20126;p69"/>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27" name="Google Shape;20127;p69"/>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128" name="Google Shape;20128;p69"/>
          <p:cNvGrpSpPr/>
          <p:nvPr/>
        </p:nvGrpSpPr>
        <p:grpSpPr>
          <a:xfrm>
            <a:off x="6089372" y="1527136"/>
            <a:ext cx="401902" cy="323965"/>
            <a:chOff x="6089372" y="1527136"/>
            <a:chExt cx="401902" cy="323965"/>
          </a:xfrm>
        </p:grpSpPr>
        <p:sp>
          <p:nvSpPr>
            <p:cNvPr id="20129" name="Google Shape;20129;p69"/>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30" name="Google Shape;20130;p69"/>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31" name="Google Shape;20131;p69"/>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32" name="Google Shape;20132;p69"/>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33" name="Google Shape;20133;p69"/>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34" name="Google Shape;20134;p69"/>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35" name="Google Shape;20135;p69"/>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36" name="Google Shape;20136;p69"/>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37" name="Google Shape;20137;p69"/>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38" name="Google Shape;20138;p69"/>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39" name="Google Shape;20139;p69"/>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40" name="Google Shape;20140;p69"/>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41" name="Google Shape;20141;p69"/>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42" name="Google Shape;20142;p69"/>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43" name="Google Shape;20143;p69"/>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44" name="Google Shape;20144;p69"/>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45" name="Google Shape;20145;p69"/>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46" name="Google Shape;20146;p69"/>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47" name="Google Shape;20147;p69"/>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48" name="Google Shape;20148;p69"/>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49" name="Google Shape;20149;p69"/>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50" name="Google Shape;20150;p69"/>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51" name="Google Shape;20151;p69"/>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52" name="Google Shape;20152;p69"/>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53" name="Google Shape;20153;p69"/>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54" name="Google Shape;20154;p69"/>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55" name="Google Shape;20155;p69"/>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56" name="Google Shape;20156;p69"/>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57" name="Google Shape;20157;p69"/>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58" name="Google Shape;20158;p69"/>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159" name="Google Shape;20159;p69"/>
          <p:cNvGrpSpPr/>
          <p:nvPr/>
        </p:nvGrpSpPr>
        <p:grpSpPr>
          <a:xfrm>
            <a:off x="6579435" y="1527897"/>
            <a:ext cx="370103" cy="322445"/>
            <a:chOff x="6579435" y="1527897"/>
            <a:chExt cx="370103" cy="322445"/>
          </a:xfrm>
        </p:grpSpPr>
        <p:sp>
          <p:nvSpPr>
            <p:cNvPr id="20160" name="Google Shape;20160;p69"/>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61" name="Google Shape;20161;p69"/>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62" name="Google Shape;20162;p69"/>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63" name="Google Shape;20163;p69"/>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64" name="Google Shape;20164;p69"/>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65" name="Google Shape;20165;p69"/>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66" name="Google Shape;20166;p69"/>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67" name="Google Shape;20167;p69"/>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68" name="Google Shape;20168;p69"/>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69" name="Google Shape;20169;p69"/>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70" name="Google Shape;20170;p69"/>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71" name="Google Shape;20171;p69"/>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72" name="Google Shape;20172;p69"/>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73" name="Google Shape;20173;p69"/>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74" name="Google Shape;20174;p69"/>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75" name="Google Shape;20175;p69"/>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76" name="Google Shape;20176;p69"/>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77" name="Google Shape;20177;p69"/>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78" name="Google Shape;20178;p69"/>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79" name="Google Shape;20179;p69"/>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80" name="Google Shape;20180;p69"/>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181" name="Google Shape;20181;p69"/>
          <p:cNvGrpSpPr/>
          <p:nvPr/>
        </p:nvGrpSpPr>
        <p:grpSpPr>
          <a:xfrm>
            <a:off x="6988887" y="1538854"/>
            <a:ext cx="499920" cy="300136"/>
            <a:chOff x="6988887" y="1538854"/>
            <a:chExt cx="499920" cy="300136"/>
          </a:xfrm>
        </p:grpSpPr>
        <p:sp>
          <p:nvSpPr>
            <p:cNvPr id="20182" name="Google Shape;20182;p69"/>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83" name="Google Shape;20183;p69"/>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84" name="Google Shape;20184;p69"/>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85" name="Google Shape;20185;p69"/>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86" name="Google Shape;20186;p69"/>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87" name="Google Shape;20187;p69"/>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88" name="Google Shape;20188;p69"/>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89" name="Google Shape;20189;p69"/>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90" name="Google Shape;20190;p69"/>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91" name="Google Shape;20191;p69"/>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92" name="Google Shape;20192;p69"/>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93" name="Google Shape;20193;p69"/>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94" name="Google Shape;20194;p69"/>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195" name="Google Shape;20195;p69"/>
          <p:cNvGrpSpPr/>
          <p:nvPr/>
        </p:nvGrpSpPr>
        <p:grpSpPr>
          <a:xfrm>
            <a:off x="8050359" y="1520687"/>
            <a:ext cx="279321" cy="336837"/>
            <a:chOff x="8050359" y="1520687"/>
            <a:chExt cx="279321" cy="336837"/>
          </a:xfrm>
        </p:grpSpPr>
        <p:sp>
          <p:nvSpPr>
            <p:cNvPr id="20196" name="Google Shape;20196;p69"/>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97" name="Google Shape;20197;p69"/>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98" name="Google Shape;20198;p69"/>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199" name="Google Shape;20199;p69"/>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00" name="Google Shape;20200;p69"/>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01" name="Google Shape;20201;p69"/>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02" name="Google Shape;20202;p69"/>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03" name="Google Shape;20203;p69"/>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04" name="Google Shape;20204;p69"/>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05" name="Google Shape;20205;p69"/>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06" name="Google Shape;20206;p69"/>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07" name="Google Shape;20207;p69"/>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08" name="Google Shape;20208;p69"/>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209" name="Google Shape;20209;p69"/>
          <p:cNvGrpSpPr/>
          <p:nvPr/>
        </p:nvGrpSpPr>
        <p:grpSpPr>
          <a:xfrm>
            <a:off x="6093907" y="2461832"/>
            <a:ext cx="364441" cy="339091"/>
            <a:chOff x="6093907" y="2461832"/>
            <a:chExt cx="364441" cy="339091"/>
          </a:xfrm>
        </p:grpSpPr>
        <p:sp>
          <p:nvSpPr>
            <p:cNvPr id="20210" name="Google Shape;20210;p69"/>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11" name="Google Shape;20211;p69"/>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12" name="Google Shape;20212;p69"/>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13" name="Google Shape;20213;p69"/>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14" name="Google Shape;20214;p69"/>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15" name="Google Shape;20215;p69"/>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16" name="Google Shape;20216;p69"/>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17" name="Google Shape;20217;p69"/>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18" name="Google Shape;20218;p69"/>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19" name="Google Shape;20219;p69"/>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220" name="Google Shape;20220;p69"/>
          <p:cNvGrpSpPr/>
          <p:nvPr/>
        </p:nvGrpSpPr>
        <p:grpSpPr>
          <a:xfrm>
            <a:off x="4676331" y="1980866"/>
            <a:ext cx="377680" cy="377680"/>
            <a:chOff x="4676331" y="1980866"/>
            <a:chExt cx="377680" cy="377680"/>
          </a:xfrm>
        </p:grpSpPr>
        <p:sp>
          <p:nvSpPr>
            <p:cNvPr id="20221" name="Google Shape;20221;p69"/>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22" name="Google Shape;20222;p69"/>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23" name="Google Shape;20223;p69"/>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24" name="Google Shape;20224;p69"/>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25" name="Google Shape;20225;p69"/>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26" name="Google Shape;20226;p69"/>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27" name="Google Shape;20227;p69"/>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28" name="Google Shape;20228;p69"/>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29" name="Google Shape;20229;p69"/>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30" name="Google Shape;20230;p69"/>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31" name="Google Shape;20231;p69"/>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32" name="Google Shape;20232;p69"/>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33" name="Google Shape;20233;p69"/>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34" name="Google Shape;20234;p69"/>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35" name="Google Shape;20235;p69"/>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36" name="Google Shape;20236;p69"/>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37" name="Google Shape;20237;p69"/>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38" name="Google Shape;20238;p69"/>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39" name="Google Shape;20239;p69"/>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240" name="Google Shape;20240;p69"/>
          <p:cNvGrpSpPr/>
          <p:nvPr/>
        </p:nvGrpSpPr>
        <p:grpSpPr>
          <a:xfrm>
            <a:off x="7526242" y="1522968"/>
            <a:ext cx="357651" cy="332275"/>
            <a:chOff x="7526242" y="1522968"/>
            <a:chExt cx="357651" cy="332275"/>
          </a:xfrm>
        </p:grpSpPr>
        <p:sp>
          <p:nvSpPr>
            <p:cNvPr id="20241" name="Google Shape;20241;p69"/>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42" name="Google Shape;20242;p69"/>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43" name="Google Shape;20243;p69"/>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44" name="Google Shape;20244;p69"/>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45" name="Google Shape;20245;p69"/>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46" name="Google Shape;20246;p69"/>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47" name="Google Shape;20247;p69"/>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48" name="Google Shape;20248;p69"/>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49" name="Google Shape;20249;p69"/>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50" name="Google Shape;20250;p69"/>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51" name="Google Shape;20251;p69"/>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52" name="Google Shape;20252;p69"/>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53" name="Google Shape;20253;p69"/>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54" name="Google Shape;20254;p69"/>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55" name="Google Shape;20255;p69"/>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56" name="Google Shape;20256;p69"/>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257" name="Google Shape;20257;p69"/>
          <p:cNvGrpSpPr/>
          <p:nvPr/>
        </p:nvGrpSpPr>
        <p:grpSpPr>
          <a:xfrm>
            <a:off x="3250786" y="1982386"/>
            <a:ext cx="371650" cy="371624"/>
            <a:chOff x="3250786" y="1982386"/>
            <a:chExt cx="371650" cy="371624"/>
          </a:xfrm>
        </p:grpSpPr>
        <p:sp>
          <p:nvSpPr>
            <p:cNvPr id="20258" name="Google Shape;20258;p69"/>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59" name="Google Shape;20259;p69"/>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60" name="Google Shape;20260;p69"/>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61" name="Google Shape;20261;p69"/>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62" name="Google Shape;20262;p69"/>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63" name="Google Shape;20263;p69"/>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64" name="Google Shape;20264;p69"/>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65" name="Google Shape;20265;p69"/>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66" name="Google Shape;20266;p69"/>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67" name="Google Shape;20267;p69"/>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68" name="Google Shape;20268;p69"/>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69" name="Google Shape;20269;p69"/>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70" name="Google Shape;20270;p69"/>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71" name="Google Shape;20271;p69"/>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72" name="Google Shape;20272;p69"/>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73" name="Google Shape;20273;p69"/>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74" name="Google Shape;20274;p69"/>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75" name="Google Shape;20275;p69"/>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76" name="Google Shape;20276;p69"/>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77" name="Google Shape;20277;p69"/>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78" name="Google Shape;20278;p69"/>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79" name="Google Shape;20279;p69"/>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80" name="Google Shape;20280;p69"/>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81" name="Google Shape;20281;p69"/>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82" name="Google Shape;20282;p69"/>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83" name="Google Shape;20283;p69"/>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84" name="Google Shape;20284;p69"/>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85" name="Google Shape;20285;p69"/>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86" name="Google Shape;20286;p69"/>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87" name="Google Shape;20287;p69"/>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288" name="Google Shape;20288;p69"/>
          <p:cNvGrpSpPr/>
          <p:nvPr/>
        </p:nvGrpSpPr>
        <p:grpSpPr>
          <a:xfrm>
            <a:off x="1342386" y="2916322"/>
            <a:ext cx="373538" cy="331515"/>
            <a:chOff x="1342386" y="2916322"/>
            <a:chExt cx="373538" cy="331515"/>
          </a:xfrm>
        </p:grpSpPr>
        <p:sp>
          <p:nvSpPr>
            <p:cNvPr id="20289" name="Google Shape;20289;p69"/>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90" name="Google Shape;20290;p69"/>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91" name="Google Shape;20291;p69"/>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92" name="Google Shape;20292;p69"/>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93" name="Google Shape;20293;p69"/>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94" name="Google Shape;20294;p69"/>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95" name="Google Shape;20295;p69"/>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96" name="Google Shape;20296;p69"/>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97" name="Google Shape;20297;p69"/>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98" name="Google Shape;20298;p69"/>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299" name="Google Shape;20299;p69"/>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300" name="Google Shape;20300;p69"/>
          <p:cNvGrpSpPr/>
          <p:nvPr/>
        </p:nvGrpSpPr>
        <p:grpSpPr>
          <a:xfrm>
            <a:off x="2294122" y="2946600"/>
            <a:ext cx="373931" cy="271351"/>
            <a:chOff x="2294122" y="2946600"/>
            <a:chExt cx="373931" cy="271351"/>
          </a:xfrm>
        </p:grpSpPr>
        <p:sp>
          <p:nvSpPr>
            <p:cNvPr id="20301" name="Google Shape;20301;p69"/>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02" name="Google Shape;20302;p69"/>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03" name="Google Shape;20303;p69"/>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04" name="Google Shape;20304;p69"/>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05" name="Google Shape;20305;p69"/>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06" name="Google Shape;20306;p69"/>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07" name="Google Shape;20307;p69"/>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08" name="Google Shape;20308;p69"/>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09" name="Google Shape;20309;p69"/>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10" name="Google Shape;20310;p69"/>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11" name="Google Shape;20311;p69"/>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12" name="Google Shape;20312;p69"/>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13" name="Google Shape;20313;p69"/>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14" name="Google Shape;20314;p69"/>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15" name="Google Shape;20315;p69"/>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16" name="Google Shape;20316;p69"/>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17" name="Google Shape;20317;p69"/>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18" name="Google Shape;20318;p69"/>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19" name="Google Shape;20319;p69"/>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20" name="Google Shape;20320;p69"/>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21" name="Google Shape;20321;p69"/>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22" name="Google Shape;20322;p69"/>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23" name="Google Shape;20323;p69"/>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24" name="Google Shape;20324;p69"/>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25" name="Google Shape;20325;p69"/>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26" name="Google Shape;20326;p69"/>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27" name="Google Shape;20327;p69"/>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28" name="Google Shape;20328;p69"/>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29" name="Google Shape;20329;p69"/>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30" name="Google Shape;20330;p69"/>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331" name="Google Shape;20331;p69"/>
          <p:cNvGrpSpPr/>
          <p:nvPr/>
        </p:nvGrpSpPr>
        <p:grpSpPr>
          <a:xfrm>
            <a:off x="2769819" y="2907251"/>
            <a:ext cx="373905" cy="349682"/>
            <a:chOff x="2769819" y="2907251"/>
            <a:chExt cx="373905" cy="349682"/>
          </a:xfrm>
        </p:grpSpPr>
        <p:sp>
          <p:nvSpPr>
            <p:cNvPr id="20332" name="Google Shape;20332;p69"/>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33" name="Google Shape;20333;p69"/>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34" name="Google Shape;20334;p69"/>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35" name="Google Shape;20335;p69"/>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36" name="Google Shape;20336;p69"/>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37" name="Google Shape;20337;p69"/>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38" name="Google Shape;20338;p69"/>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39" name="Google Shape;20339;p69"/>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40" name="Google Shape;20340;p69"/>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41" name="Google Shape;20341;p69"/>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42" name="Google Shape;20342;p69"/>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43" name="Google Shape;20343;p69"/>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44" name="Google Shape;20344;p69"/>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45" name="Google Shape;20345;p69"/>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46" name="Google Shape;20346;p69"/>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47" name="Google Shape;20347;p69"/>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48" name="Google Shape;20348;p69"/>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349" name="Google Shape;20349;p69"/>
          <p:cNvGrpSpPr/>
          <p:nvPr/>
        </p:nvGrpSpPr>
        <p:grpSpPr>
          <a:xfrm>
            <a:off x="3246251" y="2895245"/>
            <a:ext cx="375792" cy="373800"/>
            <a:chOff x="3246251" y="2895245"/>
            <a:chExt cx="375792" cy="373800"/>
          </a:xfrm>
        </p:grpSpPr>
        <p:sp>
          <p:nvSpPr>
            <p:cNvPr id="20350" name="Google Shape;20350;p69"/>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51" name="Google Shape;20351;p69"/>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52" name="Google Shape;20352;p69"/>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53" name="Google Shape;20353;p69"/>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54" name="Google Shape;20354;p69"/>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55" name="Google Shape;20355;p69"/>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56" name="Google Shape;20356;p69"/>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57" name="Google Shape;20357;p69"/>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58" name="Google Shape;20358;p69"/>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59" name="Google Shape;20359;p69"/>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60" name="Google Shape;20360;p69"/>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61" name="Google Shape;20361;p69"/>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62" name="Google Shape;20362;p69"/>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63" name="Google Shape;20363;p69"/>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364" name="Google Shape;20364;p69"/>
          <p:cNvGrpSpPr/>
          <p:nvPr/>
        </p:nvGrpSpPr>
        <p:grpSpPr>
          <a:xfrm>
            <a:off x="3791182" y="2895454"/>
            <a:ext cx="234650" cy="373590"/>
            <a:chOff x="3791182" y="2895454"/>
            <a:chExt cx="234650" cy="373590"/>
          </a:xfrm>
        </p:grpSpPr>
        <p:sp>
          <p:nvSpPr>
            <p:cNvPr id="20365" name="Google Shape;20365;p69"/>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66" name="Google Shape;20366;p69"/>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67" name="Google Shape;20367;p69"/>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68" name="Google Shape;20368;p69"/>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69" name="Google Shape;20369;p69"/>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70" name="Google Shape;20370;p69"/>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71" name="Google Shape;20371;p69"/>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72" name="Google Shape;20372;p69"/>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73" name="Google Shape;20373;p69"/>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374" name="Google Shape;20374;p69"/>
          <p:cNvGrpSpPr/>
          <p:nvPr/>
        </p:nvGrpSpPr>
        <p:grpSpPr>
          <a:xfrm>
            <a:off x="7042995" y="2489463"/>
            <a:ext cx="364441" cy="256225"/>
            <a:chOff x="7042995" y="2489463"/>
            <a:chExt cx="364441" cy="256225"/>
          </a:xfrm>
        </p:grpSpPr>
        <p:sp>
          <p:nvSpPr>
            <p:cNvPr id="20375" name="Google Shape;20375;p69"/>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76" name="Google Shape;20376;p69"/>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77" name="Google Shape;20377;p69"/>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78" name="Google Shape;20378;p69"/>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79" name="Google Shape;20379;p69"/>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80" name="Google Shape;20380;p69"/>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81" name="Google Shape;20381;p69"/>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82" name="Google Shape;20382;p69"/>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83" name="Google Shape;20383;p69"/>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384" name="Google Shape;20384;p69"/>
          <p:cNvGrpSpPr/>
          <p:nvPr/>
        </p:nvGrpSpPr>
        <p:grpSpPr>
          <a:xfrm>
            <a:off x="7517172" y="2437007"/>
            <a:ext cx="364284" cy="361243"/>
            <a:chOff x="7517172" y="2437007"/>
            <a:chExt cx="364284" cy="361243"/>
          </a:xfrm>
        </p:grpSpPr>
        <p:sp>
          <p:nvSpPr>
            <p:cNvPr id="20385" name="Google Shape;20385;p69"/>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86" name="Google Shape;20386;p69"/>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87" name="Google Shape;20387;p69"/>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88" name="Google Shape;20388;p69"/>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89" name="Google Shape;20389;p69"/>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90" name="Google Shape;20390;p69"/>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91" name="Google Shape;20391;p69"/>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92" name="Google Shape;20392;p69"/>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93" name="Google Shape;20393;p69"/>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94" name="Google Shape;20394;p69"/>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95" name="Google Shape;20395;p69"/>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96" name="Google Shape;20396;p69"/>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97" name="Google Shape;20397;p69"/>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98" name="Google Shape;20398;p69"/>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399" name="Google Shape;20399;p69"/>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00" name="Google Shape;20400;p69"/>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01" name="Google Shape;20401;p69"/>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02" name="Google Shape;20402;p69"/>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03" name="Google Shape;20403;p69"/>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04" name="Google Shape;20404;p69"/>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05" name="Google Shape;20405;p69"/>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406" name="Google Shape;20406;p69"/>
          <p:cNvGrpSpPr/>
          <p:nvPr/>
        </p:nvGrpSpPr>
        <p:grpSpPr>
          <a:xfrm>
            <a:off x="8006475" y="2436954"/>
            <a:ext cx="335290" cy="361321"/>
            <a:chOff x="8006475" y="2436954"/>
            <a:chExt cx="335290" cy="361321"/>
          </a:xfrm>
        </p:grpSpPr>
        <p:sp>
          <p:nvSpPr>
            <p:cNvPr id="20407" name="Google Shape;20407;p69"/>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08" name="Google Shape;20408;p69"/>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09" name="Google Shape;20409;p69"/>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10" name="Google Shape;20410;p69"/>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11" name="Google Shape;20411;p69"/>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12" name="Google Shape;20412;p69"/>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13" name="Google Shape;20413;p69"/>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14" name="Google Shape;20414;p69"/>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15" name="Google Shape;20415;p69"/>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16" name="Google Shape;20416;p69"/>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17" name="Google Shape;20417;p69"/>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18" name="Google Shape;20418;p69"/>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19" name="Google Shape;20419;p69"/>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20" name="Google Shape;20420;p69"/>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21" name="Google Shape;20421;p69"/>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22" name="Google Shape;20422;p69"/>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23" name="Google Shape;20423;p69"/>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24" name="Google Shape;20424;p69"/>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25" name="Google Shape;20425;p69"/>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426" name="Google Shape;20426;p69"/>
          <p:cNvGrpSpPr/>
          <p:nvPr/>
        </p:nvGrpSpPr>
        <p:grpSpPr>
          <a:xfrm>
            <a:off x="5596661" y="2909139"/>
            <a:ext cx="394326" cy="349682"/>
            <a:chOff x="5596661" y="2909139"/>
            <a:chExt cx="394326" cy="349682"/>
          </a:xfrm>
        </p:grpSpPr>
        <p:sp>
          <p:nvSpPr>
            <p:cNvPr id="20427" name="Google Shape;20427;p69"/>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28" name="Google Shape;20428;p69"/>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29" name="Google Shape;20429;p69"/>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30" name="Google Shape;20430;p69"/>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31" name="Google Shape;20431;p69"/>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32" name="Google Shape;20432;p69"/>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33" name="Google Shape;20433;p69"/>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34" name="Google Shape;20434;p69"/>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35" name="Google Shape;20435;p69"/>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36" name="Google Shape;20436;p69"/>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37" name="Google Shape;20437;p69"/>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38" name="Google Shape;20438;p69"/>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39" name="Google Shape;20439;p69"/>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40" name="Google Shape;20440;p69"/>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41" name="Google Shape;20441;p69"/>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42" name="Google Shape;20442;p69"/>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443" name="Google Shape;20443;p69"/>
          <p:cNvGrpSpPr/>
          <p:nvPr/>
        </p:nvGrpSpPr>
        <p:grpSpPr>
          <a:xfrm>
            <a:off x="874658" y="2914408"/>
            <a:ext cx="356891" cy="335709"/>
            <a:chOff x="874658" y="2914408"/>
            <a:chExt cx="356891" cy="335709"/>
          </a:xfrm>
        </p:grpSpPr>
        <p:sp>
          <p:nvSpPr>
            <p:cNvPr id="20444" name="Google Shape;20444;p69"/>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45" name="Google Shape;20445;p69"/>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46" name="Google Shape;20446;p69"/>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47" name="Google Shape;20447;p69"/>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48" name="Google Shape;20448;p69"/>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49" name="Google Shape;20449;p69"/>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50" name="Google Shape;20450;p69"/>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51" name="Google Shape;20451;p69"/>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52" name="Google Shape;20452;p69"/>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53" name="Google Shape;20453;p69"/>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54" name="Google Shape;20454;p69"/>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55" name="Google Shape;20455;p69"/>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56" name="Google Shape;20456;p69"/>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57" name="Google Shape;20457;p69"/>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58" name="Google Shape;20458;p69"/>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59" name="Google Shape;20459;p69"/>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60" name="Google Shape;20460;p69"/>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61" name="Google Shape;20461;p69"/>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62" name="Google Shape;20462;p69"/>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63" name="Google Shape;20463;p69"/>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464" name="Google Shape;20464;p69"/>
          <p:cNvGrpSpPr/>
          <p:nvPr/>
        </p:nvGrpSpPr>
        <p:grpSpPr>
          <a:xfrm>
            <a:off x="4230912" y="2929193"/>
            <a:ext cx="308813" cy="306165"/>
            <a:chOff x="4230912" y="2929193"/>
            <a:chExt cx="308813" cy="306165"/>
          </a:xfrm>
        </p:grpSpPr>
        <p:sp>
          <p:nvSpPr>
            <p:cNvPr id="20465" name="Google Shape;20465;p69"/>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66" name="Google Shape;20466;p69"/>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67" name="Google Shape;20467;p69"/>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68" name="Google Shape;20468;p69"/>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69" name="Google Shape;20469;p69"/>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70" name="Google Shape;20470;p69"/>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71" name="Google Shape;20471;p69"/>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72" name="Google Shape;20472;p69"/>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73" name="Google Shape;20473;p69"/>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74" name="Google Shape;20474;p69"/>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75" name="Google Shape;20475;p69"/>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76" name="Google Shape;20476;p69"/>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77" name="Google Shape;20477;p69"/>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78" name="Google Shape;20478;p69"/>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79" name="Google Shape;20479;p69"/>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480" name="Google Shape;20480;p69"/>
          <p:cNvGrpSpPr/>
          <p:nvPr/>
        </p:nvGrpSpPr>
        <p:grpSpPr>
          <a:xfrm>
            <a:off x="4627886" y="3401089"/>
            <a:ext cx="409111" cy="267944"/>
            <a:chOff x="4627886" y="3401089"/>
            <a:chExt cx="409111" cy="267944"/>
          </a:xfrm>
        </p:grpSpPr>
        <p:sp>
          <p:nvSpPr>
            <p:cNvPr id="20481" name="Google Shape;20481;p69"/>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82" name="Google Shape;20482;p69"/>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83" name="Google Shape;20483;p69"/>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84" name="Google Shape;20484;p69"/>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85" name="Google Shape;20485;p69"/>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86" name="Google Shape;20486;p69"/>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87" name="Google Shape;20487;p69"/>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88" name="Google Shape;20488;p69"/>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89" name="Google Shape;20489;p69"/>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90" name="Google Shape;20490;p69"/>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91" name="Google Shape;20491;p69"/>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492" name="Google Shape;20492;p69"/>
          <p:cNvGrpSpPr/>
          <p:nvPr/>
        </p:nvGrpSpPr>
        <p:grpSpPr>
          <a:xfrm>
            <a:off x="4652476" y="2898915"/>
            <a:ext cx="386016" cy="384495"/>
            <a:chOff x="4652476" y="2898915"/>
            <a:chExt cx="386016" cy="384495"/>
          </a:xfrm>
        </p:grpSpPr>
        <p:sp>
          <p:nvSpPr>
            <p:cNvPr id="20493" name="Google Shape;20493;p69"/>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94" name="Google Shape;20494;p69"/>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95" name="Google Shape;20495;p69"/>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96" name="Google Shape;20496;p69"/>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97" name="Google Shape;20497;p69"/>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98" name="Google Shape;20498;p69"/>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499" name="Google Shape;20499;p69"/>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00" name="Google Shape;20500;p69"/>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01" name="Google Shape;20501;p69"/>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502" name="Google Shape;20502;p69"/>
          <p:cNvGrpSpPr/>
          <p:nvPr/>
        </p:nvGrpSpPr>
        <p:grpSpPr>
          <a:xfrm>
            <a:off x="5156931" y="2922194"/>
            <a:ext cx="324699" cy="347611"/>
            <a:chOff x="5156931" y="2922194"/>
            <a:chExt cx="324699" cy="347611"/>
          </a:xfrm>
        </p:grpSpPr>
        <p:sp>
          <p:nvSpPr>
            <p:cNvPr id="20503" name="Google Shape;20503;p69"/>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04" name="Google Shape;20504;p69"/>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05" name="Google Shape;20505;p69"/>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06" name="Google Shape;20506;p69"/>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07" name="Google Shape;20507;p69"/>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08" name="Google Shape;20508;p69"/>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09" name="Google Shape;20509;p69"/>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10" name="Google Shape;20510;p69"/>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11" name="Google Shape;20511;p69"/>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12" name="Google Shape;20512;p69"/>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13" name="Google Shape;20513;p69"/>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14" name="Google Shape;20514;p69"/>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15" name="Google Shape;20515;p69"/>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16" name="Google Shape;20516;p69"/>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17" name="Google Shape;20517;p69"/>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18" name="Google Shape;20518;p69"/>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519" name="Google Shape;20519;p69"/>
          <p:cNvGrpSpPr/>
          <p:nvPr/>
        </p:nvGrpSpPr>
        <p:grpSpPr>
          <a:xfrm>
            <a:off x="6086331" y="2905337"/>
            <a:ext cx="364441" cy="364834"/>
            <a:chOff x="6086331" y="2905337"/>
            <a:chExt cx="364441" cy="364834"/>
          </a:xfrm>
        </p:grpSpPr>
        <p:sp>
          <p:nvSpPr>
            <p:cNvPr id="20520" name="Google Shape;20520;p69"/>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21" name="Google Shape;20521;p69"/>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22" name="Google Shape;20522;p69"/>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23" name="Google Shape;20523;p69"/>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24" name="Google Shape;20524;p69"/>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25" name="Google Shape;20525;p69"/>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526" name="Google Shape;20526;p69"/>
          <p:cNvGrpSpPr/>
          <p:nvPr/>
        </p:nvGrpSpPr>
        <p:grpSpPr>
          <a:xfrm>
            <a:off x="6554059" y="2907251"/>
            <a:ext cx="377706" cy="377680"/>
            <a:chOff x="6554059" y="2907251"/>
            <a:chExt cx="377706" cy="377680"/>
          </a:xfrm>
        </p:grpSpPr>
        <p:sp>
          <p:nvSpPr>
            <p:cNvPr id="20527" name="Google Shape;20527;p69"/>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28" name="Google Shape;20528;p69"/>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29" name="Google Shape;20529;p69"/>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30" name="Google Shape;20530;p69"/>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31" name="Google Shape;20531;p69"/>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32" name="Google Shape;20532;p69"/>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33" name="Google Shape;20533;p69"/>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34" name="Google Shape;20534;p69"/>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35" name="Google Shape;20535;p69"/>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36" name="Google Shape;20536;p69"/>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37" name="Google Shape;20537;p69"/>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38" name="Google Shape;20538;p69"/>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39" name="Google Shape;20539;p69"/>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40" name="Google Shape;20540;p69"/>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41" name="Google Shape;20541;p69"/>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42" name="Google Shape;20542;p69"/>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43" name="Google Shape;20543;p69"/>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44" name="Google Shape;20544;p69"/>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45" name="Google Shape;20545;p69"/>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46" name="Google Shape;20546;p69"/>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47" name="Google Shape;20547;p69"/>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548" name="Google Shape;20548;p69"/>
          <p:cNvGrpSpPr/>
          <p:nvPr/>
        </p:nvGrpSpPr>
        <p:grpSpPr>
          <a:xfrm>
            <a:off x="7491796" y="2945446"/>
            <a:ext cx="400801" cy="317542"/>
            <a:chOff x="7491796" y="2945446"/>
            <a:chExt cx="400801" cy="317542"/>
          </a:xfrm>
        </p:grpSpPr>
        <p:sp>
          <p:nvSpPr>
            <p:cNvPr id="20549" name="Google Shape;20549;p69"/>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50" name="Google Shape;20550;p69"/>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51" name="Google Shape;20551;p69"/>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52" name="Google Shape;20552;p69"/>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53" name="Google Shape;20553;p69"/>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54" name="Google Shape;20554;p69"/>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55" name="Google Shape;20555;p69"/>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56" name="Google Shape;20556;p69"/>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57" name="Google Shape;20557;p69"/>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58" name="Google Shape;20558;p69"/>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59" name="Google Shape;20559;p69"/>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60" name="Google Shape;20560;p69"/>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61" name="Google Shape;20561;p69"/>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62" name="Google Shape;20562;p69"/>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63" name="Google Shape;20563;p69"/>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64" name="Google Shape;20564;p69"/>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65" name="Google Shape;20565;p69"/>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66" name="Google Shape;20566;p69"/>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67" name="Google Shape;20567;p69"/>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68" name="Google Shape;20568;p69"/>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69" name="Google Shape;20569;p69"/>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70" name="Google Shape;20570;p69"/>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571" name="Google Shape;20571;p69"/>
          <p:cNvGrpSpPr/>
          <p:nvPr/>
        </p:nvGrpSpPr>
        <p:grpSpPr>
          <a:xfrm>
            <a:off x="7045643" y="2907723"/>
            <a:ext cx="345304" cy="365857"/>
            <a:chOff x="7045643" y="2907723"/>
            <a:chExt cx="345304" cy="365857"/>
          </a:xfrm>
        </p:grpSpPr>
        <p:sp>
          <p:nvSpPr>
            <p:cNvPr id="20572" name="Google Shape;20572;p69"/>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73" name="Google Shape;20573;p69"/>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74" name="Google Shape;20574;p69"/>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75" name="Google Shape;20575;p69"/>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76" name="Google Shape;20576;p69"/>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77" name="Google Shape;20577;p69"/>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78" name="Google Shape;20578;p69"/>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79" name="Google Shape;20579;p69"/>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80" name="Google Shape;20580;p69"/>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81" name="Google Shape;20581;p69"/>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82" name="Google Shape;20582;p69"/>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83" name="Google Shape;20583;p69"/>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84" name="Google Shape;20584;p69"/>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85" name="Google Shape;20585;p69"/>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86" name="Google Shape;20586;p69"/>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87" name="Google Shape;20587;p69"/>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88" name="Google Shape;20588;p69"/>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89" name="Google Shape;20589;p69"/>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90" name="Google Shape;20590;p69"/>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591" name="Google Shape;20591;p69"/>
          <p:cNvGrpSpPr/>
          <p:nvPr/>
        </p:nvGrpSpPr>
        <p:grpSpPr>
          <a:xfrm>
            <a:off x="7992843" y="2907251"/>
            <a:ext cx="347794" cy="366328"/>
            <a:chOff x="7992843" y="2907251"/>
            <a:chExt cx="347794" cy="366328"/>
          </a:xfrm>
        </p:grpSpPr>
        <p:sp>
          <p:nvSpPr>
            <p:cNvPr id="20592" name="Google Shape;20592;p69"/>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93" name="Google Shape;20593;p69"/>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94" name="Google Shape;20594;p69"/>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95" name="Google Shape;20595;p69"/>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96" name="Google Shape;20596;p69"/>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97" name="Google Shape;20597;p69"/>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98" name="Google Shape;20598;p69"/>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599" name="Google Shape;20599;p69"/>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00" name="Google Shape;20600;p69"/>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01" name="Google Shape;20601;p69"/>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02" name="Google Shape;20602;p69"/>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03" name="Google Shape;20603;p69"/>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04" name="Google Shape;20604;p69"/>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05" name="Google Shape;20605;p69"/>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06" name="Google Shape;20606;p69"/>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07" name="Google Shape;20607;p69"/>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08" name="Google Shape;20608;p69"/>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09" name="Google Shape;20609;p69"/>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10" name="Google Shape;20610;p69"/>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11" name="Google Shape;20611;p69"/>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12" name="Google Shape;20612;p69"/>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13" name="Google Shape;20613;p69"/>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14" name="Google Shape;20614;p69"/>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15" name="Google Shape;20615;p69"/>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16" name="Google Shape;20616;p69"/>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17" name="Google Shape;20617;p69"/>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18" name="Google Shape;20618;p69"/>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19" name="Google Shape;20619;p69"/>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20" name="Google Shape;20620;p69"/>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21" name="Google Shape;20621;p69"/>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22" name="Google Shape;20622;p69"/>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23" name="Google Shape;20623;p69"/>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24" name="Google Shape;20624;p69"/>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625" name="Google Shape;20625;p69"/>
          <p:cNvGrpSpPr/>
          <p:nvPr/>
        </p:nvGrpSpPr>
        <p:grpSpPr>
          <a:xfrm>
            <a:off x="873898" y="1512377"/>
            <a:ext cx="398127" cy="353457"/>
            <a:chOff x="873898" y="1512377"/>
            <a:chExt cx="398127" cy="353457"/>
          </a:xfrm>
        </p:grpSpPr>
        <p:sp>
          <p:nvSpPr>
            <p:cNvPr id="20626" name="Google Shape;20626;p69"/>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27" name="Google Shape;20627;p69"/>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28" name="Google Shape;20628;p69"/>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29" name="Google Shape;20629;p69"/>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30" name="Google Shape;20630;p69"/>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31" name="Google Shape;20631;p69"/>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32" name="Google Shape;20632;p69"/>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33" name="Google Shape;20633;p69"/>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34" name="Google Shape;20634;p69"/>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35" name="Google Shape;20635;p69"/>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36" name="Google Shape;20636;p69"/>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37" name="Google Shape;20637;p69"/>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38" name="Google Shape;20638;p69"/>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39" name="Google Shape;20639;p69"/>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40" name="Google Shape;20640;p69"/>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41" name="Google Shape;20641;p69"/>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42" name="Google Shape;20642;p69"/>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43" name="Google Shape;20643;p69"/>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44" name="Google Shape;20644;p69"/>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645" name="Google Shape;20645;p69"/>
          <p:cNvGrpSpPr/>
          <p:nvPr/>
        </p:nvGrpSpPr>
        <p:grpSpPr>
          <a:xfrm>
            <a:off x="1424125" y="1515680"/>
            <a:ext cx="246762" cy="347139"/>
            <a:chOff x="1424125" y="1515680"/>
            <a:chExt cx="246762" cy="347139"/>
          </a:xfrm>
        </p:grpSpPr>
        <p:sp>
          <p:nvSpPr>
            <p:cNvPr id="20646" name="Google Shape;20646;p69"/>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47" name="Google Shape;20647;p69"/>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48" name="Google Shape;20648;p69"/>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49" name="Google Shape;20649;p69"/>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50" name="Google Shape;20650;p69"/>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51" name="Google Shape;20651;p69"/>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52" name="Google Shape;20652;p69"/>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53" name="Google Shape;20653;p69"/>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54" name="Google Shape;20654;p69"/>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55" name="Google Shape;20655;p69"/>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56" name="Google Shape;20656;p69"/>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57" name="Google Shape;20657;p69"/>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58" name="Google Shape;20658;p69"/>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59" name="Google Shape;20659;p69"/>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60" name="Google Shape;20660;p69"/>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61" name="Google Shape;20661;p69"/>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62" name="Google Shape;20662;p69"/>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63" name="Google Shape;20663;p69"/>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64" name="Google Shape;20664;p69"/>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65" name="Google Shape;20665;p69"/>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666" name="Google Shape;20666;p69"/>
          <p:cNvGrpSpPr/>
          <p:nvPr/>
        </p:nvGrpSpPr>
        <p:grpSpPr>
          <a:xfrm>
            <a:off x="2319498" y="1512744"/>
            <a:ext cx="352697" cy="352723"/>
            <a:chOff x="2319498" y="1512744"/>
            <a:chExt cx="352697" cy="352723"/>
          </a:xfrm>
        </p:grpSpPr>
        <p:sp>
          <p:nvSpPr>
            <p:cNvPr id="20667" name="Google Shape;20667;p69"/>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68" name="Google Shape;20668;p69"/>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69" name="Google Shape;20669;p69"/>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70" name="Google Shape;20670;p69"/>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71" name="Google Shape;20671;p69"/>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72" name="Google Shape;20672;p69"/>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73" name="Google Shape;20673;p69"/>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74" name="Google Shape;20674;p69"/>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75" name="Google Shape;20675;p69"/>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76" name="Google Shape;20676;p69"/>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77" name="Google Shape;20677;p69"/>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78" name="Google Shape;20678;p69"/>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79" name="Google Shape;20679;p69"/>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80" name="Google Shape;20680;p69"/>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81" name="Google Shape;20681;p69"/>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82" name="Google Shape;20682;p69"/>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83" name="Google Shape;20683;p69"/>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84" name="Google Shape;20684;p69"/>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85" name="Google Shape;20685;p69"/>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686" name="Google Shape;20686;p69"/>
          <p:cNvGrpSpPr/>
          <p:nvPr/>
        </p:nvGrpSpPr>
        <p:grpSpPr>
          <a:xfrm>
            <a:off x="4236601" y="1512666"/>
            <a:ext cx="312981" cy="352697"/>
            <a:chOff x="4236601" y="1512666"/>
            <a:chExt cx="312981" cy="352697"/>
          </a:xfrm>
        </p:grpSpPr>
        <p:sp>
          <p:nvSpPr>
            <p:cNvPr id="20687" name="Google Shape;20687;p69"/>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88" name="Google Shape;20688;p69"/>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89" name="Google Shape;20689;p69"/>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90" name="Google Shape;20690;p69"/>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91" name="Google Shape;20691;p69"/>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92" name="Google Shape;20692;p69"/>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93" name="Google Shape;20693;p69"/>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94" name="Google Shape;20694;p69"/>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95" name="Google Shape;20695;p69"/>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96" name="Google Shape;20696;p69"/>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97" name="Google Shape;20697;p69"/>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98" name="Google Shape;20698;p69"/>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699" name="Google Shape;20699;p69"/>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00" name="Google Shape;20700;p69"/>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701" name="Google Shape;20701;p69"/>
          <p:cNvGrpSpPr/>
          <p:nvPr/>
        </p:nvGrpSpPr>
        <p:grpSpPr>
          <a:xfrm>
            <a:off x="849675" y="3347716"/>
            <a:ext cx="346300" cy="375818"/>
            <a:chOff x="849675" y="3347716"/>
            <a:chExt cx="346300" cy="375818"/>
          </a:xfrm>
        </p:grpSpPr>
        <p:sp>
          <p:nvSpPr>
            <p:cNvPr id="20702" name="Google Shape;20702;p69"/>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03" name="Google Shape;20703;p69"/>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04" name="Google Shape;20704;p69"/>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05" name="Google Shape;20705;p69"/>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06" name="Google Shape;20706;p69"/>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07" name="Google Shape;20707;p69"/>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08" name="Google Shape;20708;p69"/>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09" name="Google Shape;20709;p69"/>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10" name="Google Shape;20710;p69"/>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11" name="Google Shape;20711;p69"/>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12" name="Google Shape;20712;p69"/>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13" name="Google Shape;20713;p69"/>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14" name="Google Shape;20714;p69"/>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15" name="Google Shape;20715;p69"/>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16" name="Google Shape;20716;p69"/>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17" name="Google Shape;20717;p69"/>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18" name="Google Shape;20718;p69"/>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719" name="Google Shape;20719;p69"/>
          <p:cNvGrpSpPr/>
          <p:nvPr/>
        </p:nvGrpSpPr>
        <p:grpSpPr>
          <a:xfrm>
            <a:off x="1324219" y="3399202"/>
            <a:ext cx="376578" cy="272846"/>
            <a:chOff x="1324219" y="3399202"/>
            <a:chExt cx="376578" cy="272846"/>
          </a:xfrm>
        </p:grpSpPr>
        <p:sp>
          <p:nvSpPr>
            <p:cNvPr id="20720" name="Google Shape;20720;p69"/>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21" name="Google Shape;20721;p69"/>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22" name="Google Shape;20722;p69"/>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23" name="Google Shape;20723;p69"/>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24" name="Google Shape;20724;p69"/>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25" name="Google Shape;20725;p69"/>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26" name="Google Shape;20726;p69"/>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27" name="Google Shape;20727;p69"/>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28" name="Google Shape;20728;p69"/>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29" name="Google Shape;20729;p69"/>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30" name="Google Shape;20730;p69"/>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31" name="Google Shape;20731;p69"/>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32" name="Google Shape;20732;p69"/>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33" name="Google Shape;20733;p69"/>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34" name="Google Shape;20734;p69"/>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35" name="Google Shape;20735;p69"/>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36" name="Google Shape;20736;p69"/>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37" name="Google Shape;20737;p69"/>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38" name="Google Shape;20738;p69"/>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39" name="Google Shape;20739;p69"/>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40" name="Google Shape;20740;p69"/>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41" name="Google Shape;20741;p69"/>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42" name="Google Shape;20742;p69"/>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43" name="Google Shape;20743;p69"/>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44" name="Google Shape;20744;p69"/>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45" name="Google Shape;20745;p69"/>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46" name="Google Shape;20746;p69"/>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47" name="Google Shape;20747;p69"/>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48" name="Google Shape;20748;p69"/>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49" name="Google Shape;20749;p69"/>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50" name="Google Shape;20750;p69"/>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51" name="Google Shape;20751;p69"/>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52" name="Google Shape;20752;p69"/>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753" name="Google Shape;20753;p69"/>
          <p:cNvGrpSpPr/>
          <p:nvPr/>
        </p:nvGrpSpPr>
        <p:grpSpPr>
          <a:xfrm>
            <a:off x="1798763" y="3395401"/>
            <a:ext cx="376185" cy="280448"/>
            <a:chOff x="1798763" y="3395401"/>
            <a:chExt cx="376185" cy="280448"/>
          </a:xfrm>
        </p:grpSpPr>
        <p:sp>
          <p:nvSpPr>
            <p:cNvPr id="20754" name="Google Shape;20754;p69"/>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55" name="Google Shape;20755;p69"/>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56" name="Google Shape;20756;p69"/>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57" name="Google Shape;20757;p69"/>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58" name="Google Shape;20758;p69"/>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59" name="Google Shape;20759;p69"/>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60" name="Google Shape;20760;p69"/>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61" name="Google Shape;20761;p69"/>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62" name="Google Shape;20762;p69"/>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63" name="Google Shape;20763;p69"/>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64" name="Google Shape;20764;p69"/>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65" name="Google Shape;20765;p69"/>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66" name="Google Shape;20766;p69"/>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67" name="Google Shape;20767;p69"/>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68" name="Google Shape;20768;p69"/>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69" name="Google Shape;20769;p69"/>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70" name="Google Shape;20770;p69"/>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71" name="Google Shape;20771;p69"/>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72" name="Google Shape;20772;p69"/>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73" name="Google Shape;20773;p69"/>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74" name="Google Shape;20774;p69"/>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75" name="Google Shape;20775;p69"/>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76" name="Google Shape;20776;p69"/>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77" name="Google Shape;20777;p69"/>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78" name="Google Shape;20778;p69"/>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79" name="Google Shape;20779;p69"/>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80" name="Google Shape;20780;p69"/>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81" name="Google Shape;20781;p69"/>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82" name="Google Shape;20782;p69"/>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83" name="Google Shape;20783;p69"/>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84" name="Google Shape;20784;p69"/>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785" name="Google Shape;20785;p69"/>
          <p:cNvGrpSpPr/>
          <p:nvPr/>
        </p:nvGrpSpPr>
        <p:grpSpPr>
          <a:xfrm>
            <a:off x="2273307" y="3378754"/>
            <a:ext cx="375818" cy="313374"/>
            <a:chOff x="2273307" y="3378754"/>
            <a:chExt cx="375818" cy="313374"/>
          </a:xfrm>
        </p:grpSpPr>
        <p:sp>
          <p:nvSpPr>
            <p:cNvPr id="20786" name="Google Shape;20786;p69"/>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87" name="Google Shape;20787;p69"/>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88" name="Google Shape;20788;p69"/>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89" name="Google Shape;20789;p69"/>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90" name="Google Shape;20790;p69"/>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91" name="Google Shape;20791;p69"/>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92" name="Google Shape;20792;p69"/>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93" name="Google Shape;20793;p69"/>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94" name="Google Shape;20794;p69"/>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95" name="Google Shape;20795;p69"/>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96" name="Google Shape;20796;p69"/>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97" name="Google Shape;20797;p69"/>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98" name="Google Shape;20798;p69"/>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799" name="Google Shape;20799;p69"/>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00" name="Google Shape;20800;p69"/>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01" name="Google Shape;20801;p69"/>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02" name="Google Shape;20802;p69"/>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03" name="Google Shape;20803;p69"/>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04" name="Google Shape;20804;p69"/>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05" name="Google Shape;20805;p69"/>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06" name="Google Shape;20806;p69"/>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07" name="Google Shape;20807;p69"/>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08" name="Google Shape;20808;p69"/>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09" name="Google Shape;20809;p69"/>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10" name="Google Shape;20810;p69"/>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11" name="Google Shape;20811;p69"/>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12" name="Google Shape;20812;p69"/>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13" name="Google Shape;20813;p69"/>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14" name="Google Shape;20814;p69"/>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15" name="Google Shape;20815;p69"/>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16" name="Google Shape;20816;p69"/>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17" name="Google Shape;20817;p69"/>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18" name="Google Shape;20818;p69"/>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19" name="Google Shape;20819;p69"/>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20" name="Google Shape;20820;p69"/>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21" name="Google Shape;20821;p69"/>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22" name="Google Shape;20822;p69"/>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23" name="Google Shape;20823;p69"/>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24" name="Google Shape;20824;p69"/>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25" name="Google Shape;20825;p69"/>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26" name="Google Shape;20826;p69"/>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27" name="Google Shape;20827;p69"/>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28" name="Google Shape;20828;p69"/>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29" name="Google Shape;20829;p69"/>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30" name="Google Shape;20830;p69"/>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31" name="Google Shape;20831;p69"/>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32" name="Google Shape;20832;p69"/>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33" name="Google Shape;20833;p69"/>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34" name="Google Shape;20834;p69"/>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35" name="Google Shape;20835;p69"/>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36" name="Google Shape;20836;p69"/>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37" name="Google Shape;20837;p69"/>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38" name="Google Shape;20838;p69"/>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39" name="Google Shape;20839;p69"/>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40" name="Google Shape;20840;p69"/>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41" name="Google Shape;20841;p69"/>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42" name="Google Shape;20842;p69"/>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43" name="Google Shape;20843;p69"/>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44" name="Google Shape;20844;p69"/>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45" name="Google Shape;20845;p69"/>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46" name="Google Shape;20846;p69"/>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47" name="Google Shape;20847;p69"/>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48" name="Google Shape;20848;p69"/>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49" name="Google Shape;20849;p69"/>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50" name="Google Shape;20850;p69"/>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51" name="Google Shape;20851;p69"/>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52" name="Google Shape;20852;p69"/>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53" name="Google Shape;20853;p69"/>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54" name="Google Shape;20854;p69"/>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55" name="Google Shape;20855;p69"/>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56" name="Google Shape;20856;p69"/>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57" name="Google Shape;20857;p69"/>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58" name="Google Shape;20858;p69"/>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59" name="Google Shape;20859;p69"/>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60" name="Google Shape;20860;p69"/>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61" name="Google Shape;20861;p69"/>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62" name="Google Shape;20862;p69"/>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63" name="Google Shape;20863;p69"/>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64" name="Google Shape;20864;p69"/>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65" name="Google Shape;20865;p69"/>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66" name="Google Shape;20866;p69"/>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67" name="Google Shape;20867;p69"/>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68" name="Google Shape;20868;p69"/>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69" name="Google Shape;20869;p69"/>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870" name="Google Shape;20870;p69"/>
          <p:cNvGrpSpPr/>
          <p:nvPr/>
        </p:nvGrpSpPr>
        <p:grpSpPr>
          <a:xfrm>
            <a:off x="2747484" y="3359460"/>
            <a:ext cx="377706" cy="352330"/>
            <a:chOff x="2747484" y="3359460"/>
            <a:chExt cx="377706" cy="352330"/>
          </a:xfrm>
        </p:grpSpPr>
        <p:sp>
          <p:nvSpPr>
            <p:cNvPr id="20871" name="Google Shape;20871;p69"/>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72" name="Google Shape;20872;p69"/>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73" name="Google Shape;20873;p69"/>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74" name="Google Shape;20874;p69"/>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75" name="Google Shape;20875;p69"/>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76" name="Google Shape;20876;p69"/>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77" name="Google Shape;20877;p69"/>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78" name="Google Shape;20878;p69"/>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79" name="Google Shape;20879;p69"/>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80" name="Google Shape;20880;p69"/>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81" name="Google Shape;20881;p69"/>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82" name="Google Shape;20882;p69"/>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83" name="Google Shape;20883;p69"/>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84" name="Google Shape;20884;p69"/>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85" name="Google Shape;20885;p69"/>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886" name="Google Shape;20886;p69"/>
          <p:cNvGrpSpPr/>
          <p:nvPr/>
        </p:nvGrpSpPr>
        <p:grpSpPr>
          <a:xfrm>
            <a:off x="3696205" y="3371938"/>
            <a:ext cx="375792" cy="327373"/>
            <a:chOff x="3696205" y="3371938"/>
            <a:chExt cx="375792" cy="327373"/>
          </a:xfrm>
        </p:grpSpPr>
        <p:sp>
          <p:nvSpPr>
            <p:cNvPr id="20887" name="Google Shape;20887;p69"/>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88" name="Google Shape;20888;p69"/>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89" name="Google Shape;20889;p69"/>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90" name="Google Shape;20890;p69"/>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91" name="Google Shape;20891;p69"/>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92" name="Google Shape;20892;p69"/>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93" name="Google Shape;20893;p69"/>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94" name="Google Shape;20894;p69"/>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95" name="Google Shape;20895;p69"/>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96" name="Google Shape;20896;p69"/>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97" name="Google Shape;20897;p69"/>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98" name="Google Shape;20898;p69"/>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899" name="Google Shape;20899;p69"/>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00" name="Google Shape;20900;p69"/>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01" name="Google Shape;20901;p69"/>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02" name="Google Shape;20902;p69"/>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03" name="Google Shape;20903;p69"/>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04" name="Google Shape;20904;p69"/>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05" name="Google Shape;20905;p69"/>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06" name="Google Shape;20906;p69"/>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07" name="Google Shape;20907;p69"/>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08" name="Google Shape;20908;p69"/>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09" name="Google Shape;20909;p69"/>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910" name="Google Shape;20910;p69"/>
          <p:cNvGrpSpPr/>
          <p:nvPr/>
        </p:nvGrpSpPr>
        <p:grpSpPr>
          <a:xfrm>
            <a:off x="6567324" y="2436849"/>
            <a:ext cx="366722" cy="342892"/>
            <a:chOff x="6567324" y="2436849"/>
            <a:chExt cx="366722" cy="342892"/>
          </a:xfrm>
        </p:grpSpPr>
        <p:sp>
          <p:nvSpPr>
            <p:cNvPr id="20911" name="Google Shape;20911;p69"/>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12" name="Google Shape;20912;p69"/>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13" name="Google Shape;20913;p69"/>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14" name="Google Shape;20914;p69"/>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15" name="Google Shape;20915;p69"/>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16" name="Google Shape;20916;p69"/>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17" name="Google Shape;20917;p69"/>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18" name="Google Shape;20918;p69"/>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19" name="Google Shape;20919;p69"/>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20" name="Google Shape;20920;p69"/>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21" name="Google Shape;20921;p69"/>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22" name="Google Shape;20922;p69"/>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923" name="Google Shape;20923;p69"/>
          <p:cNvGrpSpPr/>
          <p:nvPr/>
        </p:nvGrpSpPr>
        <p:grpSpPr>
          <a:xfrm>
            <a:off x="4208970" y="3361347"/>
            <a:ext cx="299349" cy="348188"/>
            <a:chOff x="4208970" y="3361347"/>
            <a:chExt cx="299349" cy="348188"/>
          </a:xfrm>
        </p:grpSpPr>
        <p:sp>
          <p:nvSpPr>
            <p:cNvPr id="20924" name="Google Shape;20924;p69"/>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25" name="Google Shape;20925;p69"/>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26" name="Google Shape;20926;p69"/>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27" name="Google Shape;20927;p69"/>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28" name="Google Shape;20928;p69"/>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29" name="Google Shape;20929;p69"/>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30" name="Google Shape;20930;p69"/>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31" name="Google Shape;20931;p69"/>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32" name="Google Shape;20932;p69"/>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33" name="Google Shape;20933;p69"/>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34" name="Google Shape;20934;p69"/>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35" name="Google Shape;20935;p69"/>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36" name="Google Shape;20936;p69"/>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37" name="Google Shape;20937;p69"/>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938" name="Google Shape;20938;p69"/>
          <p:cNvGrpSpPr/>
          <p:nvPr/>
        </p:nvGrpSpPr>
        <p:grpSpPr>
          <a:xfrm>
            <a:off x="2786833" y="1512351"/>
            <a:ext cx="366722" cy="353667"/>
            <a:chOff x="2786833" y="1512351"/>
            <a:chExt cx="366722" cy="353667"/>
          </a:xfrm>
        </p:grpSpPr>
        <p:sp>
          <p:nvSpPr>
            <p:cNvPr id="20939" name="Google Shape;20939;p69"/>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40" name="Google Shape;20940;p69"/>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41" name="Google Shape;20941;p69"/>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42" name="Google Shape;20942;p69"/>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43" name="Google Shape;20943;p69"/>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44" name="Google Shape;20944;p69"/>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45" name="Google Shape;20945;p69"/>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46" name="Google Shape;20946;p69"/>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47" name="Google Shape;20947;p69"/>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48" name="Google Shape;20948;p69"/>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49" name="Google Shape;20949;p69"/>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50" name="Google Shape;20950;p69"/>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51" name="Google Shape;20951;p69"/>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52" name="Google Shape;20952;p69"/>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53" name="Google Shape;20953;p69"/>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54" name="Google Shape;20954;p69"/>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55" name="Google Shape;20955;p69"/>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56" name="Google Shape;20956;p69"/>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57" name="Google Shape;20957;p69"/>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58" name="Google Shape;20958;p69"/>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959" name="Google Shape;20959;p69"/>
          <p:cNvGrpSpPr/>
          <p:nvPr/>
        </p:nvGrpSpPr>
        <p:grpSpPr>
          <a:xfrm>
            <a:off x="1845321" y="1512744"/>
            <a:ext cx="352723" cy="353090"/>
            <a:chOff x="1845321" y="1512744"/>
            <a:chExt cx="352723" cy="353090"/>
          </a:xfrm>
        </p:grpSpPr>
        <p:sp>
          <p:nvSpPr>
            <p:cNvPr id="20960" name="Google Shape;20960;p69"/>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61" name="Google Shape;20961;p69"/>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62" name="Google Shape;20962;p69"/>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63" name="Google Shape;20963;p69"/>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64" name="Google Shape;20964;p69"/>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65" name="Google Shape;20965;p69"/>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66" name="Google Shape;20966;p69"/>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67" name="Google Shape;20967;p69"/>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68" name="Google Shape;20968;p69"/>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69" name="Google Shape;20969;p69"/>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70" name="Google Shape;20970;p69"/>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971" name="Google Shape;20971;p69"/>
          <p:cNvGrpSpPr/>
          <p:nvPr/>
        </p:nvGrpSpPr>
        <p:grpSpPr>
          <a:xfrm>
            <a:off x="3214452" y="3340533"/>
            <a:ext cx="392465" cy="389896"/>
            <a:chOff x="3214452" y="3340533"/>
            <a:chExt cx="392465" cy="389896"/>
          </a:xfrm>
        </p:grpSpPr>
        <p:sp>
          <p:nvSpPr>
            <p:cNvPr id="20972" name="Google Shape;20972;p69"/>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73" name="Google Shape;20973;p69"/>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74" name="Google Shape;20974;p69"/>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75" name="Google Shape;20975;p69"/>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76" name="Google Shape;20976;p69"/>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77" name="Google Shape;20977;p69"/>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78" name="Google Shape;20978;p69"/>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79" name="Google Shape;20979;p69"/>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80" name="Google Shape;20980;p69"/>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81" name="Google Shape;20981;p69"/>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82" name="Google Shape;20982;p69"/>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83" name="Google Shape;20983;p69"/>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84" name="Google Shape;20984;p69"/>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85" name="Google Shape;20985;p69"/>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86" name="Google Shape;20986;p69"/>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87" name="Google Shape;20987;p69"/>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88" name="Google Shape;20988;p69"/>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89" name="Google Shape;20989;p69"/>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90" name="Google Shape;20990;p69"/>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91" name="Google Shape;20991;p69"/>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92" name="Google Shape;20992;p69"/>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93" name="Google Shape;20993;p69"/>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94" name="Google Shape;20994;p69"/>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95" name="Google Shape;20995;p69"/>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96" name="Google Shape;20996;p69"/>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0997" name="Google Shape;20997;p69"/>
          <p:cNvGrpSpPr/>
          <p:nvPr/>
        </p:nvGrpSpPr>
        <p:grpSpPr>
          <a:xfrm>
            <a:off x="3327229" y="1499899"/>
            <a:ext cx="234650" cy="378440"/>
            <a:chOff x="3327229" y="1499899"/>
            <a:chExt cx="234650" cy="378440"/>
          </a:xfrm>
        </p:grpSpPr>
        <p:sp>
          <p:nvSpPr>
            <p:cNvPr id="20998" name="Google Shape;20998;p69"/>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0999" name="Google Shape;20999;p69"/>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00" name="Google Shape;21000;p69"/>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01" name="Google Shape;21001;p69"/>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02" name="Google Shape;21002;p69"/>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03" name="Google Shape;21003;p69"/>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04" name="Google Shape;21004;p69"/>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05" name="Google Shape;21005;p69"/>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06" name="Google Shape;21006;p69"/>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07" name="Google Shape;21007;p69"/>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08" name="Google Shape;21008;p69"/>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09" name="Google Shape;21009;p69"/>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10" name="Google Shape;21010;p69"/>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11" name="Google Shape;21011;p69"/>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12" name="Google Shape;21012;p69"/>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13" name="Google Shape;21013;p69"/>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14" name="Google Shape;21014;p69"/>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15" name="Google Shape;21015;p69"/>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16" name="Google Shape;21016;p69"/>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17" name="Google Shape;21017;p69"/>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18" name="Google Shape;21018;p69"/>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019" name="Google Shape;21019;p69"/>
          <p:cNvGrpSpPr/>
          <p:nvPr/>
        </p:nvGrpSpPr>
        <p:grpSpPr>
          <a:xfrm>
            <a:off x="3735553" y="1530151"/>
            <a:ext cx="366722" cy="317962"/>
            <a:chOff x="3735553" y="1530151"/>
            <a:chExt cx="366722" cy="317962"/>
          </a:xfrm>
        </p:grpSpPr>
        <p:sp>
          <p:nvSpPr>
            <p:cNvPr id="21020" name="Google Shape;21020;p69"/>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21" name="Google Shape;21021;p69"/>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22" name="Google Shape;21022;p69"/>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23" name="Google Shape;21023;p69"/>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24" name="Google Shape;21024;p69"/>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25" name="Google Shape;21025;p69"/>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26" name="Google Shape;21026;p69"/>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27" name="Google Shape;21027;p69"/>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28" name="Google Shape;21028;p69"/>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29" name="Google Shape;21029;p69"/>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30" name="Google Shape;21030;p69"/>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31" name="Google Shape;21031;p69"/>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032" name="Google Shape;21032;p69"/>
          <p:cNvGrpSpPr/>
          <p:nvPr/>
        </p:nvGrpSpPr>
        <p:grpSpPr>
          <a:xfrm>
            <a:off x="866322" y="2469775"/>
            <a:ext cx="379226" cy="322733"/>
            <a:chOff x="866322" y="2469775"/>
            <a:chExt cx="379226" cy="322733"/>
          </a:xfrm>
        </p:grpSpPr>
        <p:sp>
          <p:nvSpPr>
            <p:cNvPr id="21033" name="Google Shape;21033;p69"/>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34" name="Google Shape;21034;p69"/>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35" name="Google Shape;21035;p69"/>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36" name="Google Shape;21036;p69"/>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37" name="Google Shape;21037;p69"/>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38" name="Google Shape;21038;p69"/>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39" name="Google Shape;21039;p69"/>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40" name="Google Shape;21040;p69"/>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41" name="Google Shape;21041;p69"/>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42" name="Google Shape;21042;p69"/>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43" name="Google Shape;21043;p69"/>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44" name="Google Shape;21044;p69"/>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45" name="Google Shape;21045;p69"/>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46" name="Google Shape;21046;p69"/>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47" name="Google Shape;21047;p69"/>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48" name="Google Shape;21048;p69"/>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49" name="Google Shape;21049;p69"/>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50" name="Google Shape;21050;p69"/>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51" name="Google Shape;21051;p69"/>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52" name="Google Shape;21052;p69"/>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53" name="Google Shape;21053;p69"/>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54" name="Google Shape;21054;p69"/>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55" name="Google Shape;21055;p69"/>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56" name="Google Shape;21056;p69"/>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57" name="Google Shape;21057;p69"/>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58" name="Google Shape;21058;p69"/>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059" name="Google Shape;21059;p69"/>
          <p:cNvGrpSpPr/>
          <p:nvPr/>
        </p:nvGrpSpPr>
        <p:grpSpPr>
          <a:xfrm>
            <a:off x="1328387" y="2500814"/>
            <a:ext cx="404183" cy="289151"/>
            <a:chOff x="1328387" y="2500814"/>
            <a:chExt cx="404183" cy="289151"/>
          </a:xfrm>
        </p:grpSpPr>
        <p:sp>
          <p:nvSpPr>
            <p:cNvPr id="21060" name="Google Shape;21060;p69"/>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61" name="Google Shape;21061;p69"/>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62" name="Google Shape;21062;p69"/>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63" name="Google Shape;21063;p69"/>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64" name="Google Shape;21064;p69"/>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65" name="Google Shape;21065;p69"/>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66" name="Google Shape;21066;p69"/>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67" name="Google Shape;21067;p69"/>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68" name="Google Shape;21068;p69"/>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69" name="Google Shape;21069;p69"/>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70" name="Google Shape;21070;p69"/>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71" name="Google Shape;21071;p69"/>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72" name="Google Shape;21072;p69"/>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73" name="Google Shape;21073;p69"/>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74" name="Google Shape;21074;p69"/>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75" name="Google Shape;21075;p69"/>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76" name="Google Shape;21076;p69"/>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77" name="Google Shape;21077;p69"/>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78" name="Google Shape;21078;p69"/>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79" name="Google Shape;21079;p69"/>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80" name="Google Shape;21080;p69"/>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81" name="Google Shape;21081;p69"/>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82" name="Google Shape;21082;p69"/>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83" name="Google Shape;21083;p69"/>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84" name="Google Shape;21084;p69"/>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85" name="Google Shape;21085;p69"/>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86" name="Google Shape;21086;p69"/>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87" name="Google Shape;21087;p69"/>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88" name="Google Shape;21088;p69"/>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089" name="Google Shape;21089;p69"/>
          <p:cNvGrpSpPr/>
          <p:nvPr/>
        </p:nvGrpSpPr>
        <p:grpSpPr>
          <a:xfrm>
            <a:off x="1821465" y="2495702"/>
            <a:ext cx="365988" cy="270801"/>
            <a:chOff x="1821465" y="2495702"/>
            <a:chExt cx="365988" cy="270801"/>
          </a:xfrm>
        </p:grpSpPr>
        <p:sp>
          <p:nvSpPr>
            <p:cNvPr id="21090" name="Google Shape;21090;p69"/>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91" name="Google Shape;21091;p69"/>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92" name="Google Shape;21092;p69"/>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93" name="Google Shape;21093;p69"/>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94" name="Google Shape;21094;p69"/>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95" name="Google Shape;21095;p69"/>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96" name="Google Shape;21096;p69"/>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097" name="Google Shape;21097;p69"/>
          <p:cNvGrpSpPr/>
          <p:nvPr/>
        </p:nvGrpSpPr>
        <p:grpSpPr>
          <a:xfrm>
            <a:off x="3725723" y="2455776"/>
            <a:ext cx="354977" cy="351202"/>
            <a:chOff x="3725723" y="2455776"/>
            <a:chExt cx="354977" cy="351202"/>
          </a:xfrm>
        </p:grpSpPr>
        <p:sp>
          <p:nvSpPr>
            <p:cNvPr id="21098" name="Google Shape;21098;p69"/>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099" name="Google Shape;21099;p69"/>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00" name="Google Shape;21100;p69"/>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01" name="Google Shape;21101;p69"/>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02" name="Google Shape;21102;p69"/>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03" name="Google Shape;21103;p69"/>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04" name="Google Shape;21104;p69"/>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05" name="Google Shape;21105;p69"/>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06" name="Google Shape;21106;p69"/>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07" name="Google Shape;21107;p69"/>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08" name="Google Shape;21108;p69"/>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09" name="Google Shape;21109;p69"/>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10" name="Google Shape;21110;p69"/>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111" name="Google Shape;21111;p69"/>
          <p:cNvGrpSpPr/>
          <p:nvPr/>
        </p:nvGrpSpPr>
        <p:grpSpPr>
          <a:xfrm>
            <a:off x="5226165" y="1977641"/>
            <a:ext cx="230482" cy="388847"/>
            <a:chOff x="5226165" y="1977641"/>
            <a:chExt cx="230482" cy="388847"/>
          </a:xfrm>
        </p:grpSpPr>
        <p:sp>
          <p:nvSpPr>
            <p:cNvPr id="21112" name="Google Shape;21112;p69"/>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13" name="Google Shape;21113;p69"/>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14" name="Google Shape;21114;p69"/>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15" name="Google Shape;21115;p69"/>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16" name="Google Shape;21116;p69"/>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17" name="Google Shape;21117;p69"/>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18" name="Google Shape;21118;p69"/>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19" name="Google Shape;21119;p69"/>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20" name="Google Shape;21120;p69"/>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21" name="Google Shape;21121;p69"/>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22" name="Google Shape;21122;p69"/>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23" name="Google Shape;21123;p69"/>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124" name="Google Shape;21124;p69"/>
          <p:cNvGrpSpPr/>
          <p:nvPr/>
        </p:nvGrpSpPr>
        <p:grpSpPr>
          <a:xfrm>
            <a:off x="5632602" y="2025510"/>
            <a:ext cx="370130" cy="287264"/>
            <a:chOff x="5632602" y="2025510"/>
            <a:chExt cx="370130" cy="287264"/>
          </a:xfrm>
        </p:grpSpPr>
        <p:sp>
          <p:nvSpPr>
            <p:cNvPr id="21125" name="Google Shape;21125;p69"/>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26" name="Google Shape;21126;p69"/>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27" name="Google Shape;21127;p69"/>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28" name="Google Shape;21128;p69"/>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29" name="Google Shape;21129;p69"/>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30" name="Google Shape;21130;p69"/>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31" name="Google Shape;21131;p69"/>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32" name="Google Shape;21132;p69"/>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33" name="Google Shape;21133;p69"/>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34" name="Google Shape;21134;p69"/>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35" name="Google Shape;21135;p69"/>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36" name="Google Shape;21136;p69"/>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37" name="Google Shape;21137;p69"/>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38" name="Google Shape;21138;p69"/>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39" name="Google Shape;21139;p69"/>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40" name="Google Shape;21140;p69"/>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41" name="Google Shape;21141;p69"/>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42" name="Google Shape;21142;p69"/>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143" name="Google Shape;21143;p69"/>
          <p:cNvGrpSpPr/>
          <p:nvPr/>
        </p:nvGrpSpPr>
        <p:grpSpPr>
          <a:xfrm>
            <a:off x="4212378" y="2456537"/>
            <a:ext cx="331515" cy="330021"/>
            <a:chOff x="4212378" y="2456537"/>
            <a:chExt cx="331515" cy="330021"/>
          </a:xfrm>
        </p:grpSpPr>
        <p:sp>
          <p:nvSpPr>
            <p:cNvPr id="21144" name="Google Shape;21144;p69"/>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45" name="Google Shape;21145;p69"/>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46" name="Google Shape;21146;p69"/>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47" name="Google Shape;21147;p69"/>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48" name="Google Shape;21148;p69"/>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49" name="Google Shape;21149;p69"/>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50" name="Google Shape;21150;p69"/>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51" name="Google Shape;21151;p69"/>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52" name="Google Shape;21152;p69"/>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153" name="Google Shape;21153;p69"/>
          <p:cNvGrpSpPr/>
          <p:nvPr/>
        </p:nvGrpSpPr>
        <p:grpSpPr>
          <a:xfrm>
            <a:off x="6176013" y="1977825"/>
            <a:ext cx="235411" cy="347427"/>
            <a:chOff x="6176013" y="1977825"/>
            <a:chExt cx="235411" cy="347427"/>
          </a:xfrm>
        </p:grpSpPr>
        <p:sp>
          <p:nvSpPr>
            <p:cNvPr id="21154" name="Google Shape;21154;p69"/>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55" name="Google Shape;21155;p69"/>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56" name="Google Shape;21156;p69"/>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57" name="Google Shape;21157;p69"/>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58" name="Google Shape;21158;p69"/>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59" name="Google Shape;21159;p69"/>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60" name="Google Shape;21160;p69"/>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61" name="Google Shape;21161;p69"/>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62" name="Google Shape;21162;p69"/>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63" name="Google Shape;21163;p69"/>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64" name="Google Shape;21164;p69"/>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65" name="Google Shape;21165;p69"/>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66" name="Google Shape;21166;p69"/>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67" name="Google Shape;21167;p69"/>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68" name="Google Shape;21168;p69"/>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69" name="Google Shape;21169;p69"/>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70" name="Google Shape;21170;p69"/>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171" name="Google Shape;21171;p69"/>
          <p:cNvGrpSpPr/>
          <p:nvPr/>
        </p:nvGrpSpPr>
        <p:grpSpPr>
          <a:xfrm>
            <a:off x="6652077" y="1977458"/>
            <a:ext cx="235778" cy="347794"/>
            <a:chOff x="6652077" y="1977458"/>
            <a:chExt cx="235778" cy="347794"/>
          </a:xfrm>
        </p:grpSpPr>
        <p:sp>
          <p:nvSpPr>
            <p:cNvPr id="21172" name="Google Shape;21172;p69"/>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73" name="Google Shape;21173;p69"/>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74" name="Google Shape;21174;p69"/>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75" name="Google Shape;21175;p69"/>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76" name="Google Shape;21176;p69"/>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77" name="Google Shape;21177;p69"/>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78" name="Google Shape;21178;p69"/>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79" name="Google Shape;21179;p69"/>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80" name="Google Shape;21180;p69"/>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81" name="Google Shape;21181;p69"/>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82" name="Google Shape;21182;p69"/>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83" name="Google Shape;21183;p69"/>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84" name="Google Shape;21184;p69"/>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85" name="Google Shape;21185;p69"/>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86" name="Google Shape;21186;p69"/>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87" name="Google Shape;21187;p69"/>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188" name="Google Shape;21188;p69"/>
          <p:cNvGrpSpPr/>
          <p:nvPr/>
        </p:nvGrpSpPr>
        <p:grpSpPr>
          <a:xfrm>
            <a:off x="7072513" y="1997512"/>
            <a:ext cx="394352" cy="308052"/>
            <a:chOff x="7072513" y="1997512"/>
            <a:chExt cx="394352" cy="308052"/>
          </a:xfrm>
        </p:grpSpPr>
        <p:sp>
          <p:nvSpPr>
            <p:cNvPr id="21189" name="Google Shape;21189;p69"/>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90" name="Google Shape;21190;p69"/>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91" name="Google Shape;21191;p69"/>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92" name="Google Shape;21192;p69"/>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93" name="Google Shape;21193;p69"/>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94" name="Google Shape;21194;p69"/>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95" name="Google Shape;21195;p69"/>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96" name="Google Shape;21196;p69"/>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97" name="Google Shape;21197;p69"/>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98" name="Google Shape;21198;p69"/>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199" name="Google Shape;21199;p69"/>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200" name="Google Shape;21200;p69"/>
          <p:cNvGrpSpPr/>
          <p:nvPr/>
        </p:nvGrpSpPr>
        <p:grpSpPr>
          <a:xfrm>
            <a:off x="7576208" y="1977825"/>
            <a:ext cx="292533" cy="347454"/>
            <a:chOff x="7576208" y="1977825"/>
            <a:chExt cx="292533" cy="347454"/>
          </a:xfrm>
        </p:grpSpPr>
        <p:sp>
          <p:nvSpPr>
            <p:cNvPr id="21201" name="Google Shape;21201;p69"/>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02" name="Google Shape;21202;p69"/>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03" name="Google Shape;21203;p69"/>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04" name="Google Shape;21204;p69"/>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05" name="Google Shape;21205;p69"/>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06" name="Google Shape;21206;p69"/>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07" name="Google Shape;21207;p69"/>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08" name="Google Shape;21208;p69"/>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09" name="Google Shape;21209;p69"/>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10" name="Google Shape;21210;p69"/>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11" name="Google Shape;21211;p69"/>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12" name="Google Shape;21212;p69"/>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13" name="Google Shape;21213;p69"/>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214" name="Google Shape;21214;p69"/>
          <p:cNvGrpSpPr/>
          <p:nvPr/>
        </p:nvGrpSpPr>
        <p:grpSpPr>
          <a:xfrm>
            <a:off x="8023882" y="1977458"/>
            <a:ext cx="320557" cy="347794"/>
            <a:chOff x="8023882" y="1977458"/>
            <a:chExt cx="320557" cy="347794"/>
          </a:xfrm>
        </p:grpSpPr>
        <p:sp>
          <p:nvSpPr>
            <p:cNvPr id="21215" name="Google Shape;21215;p69"/>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16" name="Google Shape;21216;p69"/>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17" name="Google Shape;21217;p69"/>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18" name="Google Shape;21218;p69"/>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19" name="Google Shape;21219;p69"/>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20" name="Google Shape;21220;p69"/>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21" name="Google Shape;21221;p69"/>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22" name="Google Shape;21222;p69"/>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23" name="Google Shape;21223;p69"/>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24" name="Google Shape;21224;p69"/>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25" name="Google Shape;21225;p69"/>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26" name="Google Shape;21226;p69"/>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27" name="Google Shape;21227;p69"/>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28" name="Google Shape;21228;p69"/>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29" name="Google Shape;21229;p69"/>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30" name="Google Shape;21230;p69"/>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31" name="Google Shape;21231;p69"/>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32" name="Google Shape;21232;p69"/>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33" name="Google Shape;21233;p69"/>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34" name="Google Shape;21234;p69"/>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35" name="Google Shape;21235;p69"/>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36" name="Google Shape;21236;p69"/>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37" name="Google Shape;21237;p69"/>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38" name="Google Shape;21238;p69"/>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39" name="Google Shape;21239;p69"/>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40" name="Google Shape;21240;p69"/>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41" name="Google Shape;21241;p69"/>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42" name="Google Shape;21242;p69"/>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43" name="Google Shape;21243;p69"/>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44" name="Google Shape;21244;p69"/>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45" name="Google Shape;21245;p69"/>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46" name="Google Shape;21246;p69"/>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47" name="Google Shape;21247;p69"/>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48" name="Google Shape;21248;p69"/>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49" name="Google Shape;21249;p69"/>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50" name="Google Shape;21250;p69"/>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51" name="Google Shape;21251;p69"/>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52" name="Google Shape;21252;p69"/>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53" name="Google Shape;21253;p69"/>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54" name="Google Shape;21254;p69"/>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255" name="Google Shape;21255;p69"/>
          <p:cNvGrpSpPr/>
          <p:nvPr/>
        </p:nvGrpSpPr>
        <p:grpSpPr>
          <a:xfrm>
            <a:off x="5627674" y="2444819"/>
            <a:ext cx="345147" cy="342630"/>
            <a:chOff x="5627674" y="2444819"/>
            <a:chExt cx="345147" cy="342630"/>
          </a:xfrm>
        </p:grpSpPr>
        <p:sp>
          <p:nvSpPr>
            <p:cNvPr id="21256" name="Google Shape;21256;p69"/>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57" name="Google Shape;21257;p69"/>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58" name="Google Shape;21258;p69"/>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59" name="Google Shape;21259;p69"/>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60" name="Google Shape;21260;p69"/>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261" name="Google Shape;21261;p69"/>
          <p:cNvGrpSpPr/>
          <p:nvPr/>
        </p:nvGrpSpPr>
        <p:grpSpPr>
          <a:xfrm>
            <a:off x="4653996" y="2440257"/>
            <a:ext cx="396607" cy="348555"/>
            <a:chOff x="4653996" y="2440257"/>
            <a:chExt cx="396607" cy="348555"/>
          </a:xfrm>
        </p:grpSpPr>
        <p:sp>
          <p:nvSpPr>
            <p:cNvPr id="21262" name="Google Shape;21262;p69"/>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63" name="Google Shape;21263;p69"/>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64" name="Google Shape;21264;p69"/>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65" name="Google Shape;21265;p69"/>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66" name="Google Shape;21266;p69"/>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67" name="Google Shape;21267;p69"/>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68" name="Google Shape;21268;p69"/>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69" name="Google Shape;21269;p69"/>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70" name="Google Shape;21270;p69"/>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71" name="Google Shape;21271;p69"/>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72" name="Google Shape;21272;p69"/>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73" name="Google Shape;21273;p69"/>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74" name="Google Shape;21274;p69"/>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75" name="Google Shape;21275;p69"/>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76" name="Google Shape;21276;p69"/>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77" name="Google Shape;21277;p69"/>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78" name="Google Shape;21278;p69"/>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79" name="Google Shape;21279;p69"/>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280" name="Google Shape;21280;p69"/>
          <p:cNvGrpSpPr/>
          <p:nvPr/>
        </p:nvGrpSpPr>
        <p:grpSpPr>
          <a:xfrm>
            <a:off x="1854391" y="2895140"/>
            <a:ext cx="301630" cy="374272"/>
            <a:chOff x="1854391" y="2895140"/>
            <a:chExt cx="301630" cy="374272"/>
          </a:xfrm>
        </p:grpSpPr>
        <p:sp>
          <p:nvSpPr>
            <p:cNvPr id="21281" name="Google Shape;21281;p69"/>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82" name="Google Shape;21282;p69"/>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83" name="Google Shape;21283;p69"/>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84" name="Google Shape;21284;p69"/>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85" name="Google Shape;21285;p69"/>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86" name="Google Shape;21286;p69"/>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87" name="Google Shape;21287;p69"/>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88" name="Google Shape;21288;p69"/>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89" name="Google Shape;21289;p69"/>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90" name="Google Shape;21290;p69"/>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91" name="Google Shape;21291;p69"/>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92" name="Google Shape;21292;p69"/>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93" name="Google Shape;21293;p69"/>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94" name="Google Shape;21294;p69"/>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95" name="Google Shape;21295;p69"/>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96" name="Google Shape;21296;p69"/>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97" name="Google Shape;21297;p69"/>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98" name="Google Shape;21298;p69"/>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299" name="Google Shape;21299;p69"/>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00" name="Google Shape;21300;p69"/>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01" name="Google Shape;21301;p69"/>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02" name="Google Shape;21302;p69"/>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03" name="Google Shape;21303;p69"/>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04" name="Google Shape;21304;p69"/>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05" name="Google Shape;21305;p69"/>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06" name="Google Shape;21306;p69"/>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07" name="Google Shape;21307;p69"/>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08" name="Google Shape;21308;p69"/>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09" name="Google Shape;21309;p69"/>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10" name="Google Shape;21310;p69"/>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11" name="Google Shape;21311;p69"/>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12" name="Google Shape;21312;p69"/>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13" name="Google Shape;21313;p69"/>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14" name="Google Shape;21314;p69"/>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15" name="Google Shape;21315;p69"/>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16" name="Google Shape;21316;p69"/>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17" name="Google Shape;21317;p69"/>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18" name="Google Shape;21318;p69"/>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19" name="Google Shape;21319;p69"/>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20" name="Google Shape;21320;p69"/>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21" name="Google Shape;21321;p69"/>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22" name="Google Shape;21322;p69"/>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23" name="Google Shape;21323;p69"/>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24" name="Google Shape;21324;p69"/>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25" name="Google Shape;21325;p69"/>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26" name="Google Shape;21326;p69"/>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27" name="Google Shape;21327;p69"/>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28" name="Google Shape;21328;p69"/>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29" name="Google Shape;21329;p69"/>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330" name="Google Shape;21330;p69"/>
          <p:cNvGrpSpPr/>
          <p:nvPr/>
        </p:nvGrpSpPr>
        <p:grpSpPr>
          <a:xfrm>
            <a:off x="5172817" y="2438370"/>
            <a:ext cx="289518" cy="357651"/>
            <a:chOff x="5172817" y="2438370"/>
            <a:chExt cx="289518" cy="357651"/>
          </a:xfrm>
        </p:grpSpPr>
        <p:sp>
          <p:nvSpPr>
            <p:cNvPr id="21331" name="Google Shape;21331;p69"/>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32" name="Google Shape;21332;p69"/>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33" name="Google Shape;21333;p69"/>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34" name="Google Shape;21334;p69"/>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35" name="Google Shape;21335;p69"/>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36" name="Google Shape;21336;p69"/>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37" name="Google Shape;21337;p69"/>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38" name="Google Shape;21338;p69"/>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39" name="Google Shape;21339;p69"/>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40" name="Google Shape;21340;p69"/>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41" name="Google Shape;21341;p69"/>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342" name="Google Shape;21342;p69"/>
          <p:cNvGrpSpPr/>
          <p:nvPr/>
        </p:nvGrpSpPr>
        <p:grpSpPr>
          <a:xfrm>
            <a:off x="3234506" y="2484534"/>
            <a:ext cx="388297" cy="293320"/>
            <a:chOff x="3234506" y="2484534"/>
            <a:chExt cx="388297" cy="293320"/>
          </a:xfrm>
        </p:grpSpPr>
        <p:sp>
          <p:nvSpPr>
            <p:cNvPr id="21343" name="Google Shape;21343;p69"/>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44" name="Google Shape;21344;p69"/>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45" name="Google Shape;21345;p69"/>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46" name="Google Shape;21346;p69"/>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47" name="Google Shape;21347;p69"/>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48" name="Google Shape;21348;p69"/>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49" name="Google Shape;21349;p69"/>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50" name="Google Shape;21350;p69"/>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51" name="Google Shape;21351;p69"/>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52" name="Google Shape;21352;p69"/>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53" name="Google Shape;21353;p69"/>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54" name="Google Shape;21354;p69"/>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55" name="Google Shape;21355;p69"/>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56" name="Google Shape;21356;p69"/>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57" name="Google Shape;21357;p69"/>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58" name="Google Shape;21358;p69"/>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359" name="Google Shape;21359;p69"/>
          <p:cNvGrpSpPr/>
          <p:nvPr/>
        </p:nvGrpSpPr>
        <p:grpSpPr>
          <a:xfrm>
            <a:off x="6065149" y="3367036"/>
            <a:ext cx="362553" cy="356498"/>
            <a:chOff x="6065149" y="3367036"/>
            <a:chExt cx="362553" cy="356498"/>
          </a:xfrm>
        </p:grpSpPr>
        <p:sp>
          <p:nvSpPr>
            <p:cNvPr id="21360" name="Google Shape;21360;p69"/>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61" name="Google Shape;21361;p69"/>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62" name="Google Shape;21362;p69"/>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63" name="Google Shape;21363;p69"/>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64" name="Google Shape;21364;p69"/>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365" name="Google Shape;21365;p69"/>
          <p:cNvGrpSpPr/>
          <p:nvPr/>
        </p:nvGrpSpPr>
        <p:grpSpPr>
          <a:xfrm>
            <a:off x="2866317" y="3817357"/>
            <a:ext cx="362920" cy="356865"/>
            <a:chOff x="2866317" y="3817357"/>
            <a:chExt cx="362920" cy="356865"/>
          </a:xfrm>
        </p:grpSpPr>
        <p:sp>
          <p:nvSpPr>
            <p:cNvPr id="21366" name="Google Shape;21366;p69"/>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67" name="Google Shape;21367;p69"/>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68" name="Google Shape;21368;p69"/>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369" name="Google Shape;21369;p69"/>
          <p:cNvGrpSpPr/>
          <p:nvPr/>
        </p:nvGrpSpPr>
        <p:grpSpPr>
          <a:xfrm>
            <a:off x="6540821" y="3367036"/>
            <a:ext cx="362553" cy="356498"/>
            <a:chOff x="6540821" y="3367036"/>
            <a:chExt cx="362553" cy="356498"/>
          </a:xfrm>
        </p:grpSpPr>
        <p:sp>
          <p:nvSpPr>
            <p:cNvPr id="21370" name="Google Shape;21370;p69"/>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71" name="Google Shape;21371;p69"/>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72" name="Google Shape;21372;p69"/>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73" name="Google Shape;21373;p69"/>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74" name="Google Shape;21374;p69"/>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75" name="Google Shape;21375;p69"/>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76" name="Google Shape;21376;p69"/>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377" name="Google Shape;21377;p69"/>
          <p:cNvGrpSpPr/>
          <p:nvPr/>
        </p:nvGrpSpPr>
        <p:grpSpPr>
          <a:xfrm>
            <a:off x="2302458" y="2474704"/>
            <a:ext cx="354479" cy="312561"/>
            <a:chOff x="2302458" y="2474704"/>
            <a:chExt cx="354479" cy="312561"/>
          </a:xfrm>
        </p:grpSpPr>
        <p:sp>
          <p:nvSpPr>
            <p:cNvPr id="21378" name="Google Shape;21378;p69"/>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79" name="Google Shape;21379;p69"/>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80" name="Google Shape;21380;p69"/>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81" name="Google Shape;21381;p69"/>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82" name="Google Shape;21382;p69"/>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83" name="Google Shape;21383;p69"/>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84" name="Google Shape;21384;p69"/>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85" name="Google Shape;21385;p69"/>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86" name="Google Shape;21386;p69"/>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87" name="Google Shape;21387;p69"/>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88" name="Google Shape;21388;p69"/>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89" name="Google Shape;21389;p69"/>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390" name="Google Shape;21390;p69"/>
          <p:cNvGrpSpPr/>
          <p:nvPr/>
        </p:nvGrpSpPr>
        <p:grpSpPr>
          <a:xfrm>
            <a:off x="2831110" y="2442538"/>
            <a:ext cx="246002" cy="348922"/>
            <a:chOff x="2831110" y="2442538"/>
            <a:chExt cx="246002" cy="348922"/>
          </a:xfrm>
        </p:grpSpPr>
        <p:sp>
          <p:nvSpPr>
            <p:cNvPr id="21391" name="Google Shape;21391;p69"/>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92" name="Google Shape;21392;p69"/>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93" name="Google Shape;21393;p69"/>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94" name="Google Shape;21394;p69"/>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95" name="Google Shape;21395;p69"/>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96" name="Google Shape;21396;p69"/>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97" name="Google Shape;21397;p69"/>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98" name="Google Shape;21398;p69"/>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399" name="Google Shape;21399;p69"/>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00" name="Google Shape;21400;p69"/>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01" name="Google Shape;21401;p69"/>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02" name="Google Shape;21402;p69"/>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03" name="Google Shape;21403;p69"/>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04" name="Google Shape;21404;p69"/>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05" name="Google Shape;21405;p69"/>
          <p:cNvGrpSpPr/>
          <p:nvPr/>
        </p:nvGrpSpPr>
        <p:grpSpPr>
          <a:xfrm>
            <a:off x="3314750" y="3817357"/>
            <a:ext cx="362920" cy="356865"/>
            <a:chOff x="3314750" y="3817357"/>
            <a:chExt cx="362920" cy="356865"/>
          </a:xfrm>
        </p:grpSpPr>
        <p:sp>
          <p:nvSpPr>
            <p:cNvPr id="21406" name="Google Shape;21406;p69"/>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07" name="Google Shape;21407;p69"/>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08" name="Google Shape;21408;p69"/>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09" name="Google Shape;21409;p69"/>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10" name="Google Shape;21410;p69"/>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11" name="Google Shape;21411;p69"/>
          <p:cNvGrpSpPr/>
          <p:nvPr/>
        </p:nvGrpSpPr>
        <p:grpSpPr>
          <a:xfrm>
            <a:off x="7016492" y="3367036"/>
            <a:ext cx="362947" cy="356498"/>
            <a:chOff x="7016492" y="3367036"/>
            <a:chExt cx="362947" cy="356498"/>
          </a:xfrm>
        </p:grpSpPr>
        <p:sp>
          <p:nvSpPr>
            <p:cNvPr id="21412" name="Google Shape;21412;p69"/>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13" name="Google Shape;21413;p69"/>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14" name="Google Shape;21414;p69"/>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15" name="Google Shape;21415;p69"/>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16" name="Google Shape;21416;p69"/>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17" name="Google Shape;21417;p69"/>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18" name="Google Shape;21418;p69"/>
          <p:cNvGrpSpPr/>
          <p:nvPr/>
        </p:nvGrpSpPr>
        <p:grpSpPr>
          <a:xfrm>
            <a:off x="3763184" y="3817357"/>
            <a:ext cx="363314" cy="356576"/>
            <a:chOff x="3763184" y="3817357"/>
            <a:chExt cx="363314" cy="356576"/>
          </a:xfrm>
        </p:grpSpPr>
        <p:sp>
          <p:nvSpPr>
            <p:cNvPr id="21419" name="Google Shape;21419;p69"/>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20" name="Google Shape;21420;p69"/>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21" name="Google Shape;21421;p69"/>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22" name="Google Shape;21422;p69"/>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23" name="Google Shape;21423;p69"/>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24" name="Google Shape;21424;p69"/>
          <p:cNvGrpSpPr/>
          <p:nvPr/>
        </p:nvGrpSpPr>
        <p:grpSpPr>
          <a:xfrm>
            <a:off x="5108852" y="3817357"/>
            <a:ext cx="362947" cy="356576"/>
            <a:chOff x="5108852" y="3817357"/>
            <a:chExt cx="362947" cy="356576"/>
          </a:xfrm>
        </p:grpSpPr>
        <p:sp>
          <p:nvSpPr>
            <p:cNvPr id="21425" name="Google Shape;21425;p69"/>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26" name="Google Shape;21426;p69"/>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27" name="Google Shape;21427;p69"/>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28" name="Google Shape;21428;p69"/>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29" name="Google Shape;21429;p69"/>
          <p:cNvGrpSpPr/>
          <p:nvPr/>
        </p:nvGrpSpPr>
        <p:grpSpPr>
          <a:xfrm>
            <a:off x="6005720" y="3817357"/>
            <a:ext cx="362947" cy="356576"/>
            <a:chOff x="6005720" y="3817357"/>
            <a:chExt cx="362947" cy="356576"/>
          </a:xfrm>
        </p:grpSpPr>
        <p:sp>
          <p:nvSpPr>
            <p:cNvPr id="21430" name="Google Shape;21430;p69"/>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31" name="Google Shape;21431;p69"/>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32" name="Google Shape;21432;p69"/>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33" name="Google Shape;21433;p69"/>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34" name="Google Shape;21434;p69"/>
          <p:cNvGrpSpPr/>
          <p:nvPr/>
        </p:nvGrpSpPr>
        <p:grpSpPr>
          <a:xfrm>
            <a:off x="5589452" y="3367036"/>
            <a:ext cx="362580" cy="356498"/>
            <a:chOff x="5589452" y="3367036"/>
            <a:chExt cx="362580" cy="356498"/>
          </a:xfrm>
        </p:grpSpPr>
        <p:sp>
          <p:nvSpPr>
            <p:cNvPr id="21435" name="Google Shape;21435;p69"/>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36" name="Google Shape;21436;p69"/>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37" name="Google Shape;21437;p69"/>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38" name="Google Shape;21438;p69"/>
          <p:cNvGrpSpPr/>
          <p:nvPr/>
        </p:nvGrpSpPr>
        <p:grpSpPr>
          <a:xfrm>
            <a:off x="4211985" y="3817357"/>
            <a:ext cx="362947" cy="356576"/>
            <a:chOff x="4211985" y="3817357"/>
            <a:chExt cx="362947" cy="356576"/>
          </a:xfrm>
        </p:grpSpPr>
        <p:sp>
          <p:nvSpPr>
            <p:cNvPr id="21439" name="Google Shape;21439;p69"/>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40" name="Google Shape;21440;p69"/>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41" name="Google Shape;21441;p69"/>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42" name="Google Shape;21442;p69"/>
          <p:cNvGrpSpPr/>
          <p:nvPr/>
        </p:nvGrpSpPr>
        <p:grpSpPr>
          <a:xfrm>
            <a:off x="4660419" y="3817357"/>
            <a:ext cx="362947" cy="356576"/>
            <a:chOff x="4660419" y="3817357"/>
            <a:chExt cx="362947" cy="356576"/>
          </a:xfrm>
        </p:grpSpPr>
        <p:sp>
          <p:nvSpPr>
            <p:cNvPr id="21443" name="Google Shape;21443;p69"/>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44" name="Google Shape;21444;p69"/>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45" name="Google Shape;21445;p69"/>
            <p:cNvSpPr/>
            <p:nvPr/>
          </p:nvSpPr>
          <p:spPr>
            <a:xfrm>
              <a:off x="4702441" y="3871098"/>
              <a:ext cx="271351" cy="249016"/>
            </a:xfrm>
            <a:custGeom>
              <a:avLst/>
              <a:gdLst/>
              <a:ahLst/>
              <a:cxnLst/>
              <a:rect l="l" t="t" r="r" b="b"/>
              <a:pathLst>
                <a:path w="10351" h="9499" extrusionOk="0">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46" name="Google Shape;21446;p69"/>
            <p:cNvSpPr/>
            <p:nvPr/>
          </p:nvSpPr>
          <p:spPr>
            <a:xfrm>
              <a:off x="4727791" y="3894351"/>
              <a:ext cx="220652" cy="202668"/>
            </a:xfrm>
            <a:custGeom>
              <a:avLst/>
              <a:gdLst/>
              <a:ahLst/>
              <a:cxnLst/>
              <a:rect l="l" t="t" r="r" b="b"/>
              <a:pathLst>
                <a:path w="8417" h="7731" extrusionOk="0">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47" name="Google Shape;21447;p69"/>
            <p:cNvSpPr/>
            <p:nvPr/>
          </p:nvSpPr>
          <p:spPr>
            <a:xfrm>
              <a:off x="4765619" y="3922742"/>
              <a:ext cx="147250" cy="144025"/>
            </a:xfrm>
            <a:custGeom>
              <a:avLst/>
              <a:gdLst/>
              <a:ahLst/>
              <a:cxnLst/>
              <a:rect l="l" t="t" r="r" b="b"/>
              <a:pathLst>
                <a:path w="5617" h="5494" extrusionOk="0">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48" name="Google Shape;21448;p69"/>
          <p:cNvGrpSpPr/>
          <p:nvPr/>
        </p:nvGrpSpPr>
        <p:grpSpPr>
          <a:xfrm>
            <a:off x="5557286" y="3817357"/>
            <a:ext cx="362947" cy="356576"/>
            <a:chOff x="5557286" y="3817357"/>
            <a:chExt cx="362947" cy="356576"/>
          </a:xfrm>
        </p:grpSpPr>
        <p:sp>
          <p:nvSpPr>
            <p:cNvPr id="21449" name="Google Shape;21449;p69"/>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50" name="Google Shape;21450;p69"/>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51" name="Google Shape;21451;p69"/>
            <p:cNvSpPr/>
            <p:nvPr/>
          </p:nvSpPr>
          <p:spPr>
            <a:xfrm>
              <a:off x="5601563" y="3894456"/>
              <a:ext cx="268337" cy="202563"/>
            </a:xfrm>
            <a:custGeom>
              <a:avLst/>
              <a:gdLst/>
              <a:ahLst/>
              <a:cxnLst/>
              <a:rect l="l" t="t" r="r" b="b"/>
              <a:pathLst>
                <a:path w="10236" h="7727" extrusionOk="0">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52" name="Google Shape;21452;p69"/>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53" name="Google Shape;21453;p69"/>
          <p:cNvGrpSpPr/>
          <p:nvPr/>
        </p:nvGrpSpPr>
        <p:grpSpPr>
          <a:xfrm>
            <a:off x="7488021" y="3362475"/>
            <a:ext cx="372017" cy="365621"/>
            <a:chOff x="7488021" y="3362475"/>
            <a:chExt cx="372017" cy="365621"/>
          </a:xfrm>
        </p:grpSpPr>
        <p:sp>
          <p:nvSpPr>
            <p:cNvPr id="21454" name="Google Shape;21454;p69"/>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55" name="Google Shape;21455;p69"/>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56" name="Google Shape;21456;p69"/>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57" name="Google Shape;21457;p69"/>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58" name="Google Shape;21458;p69"/>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59" name="Google Shape;21459;p69"/>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60" name="Google Shape;21460;p69"/>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61" name="Google Shape;21461;p69"/>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62" name="Google Shape;21462;p69"/>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63" name="Google Shape;21463;p69"/>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grpSp>
        <p:nvGrpSpPr>
          <p:cNvPr id="21464" name="Google Shape;21464;p69"/>
          <p:cNvGrpSpPr/>
          <p:nvPr/>
        </p:nvGrpSpPr>
        <p:grpSpPr>
          <a:xfrm>
            <a:off x="5113781" y="3367036"/>
            <a:ext cx="362553" cy="356498"/>
            <a:chOff x="5113781" y="3367036"/>
            <a:chExt cx="362553" cy="356498"/>
          </a:xfrm>
        </p:grpSpPr>
        <p:sp>
          <p:nvSpPr>
            <p:cNvPr id="21465" name="Google Shape;21465;p69"/>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66" name="Google Shape;21466;p69"/>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
        <p:nvSpPr>
          <p:cNvPr id="21467" name="Google Shape;21467;p69"/>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nvGrpSpPr>
          <p:cNvPr id="21468" name="Google Shape;21468;p69"/>
          <p:cNvGrpSpPr/>
          <p:nvPr/>
        </p:nvGrpSpPr>
        <p:grpSpPr>
          <a:xfrm>
            <a:off x="7968621" y="3365489"/>
            <a:ext cx="375818" cy="357651"/>
            <a:chOff x="7968621" y="3365489"/>
            <a:chExt cx="375818" cy="357651"/>
          </a:xfrm>
        </p:grpSpPr>
        <p:sp>
          <p:nvSpPr>
            <p:cNvPr id="21469" name="Google Shape;21469;p69"/>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70" name="Google Shape;21470;p69"/>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71" name="Google Shape;21471;p69"/>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72" name="Google Shape;21472;p69"/>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73" name="Google Shape;21473;p69"/>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74" name="Google Shape;21474;p69"/>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75" name="Google Shape;21475;p69"/>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76" name="Google Shape;21476;p69"/>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77" name="Google Shape;21477;p69"/>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78" name="Google Shape;21478;p69"/>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79" name="Google Shape;21479;p69"/>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sp>
          <p:nvSpPr>
            <p:cNvPr id="21480" name="Google Shape;21480;p69"/>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it-IT" noProof="0" dirty="0"/>
            </a:p>
          </p:txBody>
        </p: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484"/>
        <p:cNvGrpSpPr/>
        <p:nvPr/>
      </p:nvGrpSpPr>
      <p:grpSpPr>
        <a:xfrm>
          <a:off x="0" y="0"/>
          <a:ext cx="0" cy="0"/>
          <a:chOff x="0" y="0"/>
          <a:chExt cx="0" cy="0"/>
        </a:xfrm>
      </p:grpSpPr>
      <p:pic>
        <p:nvPicPr>
          <p:cNvPr id="21485" name="Google Shape;21485;p7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Immunology Clinical Case by Slides Go">
  <a:themeElements>
    <a:clrScheme name="Simple Light">
      <a:dk1>
        <a:srgbClr val="000000"/>
      </a:dk1>
      <a:lt1>
        <a:srgbClr val="FFFFFF"/>
      </a:lt1>
      <a:dk2>
        <a:srgbClr val="44637F"/>
      </a:dk2>
      <a:lt2>
        <a:srgbClr val="EBF2F2"/>
      </a:lt2>
      <a:accent1>
        <a:srgbClr val="4F6F8C"/>
      </a:accent1>
      <a:accent2>
        <a:srgbClr val="495F8C"/>
      </a:accent2>
      <a:accent3>
        <a:srgbClr val="A1B2C2"/>
      </a:accent3>
      <a:accent4>
        <a:srgbClr val="A8BBBF"/>
      </a:accent4>
      <a:accent5>
        <a:srgbClr val="CFDAE2"/>
      </a:accent5>
      <a:accent6>
        <a:srgbClr val="ECF0F3"/>
      </a:accent6>
      <a:hlink>
        <a:srgbClr val="4F6F8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773</TotalTime>
  <Words>2185</Words>
  <Application>Microsoft Office PowerPoint</Application>
  <PresentationFormat>Presentazione su schermo (16:9)</PresentationFormat>
  <Paragraphs>324</Paragraphs>
  <Slides>67</Slides>
  <Notes>30</Notes>
  <HiddenSlides>0</HiddenSlides>
  <MMClips>0</MMClips>
  <ScaleCrop>false</ScaleCrop>
  <HeadingPairs>
    <vt:vector size="6" baseType="variant">
      <vt:variant>
        <vt:lpstr>Caratteri utilizzati</vt:lpstr>
      </vt:variant>
      <vt:variant>
        <vt:i4>10</vt:i4>
      </vt:variant>
      <vt:variant>
        <vt:lpstr>Tema</vt:lpstr>
      </vt:variant>
      <vt:variant>
        <vt:i4>2</vt:i4>
      </vt:variant>
      <vt:variant>
        <vt:lpstr>Titoli diapositive</vt:lpstr>
      </vt:variant>
      <vt:variant>
        <vt:i4>67</vt:i4>
      </vt:variant>
    </vt:vector>
  </HeadingPairs>
  <TitlesOfParts>
    <vt:vector size="79" baseType="lpstr">
      <vt:lpstr>Roboto</vt:lpstr>
      <vt:lpstr>Calibri</vt:lpstr>
      <vt:lpstr>Cambria Math</vt:lpstr>
      <vt:lpstr>Amatic SC</vt:lpstr>
      <vt:lpstr>Arial</vt:lpstr>
      <vt:lpstr>Roboto Slab Black</vt:lpstr>
      <vt:lpstr>Roboto Slab</vt:lpstr>
      <vt:lpstr>Roboto Medium</vt:lpstr>
      <vt:lpstr>Proxima Nova</vt:lpstr>
      <vt:lpstr>Proxima Nova Semibold</vt:lpstr>
      <vt:lpstr>Immunology Clinical Case by Slides Go</vt:lpstr>
      <vt:lpstr>Slidesgo Final Pages</vt:lpstr>
      <vt:lpstr>Progetto Ingegneria Clinica e Informatica Medica</vt:lpstr>
      <vt:lpstr>Introduzione </vt:lpstr>
      <vt:lpstr>Contenuti Progetto</vt:lpstr>
      <vt:lpstr>Dataset</vt:lpstr>
      <vt:lpstr>Dataset WearGait-PD </vt:lpstr>
      <vt:lpstr>Dati</vt:lpstr>
      <vt:lpstr>Metodologie</vt:lpstr>
      <vt:lpstr>Scelte Tecniche e Approccio ai Test</vt:lpstr>
      <vt:lpstr>Estrazione dei Metadati</vt:lpstr>
      <vt:lpstr>Estrazione dei Metadati</vt:lpstr>
      <vt:lpstr>Estrazione dei Metadati</vt:lpstr>
      <vt:lpstr>Calcolo Velocità, Cadenza e Falcata </vt:lpstr>
      <vt:lpstr>Programma</vt:lpstr>
      <vt:lpstr>Indice ASI (asimmetria)</vt:lpstr>
      <vt:lpstr>Programma</vt:lpstr>
      <vt:lpstr>Link</vt:lpstr>
      <vt:lpstr>Machine-Learning</vt:lpstr>
      <vt:lpstr>Data Scientist  </vt:lpstr>
      <vt:lpstr>Regressione Logistica</vt:lpstr>
      <vt:lpstr>Altri Modelli Lineari: PLS</vt:lpstr>
      <vt:lpstr>Pulizia e Standardizzazione Dati  </vt:lpstr>
      <vt:lpstr>Pulizia e Standardizzazione Dati  </vt:lpstr>
      <vt:lpstr>Pulizia e Standardizzazione Dati  </vt:lpstr>
      <vt:lpstr>Risultati Regressione Logistica</vt:lpstr>
      <vt:lpstr>Risultati RL e PLS</vt:lpstr>
      <vt:lpstr>Random Forest e SMOTE</vt:lpstr>
      <vt:lpstr>Curva ROC e Robustezza</vt:lpstr>
      <vt:lpstr>Tabella Finale</vt:lpstr>
      <vt:lpstr>HL7 CDA</vt:lpstr>
      <vt:lpstr>Interoperabilità Semantica</vt:lpstr>
      <vt:lpstr>Profilo Sintetico Sanitario</vt:lpstr>
      <vt:lpstr>PSS: Progetto Parkinson ???</vt:lpstr>
      <vt:lpstr>Architettura CDA R2</vt:lpstr>
      <vt:lpstr>La Gerarchia XML</vt:lpstr>
      <vt:lpstr>Mapping Semantico LOINC</vt:lpstr>
      <vt:lpstr>Mapping Semantico LOINC</vt:lpstr>
      <vt:lpstr>Gestione dei Gap Semantici: Il Caso ASI</vt:lpstr>
      <vt:lpstr>Evoluzione Semantica e Continuità del Dato </vt:lpstr>
      <vt:lpstr>Compilazione e visualizzazione</vt:lpstr>
      <vt:lpstr>Jinja</vt:lpstr>
      <vt:lpstr>Selezione Dati:</vt:lpstr>
      <vt:lpstr>Generazione Automatica CDA:</vt:lpstr>
      <vt:lpstr>Generazione Automatica CDA:</vt:lpstr>
      <vt:lpstr>Visualizzazione:</vt:lpstr>
      <vt:lpstr>References</vt:lpstr>
      <vt:lpstr>Presentazione standard di PowerPoint</vt:lpstr>
      <vt:lpstr>Thanks!</vt:lpstr>
      <vt:lpstr>Resources</vt:lpstr>
      <vt:lpstr>Instructions for use</vt:lpstr>
      <vt:lpstr>Fonts &amp; colors used</vt:lpstr>
      <vt:lpstr>Use our editable graphic resources...</vt:lpstr>
      <vt:lpstr>Presentazione standard di PowerPoint</vt:lpstr>
      <vt:lpstr>Presentazione standard di PowerPoint</vt:lpstr>
      <vt:lpstr>Presentazione standard di PowerPoint</vt:lpstr>
      <vt:lpstr>Presentazione standard di PowerPoint</vt:lpstr>
      <vt:lpstr>Presentazione standard di PowerPoint</vt:lpstr>
      <vt:lpstr>Medical Infographics</vt:lpstr>
      <vt:lpstr>Presentazione standard di PowerPoint</vt:lpstr>
      <vt:lpstr>Presentazione standard di PowerPoint</vt:lpstr>
      <vt:lpstr>...and our sets of editable icons</vt:lpstr>
      <vt:lpstr>Educational Icons</vt:lpstr>
      <vt:lpstr>Business Icons</vt:lpstr>
      <vt:lpstr>Help &amp; Support Icons</vt:lpstr>
      <vt:lpstr>Creative Process Icons</vt:lpstr>
      <vt:lpstr>Nature Icons</vt:lpstr>
      <vt:lpstr>SEO &amp; Marketing Icons</vt:lpstr>
      <vt:lpstr>Presentazione standard di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samuele guzzon</dc:creator>
  <cp:lastModifiedBy>samuele guzzon</cp:lastModifiedBy>
  <cp:revision>6</cp:revision>
  <dcterms:modified xsi:type="dcterms:W3CDTF">2026-05-27T09:13:36Z</dcterms:modified>
</cp:coreProperties>
</file>
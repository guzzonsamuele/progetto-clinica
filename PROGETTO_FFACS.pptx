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1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6971F-5391-44AD-A98D-692BCA6EF3B1}" type="datetimeFigureOut">
              <a:rPr lang="it-IT" smtClean="0"/>
              <a:t>20/05/2026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C7C25-E3A2-4620-AB10-5F37A133F2D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1735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647415-1F7A-4A9A-83B9-FC50713EE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224A1F8-27C1-77B6-D250-3BF168825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02CDAC2-2FAA-32CA-2CF0-113623443E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4660" y="5682592"/>
            <a:ext cx="1379340" cy="1051651"/>
          </a:xfrm>
          <a:prstGeom prst="rect">
            <a:avLst/>
          </a:prstGeom>
        </p:spPr>
      </p:pic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34F2707B-85B9-02E3-6BAD-5F2A7A90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81771-4223-410B-9AC7-374A76ED0E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8863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F13C8B-30FA-772B-D565-6D8FDC1A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81113"/>
          </a:xfrm>
        </p:spPr>
        <p:txBody>
          <a:bodyPr/>
          <a:lstStyle>
            <a:lvl1pPr>
              <a:defRPr sz="36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A4E3C8-4D4F-9E3B-0CB5-33BFF1FC3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892AC0-D37F-918F-10B3-71087ADCA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7992D1-E65E-2C03-C490-DAF7CF31A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8E7066-B10E-F94E-BD76-59A26A38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C9881771-4223-410B-9AC7-374A76ED0E9F}" type="slidenum">
              <a:rPr lang="it-IT" smtClean="0"/>
              <a:pPr/>
              <a:t>‹N›</a:t>
            </a:fld>
            <a:endParaRPr lang="it-IT" sz="1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FDB77F4-771D-E4B4-6941-3DFF9F17B9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4660" y="5682592"/>
            <a:ext cx="1379340" cy="10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31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20B5C1-CAF8-D10F-3C6E-949D8B683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AFD8885-A156-6C24-85C2-97F7C2E7B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4BADD25-3A3B-AB20-12CB-3EDD3EA62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542024-C17D-9311-417C-33A83FCF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F4DBAD7-D6DF-A1D0-5C6E-9A9C9C76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81771-4223-410B-9AC7-374A76ED0E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816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9ECC23-F933-6CC7-5648-0BBDC2DC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69B7B4-47C3-DA57-6BEF-34ACFA268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E8BE9B3-9D16-3E4D-E83C-C20E8B0BF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611F21C-3295-F1DB-CE0B-5C1921298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5988318-D3AE-2413-6018-AC278BFE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8595C46-810D-079B-C913-A99E9044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C9881771-4223-410B-9AC7-374A76ED0E9F}" type="slidenum">
              <a:rPr lang="it-IT" smtClean="0"/>
              <a:pPr/>
              <a:t>‹N›</a:t>
            </a:fld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1882507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2A5758-1744-F446-2152-746E569ED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6E8AF76-12AE-D8E5-E8EB-BCD9ED8D7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B6EDB57-DC8F-4B75-871F-E99B3CA14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B273D6-CCF8-3C1F-6700-0684421BC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9064CC8-469F-C96B-360E-BD81AA3F25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F5D0602-D517-DA2B-E5AD-489CC1F48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E6D8601-9FDC-06D7-96C1-91ABB7B5C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1C891C1-CD9E-BFC5-E284-A5E43B70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81771-4223-410B-9AC7-374A76ED0E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675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BE66D4-0A95-306F-7DDB-0945642F8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56FD598-31B0-AF5A-FBC1-3119F1D1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0EDD0D2-4C3E-DB20-E4CE-AF23E895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ED6FAF-FBBB-69D2-1B00-9E28A526A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81771-4223-410B-9AC7-374A76ED0E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797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1B0BCF3-3DEF-EE7E-B8BE-97A12390C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ED6A6BF-3D81-2685-7F9D-1954487E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7908D18-5820-290A-F9CA-D405DC0B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81771-4223-410B-9AC7-374A76ED0E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347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CEF34B-8BBA-67A7-4A07-16E2446B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33E3C6-C95F-B7B0-5D7F-9D316DEDE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3302E5B-F33E-C2EC-680D-9807EF8CC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763797F-87D1-6E57-7BE9-6813CA09D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BE7670C-E4CB-E734-9597-58EBB099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D67E411-3EAE-BEAF-8ADB-5955152A8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81771-4223-410B-9AC7-374A76ED0E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1101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1408E-CF05-AB7A-84DE-07C7D7AA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42B500A-A254-0131-482F-CDEC00CBDF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BE7622D-41DA-60A3-40F4-1158E8747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89451D-7DE2-1ACE-2851-A7F80FE49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80823F6-3923-C9A2-EE64-E1B753A8D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6A4AB25-5F27-B718-224C-0B8C9B6E1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81771-4223-410B-9AC7-374A76ED0E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4602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FDABAA-023F-0151-54CD-03EFCE99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E5C6A8E-AD64-5764-AFA9-25EB4C6DD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89C8CAB-FA7A-E484-EA20-2276EF70B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062FF3-DB63-04FC-25B2-37BABD4E4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644379-2FA3-EFAF-26A6-1EB5CE65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81771-4223-410B-9AC7-374A76ED0E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59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7FDDD90-1948-78ED-45B4-9452466C4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C88AD14-BB0A-B177-CB02-74836CC01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A55FE63-7F30-FC99-6BF8-805968CDD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EDC854-A4F3-E6AA-2CE1-5CA2D757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0417875-E80A-76D9-E810-82D1959A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81771-4223-410B-9AC7-374A76ED0E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87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14B6A45-F407-1E2A-F5E4-26267EFB7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854B296-56BD-0498-2B80-3D7DB6CB8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4A7488D-D4C8-599B-0CE2-0B651A410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57DA77-DC59-0AA1-D49C-D76DEA649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68BA4CB-1787-EAB8-5FDA-F14FAC833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81771-4223-410B-9AC7-374A76ED0E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5661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l7.it/realm-italiano/profilo-sanitario-sintetico-pss/" TargetMode="External"/><Relationship Id="rId2" Type="http://schemas.openxmlformats.org/officeDocument/2006/relationships/hyperlink" Target="https://www.hl7.it/televisita-te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5752D9D-5F4B-54FA-3769-FB570C569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81771-4223-410B-9AC7-374A76ED0E9F}" type="slidenum">
              <a:rPr lang="it-IT" smtClean="0"/>
              <a:t>1</a:t>
            </a:fld>
            <a:endParaRPr lang="it-IT" dirty="0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02A0E98B-19BF-FB71-843A-332101968219}"/>
              </a:ext>
            </a:extLst>
          </p:cNvPr>
          <p:cNvSpPr txBox="1">
            <a:spLocks/>
          </p:cNvSpPr>
          <p:nvPr/>
        </p:nvSpPr>
        <p:spPr>
          <a:xfrm>
            <a:off x="1524000" y="758569"/>
            <a:ext cx="9144000" cy="1655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800" i="1">
                <a:latin typeface="Arial" panose="020B0604020202020204" pitchFamily="34" charset="0"/>
                <a:cs typeface="Arial" panose="020B0604020202020204" pitchFamily="34" charset="0"/>
              </a:rPr>
              <a:t>Progetto di Ingegneria Clinica ed Informatica Medica</a:t>
            </a:r>
            <a:endParaRPr lang="it-IT" sz="4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60784170-A624-3EAB-C458-29CEB789CE04}"/>
              </a:ext>
            </a:extLst>
          </p:cNvPr>
          <p:cNvSpPr txBox="1">
            <a:spLocks/>
          </p:cNvSpPr>
          <p:nvPr/>
        </p:nvSpPr>
        <p:spPr>
          <a:xfrm>
            <a:off x="1524000" y="4045461"/>
            <a:ext cx="9144000" cy="13371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dirty="0"/>
              <a:t>Gruppo FFACS: </a:t>
            </a:r>
          </a:p>
          <a:p>
            <a:pPr marL="0" indent="0" algn="ctr">
              <a:buNone/>
            </a:pPr>
            <a:r>
              <a:rPr lang="it-IT" dirty="0"/>
              <a:t>Francesca Erasmo, Francesco Venieri, Anass </a:t>
            </a:r>
            <a:r>
              <a:rPr lang="it-IT" dirty="0" err="1"/>
              <a:t>Sidky</a:t>
            </a:r>
            <a:r>
              <a:rPr lang="it-IT" dirty="0"/>
              <a:t>, Claudia </a:t>
            </a:r>
            <a:r>
              <a:rPr lang="it-IT" dirty="0" err="1"/>
              <a:t>Belsanti</a:t>
            </a:r>
            <a:r>
              <a:rPr lang="it-IT" dirty="0"/>
              <a:t> Samuele Guzzon.</a:t>
            </a:r>
          </a:p>
          <a:p>
            <a:endParaRPr lang="it-IT" dirty="0"/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139DA6A2-7324-8AC3-A151-DDAA85F4627E}"/>
              </a:ext>
            </a:extLst>
          </p:cNvPr>
          <p:cNvSpPr txBox="1">
            <a:spLocks/>
          </p:cNvSpPr>
          <p:nvPr/>
        </p:nvSpPr>
        <p:spPr>
          <a:xfrm>
            <a:off x="1524000" y="3011129"/>
            <a:ext cx="9144000" cy="41787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Attività 4: Clinical Data Analytics Team</a:t>
            </a:r>
          </a:p>
        </p:txBody>
      </p:sp>
    </p:spTree>
    <p:extLst>
      <p:ext uri="{BB962C8B-B14F-4D97-AF65-F5344CB8AC3E}">
        <p14:creationId xmlns:p14="http://schemas.microsoft.com/office/powerpoint/2010/main" val="1622422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4130D4-3438-8FA1-4E08-1DB8C8F67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933"/>
          </a:xfrm>
        </p:spPr>
        <p:txBody>
          <a:bodyPr/>
          <a:lstStyle/>
          <a:p>
            <a:pPr algn="ctr"/>
            <a:r>
              <a:rPr lang="it-IT" b="1" i="1" dirty="0"/>
              <a:t>CDA: template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D22CEE-065D-304E-3867-5D8F8EEFF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81771-4223-410B-9AC7-374A76ED0E9F}" type="slidenum">
              <a:rPr lang="it-IT" smtClean="0"/>
              <a:pPr/>
              <a:t>2</a:t>
            </a:fld>
            <a:endParaRPr lang="it-IT" sz="1400" dirty="0"/>
          </a:p>
        </p:txBody>
      </p:sp>
      <p:sp>
        <p:nvSpPr>
          <p:cNvPr id="8" name="CasellaDiTesto 7">
            <a:hlinkClick r:id="rId2"/>
            <a:extLst>
              <a:ext uri="{FF2B5EF4-FFF2-40B4-BE49-F238E27FC236}">
                <a16:creationId xmlns:a16="http://schemas.microsoft.com/office/drawing/2014/main" id="{272CC772-9FB7-DC0F-8F60-810E55AB535E}"/>
              </a:ext>
            </a:extLst>
          </p:cNvPr>
          <p:cNvSpPr txBox="1"/>
          <p:nvPr/>
        </p:nvSpPr>
        <p:spPr>
          <a:xfrm>
            <a:off x="993057" y="1347019"/>
            <a:ext cx="9714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Template: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u="sng" dirty="0">
                <a:hlinkClick r:id="rId2"/>
              </a:rPr>
              <a:t>Televisita (CDA-Tel)</a:t>
            </a:r>
            <a:endParaRPr lang="it-IT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u="sng" dirty="0">
                <a:hlinkClick r:id="rId3"/>
              </a:rPr>
              <a:t>Profilo Sanitario Sintetico (CDA-PSS)</a:t>
            </a:r>
            <a:endParaRPr lang="it-IT" b="1" u="sng" dirty="0"/>
          </a:p>
        </p:txBody>
      </p:sp>
    </p:spTree>
    <p:extLst>
      <p:ext uri="{BB962C8B-B14F-4D97-AF65-F5344CB8AC3E}">
        <p14:creationId xmlns:p14="http://schemas.microsoft.com/office/powerpoint/2010/main" val="8395998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di Office</vt:lpstr>
      <vt:lpstr>Presentazione standard di PowerPoint</vt:lpstr>
      <vt:lpstr>CDA: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samuele guzzon</dc:creator>
  <cp:lastModifiedBy>samuele guzzon</cp:lastModifiedBy>
  <cp:revision>1</cp:revision>
  <dcterms:created xsi:type="dcterms:W3CDTF">2026-05-20T15:46:33Z</dcterms:created>
  <dcterms:modified xsi:type="dcterms:W3CDTF">2026-05-20T16:32:17Z</dcterms:modified>
</cp:coreProperties>
</file>